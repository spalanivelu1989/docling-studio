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Lst>
  <p:sldSz cy="5143500" cx="9144000"/>
  <p:notesSz cx="6858000" cy="9144000"/>
  <p:embeddedFontLst>
    <p:embeddedFont>
      <p:font typeface="Roboto Medium"/>
      <p:regular r:id="rId171"/>
      <p:bold r:id="rId172"/>
      <p:italic r:id="rId173"/>
      <p:boldItalic r:id="rId174"/>
    </p:embeddedFont>
    <p:embeddedFont>
      <p:font typeface="Roboto"/>
      <p:regular r:id="rId175"/>
      <p:bold r:id="rId176"/>
      <p:italic r:id="rId177"/>
      <p:boldItalic r:id="rId178"/>
    </p:embeddedFont>
    <p:embeddedFont>
      <p:font typeface="Poppins Light"/>
      <p:regular r:id="rId179"/>
      <p:bold r:id="rId180"/>
      <p:italic r:id="rId181"/>
      <p:boldItalic r:id="rId182"/>
    </p:embeddedFont>
    <p:embeddedFont>
      <p:font typeface="Roboto SemiBold"/>
      <p:regular r:id="rId183"/>
      <p:bold r:id="rId184"/>
      <p:italic r:id="rId185"/>
      <p:boldItalic r:id="rId186"/>
    </p:embeddedFont>
    <p:embeddedFont>
      <p:font typeface="Roboto Light"/>
      <p:regular r:id="rId187"/>
      <p:bold r:id="rId188"/>
      <p:italic r:id="rId189"/>
      <p:boldItalic r:id="rId190"/>
    </p:embeddedFont>
    <p:embeddedFont>
      <p:font typeface="Open Sans"/>
      <p:regular r:id="rId191"/>
      <p:bold r:id="rId192"/>
      <p:italic r:id="rId193"/>
      <p:boldItalic r:id="rId1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95" roundtripDataSignature="AMtx7mhEIInzF03LboY/AZf4r2CtcmeS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2F4D8C-B65C-4787-8886-9E8F2AB161C6}">
  <a:tblStyle styleId="{F12F4D8C-B65C-4787-8886-9E8F2AB161C6}"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DF3E7"/>
          </a:solidFill>
        </a:fill>
      </a:tcStyle>
    </a:wholeTbl>
    <a:band1H>
      <a:tcTxStyle b="off" i="off"/>
      <a:tcStyle>
        <a:fill>
          <a:solidFill>
            <a:srgbClr val="D8E7CB"/>
          </a:solidFill>
        </a:fill>
      </a:tcStyle>
    </a:band1H>
    <a:band2H>
      <a:tcTxStyle b="off" i="off"/>
    </a:band2H>
    <a:band1V>
      <a:tcTxStyle b="off" i="off"/>
      <a:tcStyle>
        <a:fill>
          <a:solidFill>
            <a:srgbClr val="D8E7CB"/>
          </a:solidFill>
        </a:fill>
      </a:tcStyle>
    </a:band1V>
    <a:band2V>
      <a:tcTxStyle b="off" i="off"/>
    </a:band2V>
    <a:lastCol>
      <a:tcTxStyle b="on" i="off">
        <a:font>
          <a:latin typeface="Calibri"/>
          <a:ea typeface="Calibri"/>
          <a:cs typeface="Calibri"/>
        </a:font>
        <a:srgbClr val="FFFFFF"/>
      </a:tcTxStyle>
      <a:tcStyle>
        <a:fill>
          <a:solidFill>
            <a:srgbClr val="5495FC"/>
          </a:solidFill>
        </a:fill>
      </a:tcStyle>
    </a:lastCol>
    <a:firstCol>
      <a:tcTxStyle b="on" i="off">
        <a:font>
          <a:latin typeface="Calibri"/>
          <a:ea typeface="Calibri"/>
          <a:cs typeface="Calibri"/>
        </a:font>
        <a:srgbClr val="FFFFFF"/>
      </a:tcTxStyle>
      <a:tcStyle>
        <a:fill>
          <a:solidFill>
            <a:srgbClr val="5495FC"/>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5495FC"/>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5495FC"/>
          </a:solidFill>
        </a:fill>
      </a:tcStyle>
    </a:firstRow>
    <a:neCell>
      <a:tcTxStyle b="off" i="off"/>
    </a:neCell>
    <a:nwCell>
      <a:tcTxStyle b="off" i="off"/>
    </a:nwCell>
  </a:tblStyle>
  <a:tblStyle styleId="{4E120BDC-8647-49A0-AC03-2FABD6DCC95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52A6EF0-C611-4F09-9A5A-4747802A3ADF}"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DF3E7"/>
          </a:solidFill>
        </a:fill>
      </a:tcStyle>
    </a:wholeTbl>
    <a:band1H>
      <a:tcTxStyle b="off" i="off"/>
      <a:tcStyle>
        <a:fill>
          <a:solidFill>
            <a:srgbClr val="D8E7CB"/>
          </a:solidFill>
        </a:fill>
      </a:tcStyle>
    </a:band1H>
    <a:band2H>
      <a:tcTxStyle b="off" i="off"/>
    </a:band2H>
    <a:band1V>
      <a:tcTxStyle b="off" i="off"/>
      <a:tcStyle>
        <a:fill>
          <a:solidFill>
            <a:srgbClr val="D8E7CB"/>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42" Type="http://schemas.openxmlformats.org/officeDocument/2006/relationships/slide" Target="slides/slide36.xml"/><Relationship Id="rId21" Type="http://schemas.openxmlformats.org/officeDocument/2006/relationships/slide" Target="slides/slide15.xml"/><Relationship Id="rId84" Type="http://schemas.openxmlformats.org/officeDocument/2006/relationships/slide" Target="slides/slide78.xml"/><Relationship Id="rId138" Type="http://schemas.openxmlformats.org/officeDocument/2006/relationships/slide" Target="slides/slide132.xml"/><Relationship Id="rId63" Type="http://schemas.openxmlformats.org/officeDocument/2006/relationships/slide" Target="slides/slide57.xml"/><Relationship Id="rId159" Type="http://schemas.openxmlformats.org/officeDocument/2006/relationships/slide" Target="slides/slide153.xml"/><Relationship Id="rId191" Type="http://schemas.openxmlformats.org/officeDocument/2006/relationships/font" Target="fonts/OpenSans-regular.fntdata"/><Relationship Id="rId170" Type="http://schemas.openxmlformats.org/officeDocument/2006/relationships/slide" Target="slides/slide164.xml"/><Relationship Id="rId107" Type="http://schemas.openxmlformats.org/officeDocument/2006/relationships/slide" Target="slides/slide101.xml"/><Relationship Id="rId32" Type="http://schemas.openxmlformats.org/officeDocument/2006/relationships/slide" Target="slides/slide26.xml"/><Relationship Id="rId11" Type="http://schemas.openxmlformats.org/officeDocument/2006/relationships/slide" Target="slides/slide5.xml"/><Relationship Id="rId149" Type="http://schemas.openxmlformats.org/officeDocument/2006/relationships/slide" Target="slides/slide143.xml"/><Relationship Id="rId74" Type="http://schemas.openxmlformats.org/officeDocument/2006/relationships/slide" Target="slides/slide68.xml"/><Relationship Id="rId53" Type="http://schemas.openxmlformats.org/officeDocument/2006/relationships/slide" Target="slides/slide47.xml"/><Relationship Id="rId128" Type="http://schemas.openxmlformats.org/officeDocument/2006/relationships/slide" Target="slides/slide122.xml"/><Relationship Id="rId181" Type="http://schemas.openxmlformats.org/officeDocument/2006/relationships/font" Target="fonts/PoppinsLight-italic.fntdata"/><Relationship Id="rId5" Type="http://schemas.openxmlformats.org/officeDocument/2006/relationships/slideMaster" Target="slideMasters/slideMaster1.xml"/><Relationship Id="rId160" Type="http://schemas.openxmlformats.org/officeDocument/2006/relationships/slide" Target="slides/slide154.xml"/><Relationship Id="rId95" Type="http://schemas.openxmlformats.org/officeDocument/2006/relationships/slide" Target="slides/slide89.xml"/><Relationship Id="rId43" Type="http://schemas.openxmlformats.org/officeDocument/2006/relationships/slide" Target="slides/slide37.xml"/><Relationship Id="rId22" Type="http://schemas.openxmlformats.org/officeDocument/2006/relationships/slide" Target="slides/slide16.xml"/><Relationship Id="rId139" Type="http://schemas.openxmlformats.org/officeDocument/2006/relationships/slide" Target="slides/slide133.xml"/><Relationship Id="rId64" Type="http://schemas.openxmlformats.org/officeDocument/2006/relationships/slide" Target="slides/slide58.xml"/><Relationship Id="rId118" Type="http://schemas.openxmlformats.org/officeDocument/2006/relationships/slide" Target="slides/slide112.xml"/><Relationship Id="rId192" Type="http://schemas.openxmlformats.org/officeDocument/2006/relationships/font" Target="fonts/OpenSans-bold.fntdata"/><Relationship Id="rId85" Type="http://schemas.openxmlformats.org/officeDocument/2006/relationships/slide" Target="slides/slide79.xml"/><Relationship Id="rId150" Type="http://schemas.openxmlformats.org/officeDocument/2006/relationships/slide" Target="slides/slide144.xml"/><Relationship Id="rId171" Type="http://schemas.openxmlformats.org/officeDocument/2006/relationships/font" Target="fonts/RobotoMedium-regular.fntdata"/><Relationship Id="rId33" Type="http://schemas.openxmlformats.org/officeDocument/2006/relationships/slide" Target="slides/slide27.xml"/><Relationship Id="rId12" Type="http://schemas.openxmlformats.org/officeDocument/2006/relationships/slide" Target="slides/slide6.xml"/><Relationship Id="rId108" Type="http://schemas.openxmlformats.org/officeDocument/2006/relationships/slide" Target="slides/slide102.xml"/><Relationship Id="rId129" Type="http://schemas.openxmlformats.org/officeDocument/2006/relationships/slide" Target="slides/slide123.xml"/><Relationship Id="rId182" Type="http://schemas.openxmlformats.org/officeDocument/2006/relationships/font" Target="fonts/PoppinsLight-boldItalic.fntdata"/><Relationship Id="rId140" Type="http://schemas.openxmlformats.org/officeDocument/2006/relationships/slide" Target="slides/slide134.xml"/><Relationship Id="rId75" Type="http://schemas.openxmlformats.org/officeDocument/2006/relationships/slide" Target="slides/slide69.xml"/><Relationship Id="rId161" Type="http://schemas.openxmlformats.org/officeDocument/2006/relationships/slide" Target="slides/slide155.xml"/><Relationship Id="rId54" Type="http://schemas.openxmlformats.org/officeDocument/2006/relationships/slide" Target="slides/slide48.xml"/><Relationship Id="rId96" Type="http://schemas.openxmlformats.org/officeDocument/2006/relationships/slide" Target="slides/slide90.xml"/><Relationship Id="rId6" Type="http://schemas.openxmlformats.org/officeDocument/2006/relationships/notesMaster" Target="notesMasters/notesMaster1.xml"/><Relationship Id="rId23" Type="http://schemas.openxmlformats.org/officeDocument/2006/relationships/slide" Target="slides/slide17.xml"/><Relationship Id="rId119" Type="http://schemas.openxmlformats.org/officeDocument/2006/relationships/slide" Target="slides/slide113.xml"/><Relationship Id="rId44" Type="http://schemas.openxmlformats.org/officeDocument/2006/relationships/slide" Target="slides/slide38.xml"/><Relationship Id="rId86" Type="http://schemas.openxmlformats.org/officeDocument/2006/relationships/slide" Target="slides/slide80.xml"/><Relationship Id="rId130" Type="http://schemas.openxmlformats.org/officeDocument/2006/relationships/slide" Target="slides/slide124.xml"/><Relationship Id="rId65" Type="http://schemas.openxmlformats.org/officeDocument/2006/relationships/slide" Target="slides/slide59.xml"/><Relationship Id="rId151" Type="http://schemas.openxmlformats.org/officeDocument/2006/relationships/slide" Target="slides/slide145.xml"/><Relationship Id="rId193" Type="http://schemas.openxmlformats.org/officeDocument/2006/relationships/font" Target="fonts/OpenSans-italic.fntdata"/><Relationship Id="rId172" Type="http://schemas.openxmlformats.org/officeDocument/2006/relationships/font" Target="fonts/RobotoMedium-bold.fntdata"/><Relationship Id="rId13" Type="http://schemas.openxmlformats.org/officeDocument/2006/relationships/slide" Target="slides/slide7.xml"/><Relationship Id="rId109" Type="http://schemas.openxmlformats.org/officeDocument/2006/relationships/slide" Target="slides/slide103.xml"/><Relationship Id="rId34" Type="http://schemas.openxmlformats.org/officeDocument/2006/relationships/slide" Target="slides/slide28.xml"/><Relationship Id="rId141" Type="http://schemas.openxmlformats.org/officeDocument/2006/relationships/slide" Target="slides/slide135.xml"/><Relationship Id="rId76" Type="http://schemas.openxmlformats.org/officeDocument/2006/relationships/slide" Target="slides/slide70.xml"/><Relationship Id="rId55" Type="http://schemas.openxmlformats.org/officeDocument/2006/relationships/slide" Target="slides/slide49.xml"/><Relationship Id="rId120" Type="http://schemas.openxmlformats.org/officeDocument/2006/relationships/slide" Target="slides/slide114.xml"/><Relationship Id="rId97" Type="http://schemas.openxmlformats.org/officeDocument/2006/relationships/slide" Target="slides/slide91.xml"/><Relationship Id="rId183" Type="http://schemas.openxmlformats.org/officeDocument/2006/relationships/font" Target="fonts/RobotoSemiBold-regular.fntdata"/><Relationship Id="rId7" Type="http://schemas.openxmlformats.org/officeDocument/2006/relationships/slide" Target="slides/slide1.xml"/><Relationship Id="rId71" Type="http://schemas.openxmlformats.org/officeDocument/2006/relationships/slide" Target="slides/slide65.xml"/><Relationship Id="rId162" Type="http://schemas.openxmlformats.org/officeDocument/2006/relationships/slide" Target="slides/slide156.xml"/><Relationship Id="rId92" Type="http://schemas.openxmlformats.org/officeDocument/2006/relationships/slide" Target="slides/slide86.xml"/><Relationship Id="rId29" Type="http://schemas.openxmlformats.org/officeDocument/2006/relationships/slide" Target="slides/slide23.xml"/><Relationship Id="rId2" Type="http://schemas.openxmlformats.org/officeDocument/2006/relationships/viewProps" Target="viewProps.xml"/><Relationship Id="rId40" Type="http://schemas.openxmlformats.org/officeDocument/2006/relationships/slide" Target="slides/slide34.xml"/><Relationship Id="rId45" Type="http://schemas.openxmlformats.org/officeDocument/2006/relationships/slide" Target="slides/slide39.xml"/><Relationship Id="rId178" Type="http://schemas.openxmlformats.org/officeDocument/2006/relationships/font" Target="fonts/Roboto-boldItalic.fntdata"/><Relationship Id="rId24" Type="http://schemas.openxmlformats.org/officeDocument/2006/relationships/slide" Target="slides/slide18.xml"/><Relationship Id="rId87" Type="http://schemas.openxmlformats.org/officeDocument/2006/relationships/slide" Target="slides/slide81.xml"/><Relationship Id="rId131" Type="http://schemas.openxmlformats.org/officeDocument/2006/relationships/slide" Target="slides/slide125.xml"/><Relationship Id="rId136" Type="http://schemas.openxmlformats.org/officeDocument/2006/relationships/slide" Target="slides/slide130.xml"/><Relationship Id="rId66" Type="http://schemas.openxmlformats.org/officeDocument/2006/relationships/slide" Target="slides/slide60.xml"/><Relationship Id="rId157" Type="http://schemas.openxmlformats.org/officeDocument/2006/relationships/slide" Target="slides/slide151.xml"/><Relationship Id="rId115" Type="http://schemas.openxmlformats.org/officeDocument/2006/relationships/slide" Target="slides/slide109.xml"/><Relationship Id="rId110" Type="http://schemas.openxmlformats.org/officeDocument/2006/relationships/slide" Target="slides/slide104.xml"/><Relationship Id="rId194" Type="http://schemas.openxmlformats.org/officeDocument/2006/relationships/font" Target="fonts/OpenSans-boldItalic.fntdata"/><Relationship Id="rId173" Type="http://schemas.openxmlformats.org/officeDocument/2006/relationships/font" Target="fonts/RobotoMedium-italic.fntdata"/><Relationship Id="rId82" Type="http://schemas.openxmlformats.org/officeDocument/2006/relationships/slide" Target="slides/slide76.xml"/><Relationship Id="rId61" Type="http://schemas.openxmlformats.org/officeDocument/2006/relationships/slide" Target="slides/slide55.xml"/><Relationship Id="rId152" Type="http://schemas.openxmlformats.org/officeDocument/2006/relationships/slide" Target="slides/slide146.xml"/><Relationship Id="rId19" Type="http://schemas.openxmlformats.org/officeDocument/2006/relationships/slide" Target="slides/slide13.xml"/><Relationship Id="rId30" Type="http://schemas.openxmlformats.org/officeDocument/2006/relationships/slide" Target="slides/slide24.xml"/><Relationship Id="rId35" Type="http://schemas.openxmlformats.org/officeDocument/2006/relationships/slide" Target="slides/slide29.xml"/><Relationship Id="rId14" Type="http://schemas.openxmlformats.org/officeDocument/2006/relationships/slide" Target="slides/slide8.xml"/><Relationship Id="rId147" Type="http://schemas.openxmlformats.org/officeDocument/2006/relationships/slide" Target="slides/slide141.xml"/><Relationship Id="rId77" Type="http://schemas.openxmlformats.org/officeDocument/2006/relationships/slide" Target="slides/slide71.xml"/><Relationship Id="rId168" Type="http://schemas.openxmlformats.org/officeDocument/2006/relationships/slide" Target="slides/slide162.xml"/><Relationship Id="rId56" Type="http://schemas.openxmlformats.org/officeDocument/2006/relationships/slide" Target="slides/slide50.xml"/><Relationship Id="rId105" Type="http://schemas.openxmlformats.org/officeDocument/2006/relationships/slide" Target="slides/slide99.xml"/><Relationship Id="rId100" Type="http://schemas.openxmlformats.org/officeDocument/2006/relationships/slide" Target="slides/slide94.xml"/><Relationship Id="rId126" Type="http://schemas.openxmlformats.org/officeDocument/2006/relationships/slide" Target="slides/slide120.xml"/><Relationship Id="rId184" Type="http://schemas.openxmlformats.org/officeDocument/2006/relationships/font" Target="fonts/RobotoSemiBold-bold.fntdata"/><Relationship Id="rId189" Type="http://schemas.openxmlformats.org/officeDocument/2006/relationships/font" Target="fonts/RobotoLight-italic.fntdata"/><Relationship Id="rId142" Type="http://schemas.openxmlformats.org/officeDocument/2006/relationships/slide" Target="slides/slide136.xml"/><Relationship Id="rId8" Type="http://schemas.openxmlformats.org/officeDocument/2006/relationships/slide" Target="slides/slide2.xml"/><Relationship Id="rId72" Type="http://schemas.openxmlformats.org/officeDocument/2006/relationships/slide" Target="slides/slide66.xml"/><Relationship Id="rId163" Type="http://schemas.openxmlformats.org/officeDocument/2006/relationships/slide" Target="slides/slide157.xml"/><Relationship Id="rId51" Type="http://schemas.openxmlformats.org/officeDocument/2006/relationships/slide" Target="slides/slide45.xml"/><Relationship Id="rId121" Type="http://schemas.openxmlformats.org/officeDocument/2006/relationships/slide" Target="slides/slide115.xml"/><Relationship Id="rId98" Type="http://schemas.openxmlformats.org/officeDocument/2006/relationships/slide" Target="slides/slide92.xml"/><Relationship Id="rId93" Type="http://schemas.openxmlformats.org/officeDocument/2006/relationships/slide" Target="slides/slide87.xml"/><Relationship Id="rId3" Type="http://schemas.openxmlformats.org/officeDocument/2006/relationships/presProps" Target="presProps.xml"/><Relationship Id="rId46" Type="http://schemas.openxmlformats.org/officeDocument/2006/relationships/slide" Target="slides/slide40.xml"/><Relationship Id="rId25" Type="http://schemas.openxmlformats.org/officeDocument/2006/relationships/slide" Target="slides/slide19.xml"/><Relationship Id="rId137" Type="http://schemas.openxmlformats.org/officeDocument/2006/relationships/slide" Target="slides/slide131.xml"/><Relationship Id="rId67" Type="http://schemas.openxmlformats.org/officeDocument/2006/relationships/slide" Target="slides/slide61.xml"/><Relationship Id="rId158" Type="http://schemas.openxmlformats.org/officeDocument/2006/relationships/slide" Target="slides/slide152.xml"/><Relationship Id="rId116" Type="http://schemas.openxmlformats.org/officeDocument/2006/relationships/slide" Target="slides/slide110.xml"/><Relationship Id="rId41" Type="http://schemas.openxmlformats.org/officeDocument/2006/relationships/slide" Target="slides/slide35.xml"/><Relationship Id="rId174" Type="http://schemas.openxmlformats.org/officeDocument/2006/relationships/font" Target="fonts/RobotoMedium-boldItalic.fntdata"/><Relationship Id="rId179" Type="http://schemas.openxmlformats.org/officeDocument/2006/relationships/font" Target="fonts/PoppinsLight-regular.fntdata"/><Relationship Id="rId20" Type="http://schemas.openxmlformats.org/officeDocument/2006/relationships/slide" Target="slides/slide14.xml"/><Relationship Id="rId195" Type="http://customschemas.google.com/relationships/presentationmetadata" Target="metadata"/><Relationship Id="rId83" Type="http://schemas.openxmlformats.org/officeDocument/2006/relationships/slide" Target="slides/slide77.xml"/><Relationship Id="rId88" Type="http://schemas.openxmlformats.org/officeDocument/2006/relationships/slide" Target="slides/slide82.xml"/><Relationship Id="rId132" Type="http://schemas.openxmlformats.org/officeDocument/2006/relationships/slide" Target="slides/slide126.xml"/><Relationship Id="rId62" Type="http://schemas.openxmlformats.org/officeDocument/2006/relationships/slide" Target="slides/slide56.xml"/><Relationship Id="rId153" Type="http://schemas.openxmlformats.org/officeDocument/2006/relationships/slide" Target="slides/slide147.xml"/><Relationship Id="rId111" Type="http://schemas.openxmlformats.org/officeDocument/2006/relationships/slide" Target="slides/slide105.xml"/><Relationship Id="rId190" Type="http://schemas.openxmlformats.org/officeDocument/2006/relationships/font" Target="fonts/RobotoLight-boldItalic.fntdata"/><Relationship Id="rId36" Type="http://schemas.openxmlformats.org/officeDocument/2006/relationships/slide" Target="slides/slide30.xml"/><Relationship Id="rId15" Type="http://schemas.openxmlformats.org/officeDocument/2006/relationships/slide" Target="slides/slide9.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85" Type="http://schemas.openxmlformats.org/officeDocument/2006/relationships/font" Target="fonts/RobotoSemiBold-italic.fntdata"/><Relationship Id="rId31" Type="http://schemas.openxmlformats.org/officeDocument/2006/relationships/slide" Target="slides/slide25.xml"/><Relationship Id="rId10" Type="http://schemas.openxmlformats.org/officeDocument/2006/relationships/slide" Target="slides/slide4.xml"/><Relationship Id="rId148" Type="http://schemas.openxmlformats.org/officeDocument/2006/relationships/slide" Target="slides/slide142.xml"/><Relationship Id="rId143" Type="http://schemas.openxmlformats.org/officeDocument/2006/relationships/slide" Target="slides/slide137.xml"/><Relationship Id="rId73" Type="http://schemas.openxmlformats.org/officeDocument/2006/relationships/slide" Target="slides/slide67.xml"/><Relationship Id="rId78" Type="http://schemas.openxmlformats.org/officeDocument/2006/relationships/slide" Target="slides/slide72.xml"/><Relationship Id="rId164" Type="http://schemas.openxmlformats.org/officeDocument/2006/relationships/slide" Target="slides/slide158.xml"/><Relationship Id="rId169" Type="http://schemas.openxmlformats.org/officeDocument/2006/relationships/slide" Target="slides/slide163.xml"/><Relationship Id="rId52" Type="http://schemas.openxmlformats.org/officeDocument/2006/relationships/slide" Target="slides/slide46.xml"/><Relationship Id="rId101" Type="http://schemas.openxmlformats.org/officeDocument/2006/relationships/slide" Target="slides/slide95.xml"/><Relationship Id="rId122" Type="http://schemas.openxmlformats.org/officeDocument/2006/relationships/slide" Target="slides/slide116.xml"/><Relationship Id="rId94" Type="http://schemas.openxmlformats.org/officeDocument/2006/relationships/slide" Target="slides/slide88.xml"/><Relationship Id="rId99" Type="http://schemas.openxmlformats.org/officeDocument/2006/relationships/slide" Target="slides/slide93.xml"/><Relationship Id="rId180" Type="http://schemas.openxmlformats.org/officeDocument/2006/relationships/font" Target="fonts/PoppinsLight-bold.fntdata"/><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7" Type="http://schemas.openxmlformats.org/officeDocument/2006/relationships/slide" Target="slides/slide41.xml"/><Relationship Id="rId175" Type="http://schemas.openxmlformats.org/officeDocument/2006/relationships/font" Target="fonts/Roboto-regular.fntdata"/><Relationship Id="rId89" Type="http://schemas.openxmlformats.org/officeDocument/2006/relationships/slide" Target="slides/slide83.xml"/><Relationship Id="rId133" Type="http://schemas.openxmlformats.org/officeDocument/2006/relationships/slide" Target="slides/slide127.xml"/><Relationship Id="rId68" Type="http://schemas.openxmlformats.org/officeDocument/2006/relationships/slide" Target="slides/slide62.xml"/><Relationship Id="rId154" Type="http://schemas.openxmlformats.org/officeDocument/2006/relationships/slide" Target="slides/slide148.xml"/><Relationship Id="rId112" Type="http://schemas.openxmlformats.org/officeDocument/2006/relationships/slide" Target="slides/slide106.xml"/><Relationship Id="rId196" Type="http://schemas.openxmlformats.org/officeDocument/2006/relationships/customXml" Target="../customXml/item1.xml"/><Relationship Id="rId16" Type="http://schemas.openxmlformats.org/officeDocument/2006/relationships/slide" Target="slides/slide10.xml"/><Relationship Id="rId37" Type="http://schemas.openxmlformats.org/officeDocument/2006/relationships/slide" Target="slides/slide31.xml"/><Relationship Id="rId144" Type="http://schemas.openxmlformats.org/officeDocument/2006/relationships/slide" Target="slides/slide138.xml"/><Relationship Id="rId79" Type="http://schemas.openxmlformats.org/officeDocument/2006/relationships/slide" Target="slides/slide73.xml"/><Relationship Id="rId58" Type="http://schemas.openxmlformats.org/officeDocument/2006/relationships/slide" Target="slides/slide52.xml"/><Relationship Id="rId102" Type="http://schemas.openxmlformats.org/officeDocument/2006/relationships/slide" Target="slides/slide96.xml"/><Relationship Id="rId123" Type="http://schemas.openxmlformats.org/officeDocument/2006/relationships/slide" Target="slides/slide117.xml"/><Relationship Id="rId186" Type="http://schemas.openxmlformats.org/officeDocument/2006/relationships/font" Target="fonts/RobotoSemiBold-boldItalic.fntdata"/><Relationship Id="rId165" Type="http://schemas.openxmlformats.org/officeDocument/2006/relationships/slide" Target="slides/slide159.xml"/><Relationship Id="rId90" Type="http://schemas.openxmlformats.org/officeDocument/2006/relationships/slide" Target="slides/slide84.xml"/><Relationship Id="rId48" Type="http://schemas.openxmlformats.org/officeDocument/2006/relationships/slide" Target="slides/slide42.xml"/><Relationship Id="rId27" Type="http://schemas.openxmlformats.org/officeDocument/2006/relationships/slide" Target="slides/slide21.xml"/><Relationship Id="rId134" Type="http://schemas.openxmlformats.org/officeDocument/2006/relationships/slide" Target="slides/slide128.xml"/><Relationship Id="rId69" Type="http://schemas.openxmlformats.org/officeDocument/2006/relationships/slide" Target="slides/slide63.xml"/><Relationship Id="rId113" Type="http://schemas.openxmlformats.org/officeDocument/2006/relationships/slide" Target="slides/slide107.xml"/><Relationship Id="rId176" Type="http://schemas.openxmlformats.org/officeDocument/2006/relationships/font" Target="fonts/Roboto-bold.fntdata"/><Relationship Id="rId80" Type="http://schemas.openxmlformats.org/officeDocument/2006/relationships/slide" Target="slides/slide74.xml"/><Relationship Id="rId155" Type="http://schemas.openxmlformats.org/officeDocument/2006/relationships/slide" Target="slides/slide149.xml"/><Relationship Id="rId197" Type="http://schemas.openxmlformats.org/officeDocument/2006/relationships/customXml" Target="../customXml/item2.xml"/><Relationship Id="rId38" Type="http://schemas.openxmlformats.org/officeDocument/2006/relationships/slide" Target="slides/slide32.xml"/><Relationship Id="rId17" Type="http://schemas.openxmlformats.org/officeDocument/2006/relationships/slide" Target="slides/slide11.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187" Type="http://schemas.openxmlformats.org/officeDocument/2006/relationships/font" Target="fonts/RobotoLight-regular.fntdata"/><Relationship Id="rId145" Type="http://schemas.openxmlformats.org/officeDocument/2006/relationships/slide" Target="slides/slide139.xml"/><Relationship Id="rId70" Type="http://schemas.openxmlformats.org/officeDocument/2006/relationships/slide" Target="slides/slide64.xml"/><Relationship Id="rId166" Type="http://schemas.openxmlformats.org/officeDocument/2006/relationships/slide" Target="slides/slide160.xml"/><Relationship Id="rId91" Type="http://schemas.openxmlformats.org/officeDocument/2006/relationships/slide" Target="slides/slide85.xml"/><Relationship Id="rId1" Type="http://schemas.openxmlformats.org/officeDocument/2006/relationships/theme" Target="theme/theme1.xml"/><Relationship Id="rId49" Type="http://schemas.openxmlformats.org/officeDocument/2006/relationships/slide" Target="slides/slide43.xml"/><Relationship Id="rId28" Type="http://schemas.openxmlformats.org/officeDocument/2006/relationships/slide" Target="slides/slide22.xml"/><Relationship Id="rId114" Type="http://schemas.openxmlformats.org/officeDocument/2006/relationships/slide" Target="slides/slide108.xml"/><Relationship Id="rId177" Type="http://schemas.openxmlformats.org/officeDocument/2006/relationships/font" Target="fonts/Roboto-italic.fntdata"/><Relationship Id="rId81" Type="http://schemas.openxmlformats.org/officeDocument/2006/relationships/slide" Target="slides/slide75.xml"/><Relationship Id="rId135" Type="http://schemas.openxmlformats.org/officeDocument/2006/relationships/slide" Target="slides/slide129.xml"/><Relationship Id="rId60" Type="http://schemas.openxmlformats.org/officeDocument/2006/relationships/slide" Target="slides/slide54.xml"/><Relationship Id="rId156" Type="http://schemas.openxmlformats.org/officeDocument/2006/relationships/slide" Target="slides/slide150.xml"/><Relationship Id="rId198" Type="http://schemas.openxmlformats.org/officeDocument/2006/relationships/customXml" Target="../customXml/item3.xml"/><Relationship Id="rId39" Type="http://schemas.openxmlformats.org/officeDocument/2006/relationships/slide" Target="slides/slide33.xml"/><Relationship Id="rId18" Type="http://schemas.openxmlformats.org/officeDocument/2006/relationships/slide" Target="slides/slide12.xml"/><Relationship Id="rId188" Type="http://schemas.openxmlformats.org/officeDocument/2006/relationships/font" Target="fonts/RobotoLight-bold.fntdata"/><Relationship Id="rId146" Type="http://schemas.openxmlformats.org/officeDocument/2006/relationships/slide" Target="slides/slide140.xml"/><Relationship Id="rId167" Type="http://schemas.openxmlformats.org/officeDocument/2006/relationships/slide" Target="slides/slide161.xml"/><Relationship Id="rId50" Type="http://schemas.openxmlformats.org/officeDocument/2006/relationships/slide" Target="slides/slide44.xml"/><Relationship Id="rId104" Type="http://schemas.openxmlformats.org/officeDocument/2006/relationships/slide" Target="slides/slide98.xml"/><Relationship Id="rId125" Type="http://schemas.openxmlformats.org/officeDocument/2006/relationships/slide" Target="slides/slide1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notes"/>
          <p:cNvSpPr txBox="1"/>
          <p:nvPr>
            <p:ph idx="1" type="body"/>
          </p:nvPr>
        </p:nvSpPr>
        <p:spPr>
          <a:xfrm>
            <a:off x="685800" y="4343401"/>
            <a:ext cx="5486400" cy="4114800"/>
          </a:xfrm>
          <a:prstGeom prst="rect">
            <a:avLst/>
          </a:prstGeom>
          <a:noFill/>
          <a:ln>
            <a:noFill/>
          </a:ln>
        </p:spPr>
        <p:txBody>
          <a:bodyPr anchorCtr="0" anchor="t" bIns="86175" lIns="86175" spcFirstLastPara="1" rIns="86175" wrap="square" tIns="86175">
            <a:noAutofit/>
          </a:bodyPr>
          <a:lstStyle/>
          <a:p>
            <a:pPr indent="0" lvl="0" marL="0" rtl="0" algn="l">
              <a:lnSpc>
                <a:spcPct val="100000"/>
              </a:lnSpc>
              <a:spcBef>
                <a:spcPts val="0"/>
              </a:spcBef>
              <a:spcAft>
                <a:spcPts val="0"/>
              </a:spcAft>
              <a:buSzPts val="1100"/>
              <a:buNone/>
            </a:pPr>
            <a:r>
              <a:t/>
            </a:r>
            <a:endParaRPr/>
          </a:p>
        </p:txBody>
      </p:sp>
      <p:sp>
        <p:nvSpPr>
          <p:cNvPr id="350" name="Google Shape;350;p1:notes"/>
          <p:cNvSpPr/>
          <p:nvPr>
            <p:ph idx="2" type="sldImg"/>
          </p:nvPr>
        </p:nvSpPr>
        <p:spPr>
          <a:xfrm>
            <a:off x="382588" y="685800"/>
            <a:ext cx="6092825" cy="34274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6875c22024_0_432:notes"/>
          <p:cNvSpPr/>
          <p:nvPr>
            <p:ph idx="2" type="sldImg"/>
          </p:nvPr>
        </p:nvSpPr>
        <p:spPr>
          <a:xfrm>
            <a:off x="382588" y="685800"/>
            <a:ext cx="6092700" cy="3427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6875c22024_0_432:notes"/>
          <p:cNvSpPr txBox="1"/>
          <p:nvPr>
            <p:ph idx="1" type="body"/>
          </p:nvPr>
        </p:nvSpPr>
        <p:spPr>
          <a:xfrm>
            <a:off x="685800" y="4343401"/>
            <a:ext cx="5486400" cy="4114800"/>
          </a:xfrm>
          <a:prstGeom prst="rect">
            <a:avLst/>
          </a:prstGeom>
          <a:noFill/>
          <a:ln>
            <a:noFill/>
          </a:ln>
        </p:spPr>
        <p:txBody>
          <a:bodyPr anchorCtr="0" anchor="t" bIns="46400" lIns="92800" spcFirstLastPara="1" rIns="92800" wrap="square" tIns="46400">
            <a:noAutofit/>
          </a:bodyPr>
          <a:lstStyle/>
          <a:p>
            <a:pPr indent="0" lvl="0" marL="0" rtl="0" algn="l">
              <a:lnSpc>
                <a:spcPct val="100000"/>
              </a:lnSpc>
              <a:spcBef>
                <a:spcPts val="0"/>
              </a:spcBef>
              <a:spcAft>
                <a:spcPts val="0"/>
              </a:spcAft>
              <a:buSzPts val="1100"/>
              <a:buNone/>
            </a:pPr>
            <a:r>
              <a:t/>
            </a:r>
            <a:endParaRPr sz="1300"/>
          </a:p>
        </p:txBody>
      </p:sp>
      <p:sp>
        <p:nvSpPr>
          <p:cNvPr id="357" name="Google Shape;357;g36875c22024_0_432:notes"/>
          <p:cNvSpPr txBox="1"/>
          <p:nvPr>
            <p:ph idx="12" type="sldNum"/>
          </p:nvPr>
        </p:nvSpPr>
        <p:spPr>
          <a:xfrm>
            <a:off x="3884615" y="8685214"/>
            <a:ext cx="2971800" cy="457200"/>
          </a:xfrm>
          <a:prstGeom prst="rect">
            <a:avLst/>
          </a:prstGeom>
          <a:noFill/>
          <a:ln>
            <a:noFill/>
          </a:ln>
        </p:spPr>
        <p:txBody>
          <a:bodyPr anchorCtr="0" anchor="b" bIns="46400" lIns="92800" spcFirstLastPara="1" rIns="92800" wrap="square" tIns="464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notes"/>
          <p:cNvSpPr/>
          <p:nvPr>
            <p:ph idx="2" type="sldImg"/>
          </p:nvPr>
        </p:nvSpPr>
        <p:spPr>
          <a:xfrm>
            <a:off x="382588" y="685800"/>
            <a:ext cx="6092825" cy="34274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3:notes"/>
          <p:cNvSpPr txBox="1"/>
          <p:nvPr>
            <p:ph idx="1" type="body"/>
          </p:nvPr>
        </p:nvSpPr>
        <p:spPr>
          <a:xfrm>
            <a:off x="685800" y="4343401"/>
            <a:ext cx="5486400" cy="4114800"/>
          </a:xfrm>
          <a:prstGeom prst="rect">
            <a:avLst/>
          </a:prstGeom>
          <a:noFill/>
          <a:ln>
            <a:noFill/>
          </a:ln>
        </p:spPr>
        <p:txBody>
          <a:bodyPr anchorCtr="0" anchor="t" bIns="46400" lIns="92800" spcFirstLastPara="1" rIns="92800" wrap="square" tIns="46400">
            <a:noAutofit/>
          </a:bodyPr>
          <a:lstStyle/>
          <a:p>
            <a:pPr indent="0" lvl="0" marL="0" rtl="0" algn="l">
              <a:lnSpc>
                <a:spcPct val="100000"/>
              </a:lnSpc>
              <a:spcBef>
                <a:spcPts val="0"/>
              </a:spcBef>
              <a:spcAft>
                <a:spcPts val="0"/>
              </a:spcAft>
              <a:buSzPts val="1100"/>
              <a:buNone/>
            </a:pPr>
            <a:r>
              <a:t/>
            </a:r>
            <a:endParaRPr sz="1300"/>
          </a:p>
        </p:txBody>
      </p:sp>
      <p:sp>
        <p:nvSpPr>
          <p:cNvPr id="365" name="Google Shape;365;p3:notes"/>
          <p:cNvSpPr txBox="1"/>
          <p:nvPr>
            <p:ph idx="12" type="sldNum"/>
          </p:nvPr>
        </p:nvSpPr>
        <p:spPr>
          <a:xfrm>
            <a:off x="3884615" y="8685214"/>
            <a:ext cx="2971800" cy="457200"/>
          </a:xfrm>
          <a:prstGeom prst="rect">
            <a:avLst/>
          </a:prstGeom>
          <a:noFill/>
          <a:ln>
            <a:noFill/>
          </a:ln>
        </p:spPr>
        <p:txBody>
          <a:bodyPr anchorCtr="0" anchor="b" bIns="46400" lIns="92800" spcFirstLastPara="1" rIns="92800" wrap="square" tIns="464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693f7da1e3_0_2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3693f7da1e3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693a6b6122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3693a6b6122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424" name="Google Shape;42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691bdd514c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691bdd514c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691bdd514c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691bdd514c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875c22024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6875c22024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6875c22024_0_1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6875c22024_0_1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6875c22024_0_1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6875c22024_0_1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6875c22024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6875c22024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691bdd514c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691bdd514c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6875c22024_0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6875c22024_0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691bdd514c_1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691bdd514c_1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498" name="Google Shape;49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6875c22024_0_1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6875c22024_0_1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514" name="Google Shape;514;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1" name="Google Shape;52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691bdd514c_1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2" name="Google Shape;532;g3691bdd514c_1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533" name="Google Shape;533;g3691bdd514c_1_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693f7da1e3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0" name="Google Shape;540;g3693f7da1e3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693f7da1e3_0_138:notes"/>
          <p:cNvSpPr/>
          <p:nvPr>
            <p:ph idx="2" type="sldImg"/>
          </p:nvPr>
        </p:nvSpPr>
        <p:spPr>
          <a:xfrm>
            <a:off x="382588" y="685800"/>
            <a:ext cx="6092700" cy="3427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g3693f7da1e3_0_138:notes"/>
          <p:cNvSpPr txBox="1"/>
          <p:nvPr>
            <p:ph idx="1" type="body"/>
          </p:nvPr>
        </p:nvSpPr>
        <p:spPr>
          <a:xfrm>
            <a:off x="685800" y="4343401"/>
            <a:ext cx="5486400" cy="4114800"/>
          </a:xfrm>
          <a:prstGeom prst="rect">
            <a:avLst/>
          </a:prstGeom>
          <a:noFill/>
          <a:ln>
            <a:noFill/>
          </a:ln>
        </p:spPr>
        <p:txBody>
          <a:bodyPr anchorCtr="0" anchor="t" bIns="46400" lIns="92800" spcFirstLastPara="1" rIns="92800" wrap="square" tIns="46400">
            <a:noAutofit/>
          </a:bodyPr>
          <a:lstStyle/>
          <a:p>
            <a:pPr indent="0" lvl="0" marL="0" rtl="0" algn="l">
              <a:lnSpc>
                <a:spcPct val="100000"/>
              </a:lnSpc>
              <a:spcBef>
                <a:spcPts val="0"/>
              </a:spcBef>
              <a:spcAft>
                <a:spcPts val="0"/>
              </a:spcAft>
              <a:buSzPts val="1100"/>
              <a:buNone/>
            </a:pPr>
            <a:r>
              <a:t/>
            </a:r>
            <a:endParaRPr sz="1300"/>
          </a:p>
        </p:txBody>
      </p:sp>
      <p:sp>
        <p:nvSpPr>
          <p:cNvPr id="565" name="Google Shape;565;g3693f7da1e3_0_138:notes"/>
          <p:cNvSpPr txBox="1"/>
          <p:nvPr>
            <p:ph idx="12" type="sldNum"/>
          </p:nvPr>
        </p:nvSpPr>
        <p:spPr>
          <a:xfrm>
            <a:off x="3884615" y="8685214"/>
            <a:ext cx="2971800" cy="457200"/>
          </a:xfrm>
          <a:prstGeom prst="rect">
            <a:avLst/>
          </a:prstGeom>
          <a:noFill/>
          <a:ln>
            <a:noFill/>
          </a:ln>
        </p:spPr>
        <p:txBody>
          <a:bodyPr anchorCtr="0" anchor="b" bIns="46400" lIns="92800" spcFirstLastPara="1" rIns="92800" wrap="square" tIns="464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693f7da1e3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g3693f7da1e3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578" name="Google Shape;578;g3693f7da1e3_0_1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693f7da1e3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g3693f7da1e3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693f7da1e3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8" name="Google Shape;608;g3693f7da1e3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609" name="Google Shape;609;g3693f7da1e3_0_17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693f7da1e3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0" name="Google Shape;630;g3693f7da1e3_0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631" name="Google Shape;631;g3693f7da1e3_0_20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693f7da1e3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693f7da1e3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693f7da1e3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693f7da1e3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693f7da1e3_2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6" name="Google Shape;686;g3693f7da1e3_2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0" name="Google Shape;71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711" name="Google Shape;71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8" name="Google Shape;71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719" name="Google Shape;71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691bdd514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691bdd514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0" name="Google Shape;75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751" name="Google Shape;751;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691bdd514c_1_2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8" name="Google Shape;758;g3691bdd514c_1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759" name="Google Shape;759;g3691bdd514c_1_2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693f7da1e3_2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5" name="Google Shape;765;g3693f7da1e3_2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9" name="Google Shape;78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790" name="Google Shape;790;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7" name="Google Shape;79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9" name="Google Shape;80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9" name="Google Shape;81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9" name="Google Shape;82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830" name="Google Shape;83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7" name="Google Shape;83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838" name="Google Shape;838;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6" name="Google Shape;86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8" name="Google Shape;87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693f7da1e3_0_4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0" name="Google Shape;890;g3693f7da1e3_0_4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693f7da1e3_0_4957:notes"/>
          <p:cNvSpPr/>
          <p:nvPr>
            <p:ph idx="2" type="sldImg"/>
          </p:nvPr>
        </p:nvSpPr>
        <p:spPr>
          <a:xfrm>
            <a:off x="382588" y="685800"/>
            <a:ext cx="6092700" cy="3427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g3693f7da1e3_0_4957:notes"/>
          <p:cNvSpPr txBox="1"/>
          <p:nvPr>
            <p:ph idx="1" type="body"/>
          </p:nvPr>
        </p:nvSpPr>
        <p:spPr>
          <a:xfrm>
            <a:off x="685800" y="4343401"/>
            <a:ext cx="5486400" cy="4114800"/>
          </a:xfrm>
          <a:prstGeom prst="rect">
            <a:avLst/>
          </a:prstGeom>
          <a:noFill/>
          <a:ln>
            <a:noFill/>
          </a:ln>
        </p:spPr>
        <p:txBody>
          <a:bodyPr anchorCtr="0" anchor="t" bIns="46400" lIns="92800" spcFirstLastPara="1" rIns="92800" wrap="square" tIns="46400">
            <a:noAutofit/>
          </a:bodyPr>
          <a:lstStyle/>
          <a:p>
            <a:pPr indent="0" lvl="0" marL="0" rtl="0" algn="l">
              <a:lnSpc>
                <a:spcPct val="100000"/>
              </a:lnSpc>
              <a:spcBef>
                <a:spcPts val="0"/>
              </a:spcBef>
              <a:spcAft>
                <a:spcPts val="0"/>
              </a:spcAft>
              <a:buSzPts val="1100"/>
              <a:buNone/>
            </a:pPr>
            <a:r>
              <a:t/>
            </a:r>
            <a:endParaRPr sz="1300"/>
          </a:p>
        </p:txBody>
      </p:sp>
      <p:sp>
        <p:nvSpPr>
          <p:cNvPr id="915" name="Google Shape;915;g3693f7da1e3_0_4957:notes"/>
          <p:cNvSpPr txBox="1"/>
          <p:nvPr>
            <p:ph idx="12" type="sldNum"/>
          </p:nvPr>
        </p:nvSpPr>
        <p:spPr>
          <a:xfrm>
            <a:off x="3884615" y="8685214"/>
            <a:ext cx="2971800" cy="457200"/>
          </a:xfrm>
          <a:prstGeom prst="rect">
            <a:avLst/>
          </a:prstGeom>
          <a:noFill/>
          <a:ln>
            <a:noFill/>
          </a:ln>
        </p:spPr>
        <p:txBody>
          <a:bodyPr anchorCtr="0" anchor="b" bIns="46400" lIns="92800" spcFirstLastPara="1" rIns="92800" wrap="square" tIns="464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693f7da1e3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7" name="Google Shape;927;g3693f7da1e3_0_2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928" name="Google Shape;928;g3693f7da1e3_0_29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693f7da1e3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5" name="Google Shape;935;g3693f7da1e3_0_2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693f7da1e3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9" name="Google Shape;959;g3693f7da1e3_0_3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960" name="Google Shape;960;g3693f7da1e3_0_30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693f7da1e3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1" name="Google Shape;1001;g3693f7da1e3_0_3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002" name="Google Shape;1002;g3693f7da1e3_0_3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693f7da1e3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4" name="Google Shape;1044;g3693f7da1e3_0_3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045" name="Google Shape;1045;g3693f7da1e3_0_38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693f7da1e3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3693f7da1e3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7" name="Google Shape;107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078" name="Google Shape;1078;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5" name="Google Shape;108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6" name="Google Shape;109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097" name="Google Shape;1097;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4" name="Google Shape;110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4" name="Google Shape;111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4" name="Google Shape;112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4" name="Google Shape;113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693f7da1e3_2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5" name="Google Shape;1145;g3693f7da1e3_2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9" name="Google Shape;116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170" name="Google Shape;1170;p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7" name="Google Shape;117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0" name="Google Shape;119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3693f7da1e3_2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3" name="Google Shape;1203;g3693f7da1e3_2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691bdd514c_1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7" name="Google Shape;1227;g3691bdd514c_1_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691bdd514c_1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4" name="Google Shape;1234;g3691bdd514c_1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3693f7da1e3_2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2" name="Google Shape;1242;g3693f7da1e3_2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693f7da1e3_0_4969:notes"/>
          <p:cNvSpPr/>
          <p:nvPr>
            <p:ph idx="2" type="sldImg"/>
          </p:nvPr>
        </p:nvSpPr>
        <p:spPr>
          <a:xfrm>
            <a:off x="382588" y="685800"/>
            <a:ext cx="6092700" cy="3427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6" name="Google Shape;1266;g3693f7da1e3_0_4969:notes"/>
          <p:cNvSpPr txBox="1"/>
          <p:nvPr>
            <p:ph idx="1" type="body"/>
          </p:nvPr>
        </p:nvSpPr>
        <p:spPr>
          <a:xfrm>
            <a:off x="685800" y="4343401"/>
            <a:ext cx="5486400" cy="4114800"/>
          </a:xfrm>
          <a:prstGeom prst="rect">
            <a:avLst/>
          </a:prstGeom>
          <a:noFill/>
          <a:ln>
            <a:noFill/>
          </a:ln>
        </p:spPr>
        <p:txBody>
          <a:bodyPr anchorCtr="0" anchor="t" bIns="46400" lIns="92800" spcFirstLastPara="1" rIns="92800" wrap="square" tIns="46400">
            <a:noAutofit/>
          </a:bodyPr>
          <a:lstStyle/>
          <a:p>
            <a:pPr indent="0" lvl="0" marL="0" rtl="0" algn="l">
              <a:lnSpc>
                <a:spcPct val="100000"/>
              </a:lnSpc>
              <a:spcBef>
                <a:spcPts val="0"/>
              </a:spcBef>
              <a:spcAft>
                <a:spcPts val="0"/>
              </a:spcAft>
              <a:buSzPts val="1100"/>
              <a:buNone/>
            </a:pPr>
            <a:r>
              <a:t/>
            </a:r>
            <a:endParaRPr sz="1300"/>
          </a:p>
        </p:txBody>
      </p:sp>
      <p:sp>
        <p:nvSpPr>
          <p:cNvPr id="1267" name="Google Shape;1267;g3693f7da1e3_0_4969:notes"/>
          <p:cNvSpPr txBox="1"/>
          <p:nvPr>
            <p:ph idx="12" type="sldNum"/>
          </p:nvPr>
        </p:nvSpPr>
        <p:spPr>
          <a:xfrm>
            <a:off x="3884615" y="8685214"/>
            <a:ext cx="2971800" cy="457200"/>
          </a:xfrm>
          <a:prstGeom prst="rect">
            <a:avLst/>
          </a:prstGeom>
          <a:noFill/>
          <a:ln>
            <a:noFill/>
          </a:ln>
        </p:spPr>
        <p:txBody>
          <a:bodyPr anchorCtr="0" anchor="b" bIns="46400" lIns="92800" spcFirstLastPara="1" rIns="92800" wrap="square" tIns="464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3693f7da1e3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9" name="Google Shape;1279;g3693f7da1e3_0_8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280" name="Google Shape;1280;g3693f7da1e3_0_8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693f7da1e3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9" name="Google Shape;1309;g3693f7da1e3_0_7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3693f7da1e3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3" name="Google Shape;1333;g3693f7da1e3_0_8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334" name="Google Shape;1334;g3693f7da1e3_0_8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3693f7da1e3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3" name="Google Shape;1383;g3693f7da1e3_0_8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384" name="Google Shape;1384;g3693f7da1e3_0_89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3693f7da1e3_0_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6" name="Google Shape;1436;g3693f7da1e3_0_9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437" name="Google Shape;1437;g3693f7da1e3_0_9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693f7da1e3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5" name="Google Shape;1445;g3693f7da1e3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g3693f7da1e3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4" name="Google Shape;1454;g3693f7da1e3_0_9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455" name="Google Shape;1455;g3693f7da1e3_0_96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3693f7da1e3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6" name="Google Shape;1506;g3693f7da1e3_0_10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507" name="Google Shape;1507;g3693f7da1e3_0_10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3693f7da1e3_0_10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6" name="Google Shape;1536;g3693f7da1e3_0_10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537" name="Google Shape;1537;g3693f7da1e3_0_10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g3693f7da1e3_0_1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6" name="Google Shape;1566;g3693f7da1e3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g3693f7da1e3_0_1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5" name="Google Shape;1575;g3693f7da1e3_0_10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576" name="Google Shape;1576;g3693f7da1e3_0_107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3693f7da1e3_0_1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7" name="Google Shape;1627;g3693f7da1e3_0_1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628" name="Google Shape;1628;g3693f7da1e3_0_11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g3693f7da1e3_0_1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6" name="Google Shape;1656;g3693f7da1e3_0_1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657" name="Google Shape;1657;g3693f7da1e3_0_11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g3693f7da1e3_0_1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4" name="Google Shape;1664;g3693f7da1e3_0_1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665" name="Google Shape;1665;g3693f7da1e3_0_11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g3693f7da1e3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9" name="Google Shape;1679;g3693f7da1e3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3693f7da1e3_0_1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8" name="Google Shape;1688;g3693f7da1e3_0_1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689" name="Google Shape;1689;g3693f7da1e3_0_118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8" name="Shape 1738"/>
        <p:cNvGrpSpPr/>
        <p:nvPr/>
      </p:nvGrpSpPr>
      <p:grpSpPr>
        <a:xfrm>
          <a:off x="0" y="0"/>
          <a:ext cx="0" cy="0"/>
          <a:chOff x="0" y="0"/>
          <a:chExt cx="0" cy="0"/>
        </a:xfrm>
      </p:grpSpPr>
      <p:sp>
        <p:nvSpPr>
          <p:cNvPr id="1739" name="Google Shape;1739;g3693f7da1e3_0_1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0" name="Google Shape;1740;g3693f7da1e3_0_12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741" name="Google Shape;1741;g3693f7da1e3_0_12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g3693f7da1e3_0_1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8" name="Google Shape;1758;g3693f7da1e3_0_12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759" name="Google Shape;1759;g3693f7da1e3_0_12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g3693f7da1e3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6" name="Google Shape;1766;g3693f7da1e3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3693f7da1e3_0_1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5" name="Google Shape;1775;g3693f7da1e3_0_12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776" name="Google Shape;1776;g3693f7da1e3_0_12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g3693f7da1e3_0_1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7" name="Google Shape;1827;g3693f7da1e3_0_1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828" name="Google Shape;1828;g3693f7da1e3_0_13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g3693f7da1e3_0_1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2" name="Google Shape;1842;g3693f7da1e3_0_1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3693f7da1e3_0_1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1" name="Google Shape;1851;g3693f7da1e3_0_1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852" name="Google Shape;1852;g3693f7da1e3_0_134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g3693f7da1e3_0_1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6" name="Google Shape;1866;g3693f7da1e3_0_1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3" name="Shape 1873"/>
        <p:cNvGrpSpPr/>
        <p:nvPr/>
      </p:nvGrpSpPr>
      <p:grpSpPr>
        <a:xfrm>
          <a:off x="0" y="0"/>
          <a:ext cx="0" cy="0"/>
          <a:chOff x="0" y="0"/>
          <a:chExt cx="0" cy="0"/>
        </a:xfrm>
      </p:grpSpPr>
      <p:sp>
        <p:nvSpPr>
          <p:cNvPr id="1874" name="Google Shape;1874;g3693f7da1e3_0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5" name="Google Shape;1875;g3693f7da1e3_0_1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876" name="Google Shape;1876;g3693f7da1e3_0_13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2" name="Shape 1892"/>
        <p:cNvGrpSpPr/>
        <p:nvPr/>
      </p:nvGrpSpPr>
      <p:grpSpPr>
        <a:xfrm>
          <a:off x="0" y="0"/>
          <a:ext cx="0" cy="0"/>
          <a:chOff x="0" y="0"/>
          <a:chExt cx="0" cy="0"/>
        </a:xfrm>
      </p:grpSpPr>
      <p:sp>
        <p:nvSpPr>
          <p:cNvPr id="1893" name="Google Shape;1893;g3693f7da1e3_2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4" name="Google Shape;1894;g3693f7da1e3_2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8" name="Google Shape;191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919" name="Google Shape;1919;p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g3691bdd514c_1_2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6" name="Google Shape;1926;g3691bdd514c_1_2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927" name="Google Shape;1927;g3691bdd514c_1_27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2" name="Shape 1932"/>
        <p:cNvGrpSpPr/>
        <p:nvPr/>
      </p:nvGrpSpPr>
      <p:grpSpPr>
        <a:xfrm>
          <a:off x="0" y="0"/>
          <a:ext cx="0" cy="0"/>
          <a:chOff x="0" y="0"/>
          <a:chExt cx="0" cy="0"/>
        </a:xfrm>
      </p:grpSpPr>
      <p:sp>
        <p:nvSpPr>
          <p:cNvPr id="1933" name="Google Shape;1933;g3691bdd514c_1_2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4" name="Google Shape;1934;g3691bdd514c_1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935" name="Google Shape;1935;g3691bdd514c_1_26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2" name="Google Shape;1942;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0" name="Shape 1950"/>
        <p:cNvGrpSpPr/>
        <p:nvPr/>
      </p:nvGrpSpPr>
      <p:grpSpPr>
        <a:xfrm>
          <a:off x="0" y="0"/>
          <a:ext cx="0" cy="0"/>
          <a:chOff x="0" y="0"/>
          <a:chExt cx="0" cy="0"/>
        </a:xfrm>
      </p:grpSpPr>
      <p:sp>
        <p:nvSpPr>
          <p:cNvPr id="1951" name="Google Shape;195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2" name="Google Shape;195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3" name="Shape 1963"/>
        <p:cNvGrpSpPr/>
        <p:nvPr/>
      </p:nvGrpSpPr>
      <p:grpSpPr>
        <a:xfrm>
          <a:off x="0" y="0"/>
          <a:ext cx="0" cy="0"/>
          <a:chOff x="0" y="0"/>
          <a:chExt cx="0" cy="0"/>
        </a:xfrm>
      </p:grpSpPr>
      <p:sp>
        <p:nvSpPr>
          <p:cNvPr id="1964" name="Google Shape;1964;g3691bdd514c_1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5" name="Google Shape;1965;g3691bdd514c_1_2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966" name="Google Shape;1966;g3691bdd514c_1_25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2" name="Shape 1972"/>
        <p:cNvGrpSpPr/>
        <p:nvPr/>
      </p:nvGrpSpPr>
      <p:grpSpPr>
        <a:xfrm>
          <a:off x="0" y="0"/>
          <a:ext cx="0" cy="0"/>
          <a:chOff x="0" y="0"/>
          <a:chExt cx="0" cy="0"/>
        </a:xfrm>
      </p:grpSpPr>
      <p:sp>
        <p:nvSpPr>
          <p:cNvPr id="1973" name="Google Shape;197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4" name="Google Shape;1974;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975" name="Google Shape;1975;p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Open Sans"/>
                <a:ea typeface="Open Sans"/>
                <a:cs typeface="Open Sans"/>
                <a:sym typeface="Open Sans"/>
              </a:rPr>
              <a:t>‹#›</a:t>
            </a:fld>
            <a:endParaRPr b="0" i="0" sz="1200" u="none" cap="none" strike="noStrike">
              <a:solidFill>
                <a:srgbClr val="000000"/>
              </a:solidFill>
              <a:latin typeface="Open Sans"/>
              <a:ea typeface="Open Sans"/>
              <a:cs typeface="Open Sans"/>
              <a:sym typeface="Open Sans"/>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4" name="Shape 1984"/>
        <p:cNvGrpSpPr/>
        <p:nvPr/>
      </p:nvGrpSpPr>
      <p:grpSpPr>
        <a:xfrm>
          <a:off x="0" y="0"/>
          <a:ext cx="0" cy="0"/>
          <a:chOff x="0" y="0"/>
          <a:chExt cx="0" cy="0"/>
        </a:xfrm>
      </p:grpSpPr>
      <p:sp>
        <p:nvSpPr>
          <p:cNvPr id="1985" name="Google Shape;1985;g3693f7da1e3_2_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6" name="Google Shape;1986;g3693f7da1e3_2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8" name="Shape 2008"/>
        <p:cNvGrpSpPr/>
        <p:nvPr/>
      </p:nvGrpSpPr>
      <p:grpSpPr>
        <a:xfrm>
          <a:off x="0" y="0"/>
          <a:ext cx="0" cy="0"/>
          <a:chOff x="0" y="0"/>
          <a:chExt cx="0" cy="0"/>
        </a:xfrm>
      </p:grpSpPr>
      <p:sp>
        <p:nvSpPr>
          <p:cNvPr id="2009" name="Google Shape;2009;p46:notes"/>
          <p:cNvSpPr/>
          <p:nvPr>
            <p:ph idx="2" type="sldImg"/>
          </p:nvPr>
        </p:nvSpPr>
        <p:spPr>
          <a:xfrm>
            <a:off x="382588" y="685800"/>
            <a:ext cx="6092825" cy="34274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0" name="Google Shape;2010;p46:notes"/>
          <p:cNvSpPr txBox="1"/>
          <p:nvPr>
            <p:ph idx="1" type="body"/>
          </p:nvPr>
        </p:nvSpPr>
        <p:spPr>
          <a:xfrm>
            <a:off x="685800" y="4343401"/>
            <a:ext cx="5486400" cy="4114800"/>
          </a:xfrm>
          <a:prstGeom prst="rect">
            <a:avLst/>
          </a:prstGeom>
          <a:noFill/>
          <a:ln>
            <a:noFill/>
          </a:ln>
        </p:spPr>
        <p:txBody>
          <a:bodyPr anchorCtr="0" anchor="t" bIns="46400" lIns="92800" spcFirstLastPara="1" rIns="92800" wrap="square" tIns="46400">
            <a:noAutofit/>
          </a:bodyPr>
          <a:lstStyle/>
          <a:p>
            <a:pPr indent="0" lvl="0" marL="0" rtl="0" algn="l">
              <a:lnSpc>
                <a:spcPct val="100000"/>
              </a:lnSpc>
              <a:spcBef>
                <a:spcPts val="0"/>
              </a:spcBef>
              <a:spcAft>
                <a:spcPts val="0"/>
              </a:spcAft>
              <a:buSzPts val="1100"/>
              <a:buNone/>
            </a:pPr>
            <a:r>
              <a:t/>
            </a:r>
            <a:endParaRPr sz="1300"/>
          </a:p>
        </p:txBody>
      </p:sp>
      <p:sp>
        <p:nvSpPr>
          <p:cNvPr id="2011" name="Google Shape;2011;p46:notes"/>
          <p:cNvSpPr txBox="1"/>
          <p:nvPr>
            <p:ph idx="12" type="sldNum"/>
          </p:nvPr>
        </p:nvSpPr>
        <p:spPr>
          <a:xfrm>
            <a:off x="3884615" y="8685214"/>
            <a:ext cx="2971800" cy="457200"/>
          </a:xfrm>
          <a:prstGeom prst="rect">
            <a:avLst/>
          </a:prstGeom>
          <a:noFill/>
          <a:ln>
            <a:noFill/>
          </a:ln>
        </p:spPr>
        <p:txBody>
          <a:bodyPr anchorCtr="0" anchor="b" bIns="46400" lIns="92800" spcFirstLastPara="1" rIns="92800" wrap="square" tIns="464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g3693f7da1e3_0_3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8" name="Google Shape;2018;g3693f7da1e3_0_35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0" name="Shape 2040"/>
        <p:cNvGrpSpPr/>
        <p:nvPr/>
      </p:nvGrpSpPr>
      <p:grpSpPr>
        <a:xfrm>
          <a:off x="0" y="0"/>
          <a:ext cx="0" cy="0"/>
          <a:chOff x="0" y="0"/>
          <a:chExt cx="0" cy="0"/>
        </a:xfrm>
      </p:grpSpPr>
      <p:sp>
        <p:nvSpPr>
          <p:cNvPr id="2041" name="Google Shape;2041;g3693f7da1e3_0_3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2" name="Google Shape;2042;g3693f7da1e3_0_3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043" name="Google Shape;2043;g3693f7da1e3_0_358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g3693f7da1e3_0_3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4" name="Google Shape;2064;g3693f7da1e3_0_36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065" name="Google Shape;2065;g3693f7da1e3_0_360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5" name="Shape 2085"/>
        <p:cNvGrpSpPr/>
        <p:nvPr/>
      </p:nvGrpSpPr>
      <p:grpSpPr>
        <a:xfrm>
          <a:off x="0" y="0"/>
          <a:ext cx="0" cy="0"/>
          <a:chOff x="0" y="0"/>
          <a:chExt cx="0" cy="0"/>
        </a:xfrm>
      </p:grpSpPr>
      <p:sp>
        <p:nvSpPr>
          <p:cNvPr id="2086" name="Google Shape;2086;g3693f7da1e3_0_3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7" name="Google Shape;2087;g3693f7da1e3_0_3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8" name="Shape 2108"/>
        <p:cNvGrpSpPr/>
        <p:nvPr/>
      </p:nvGrpSpPr>
      <p:grpSpPr>
        <a:xfrm>
          <a:off x="0" y="0"/>
          <a:ext cx="0" cy="0"/>
          <a:chOff x="0" y="0"/>
          <a:chExt cx="0" cy="0"/>
        </a:xfrm>
      </p:grpSpPr>
      <p:sp>
        <p:nvSpPr>
          <p:cNvPr id="2109" name="Google Shape;2109;g3693f7da1e3_0_3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0" name="Google Shape;2110;g3693f7da1e3_0_3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7" name="Shape 2117"/>
        <p:cNvGrpSpPr/>
        <p:nvPr/>
      </p:nvGrpSpPr>
      <p:grpSpPr>
        <a:xfrm>
          <a:off x="0" y="0"/>
          <a:ext cx="0" cy="0"/>
          <a:chOff x="0" y="0"/>
          <a:chExt cx="0" cy="0"/>
        </a:xfrm>
      </p:grpSpPr>
      <p:sp>
        <p:nvSpPr>
          <p:cNvPr id="2118" name="Google Shape;2118;g3693f7da1e3_0_3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9" name="Google Shape;2119;g3693f7da1e3_0_36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1" name="Shape 2141"/>
        <p:cNvGrpSpPr/>
        <p:nvPr/>
      </p:nvGrpSpPr>
      <p:grpSpPr>
        <a:xfrm>
          <a:off x="0" y="0"/>
          <a:ext cx="0" cy="0"/>
          <a:chOff x="0" y="0"/>
          <a:chExt cx="0" cy="0"/>
        </a:xfrm>
      </p:grpSpPr>
      <p:sp>
        <p:nvSpPr>
          <p:cNvPr id="2142" name="Google Shape;2142;g3693f7da1e3_0_3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3" name="Google Shape;2143;g3693f7da1e3_0_36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144" name="Google Shape;2144;g3693f7da1e3_0_368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g3693f7da1e3_0_3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5" name="Google Shape;2165;g3693f7da1e3_0_37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166" name="Google Shape;2166;g3693f7da1e3_0_370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6" name="Shape 2186"/>
        <p:cNvGrpSpPr/>
        <p:nvPr/>
      </p:nvGrpSpPr>
      <p:grpSpPr>
        <a:xfrm>
          <a:off x="0" y="0"/>
          <a:ext cx="0" cy="0"/>
          <a:chOff x="0" y="0"/>
          <a:chExt cx="0" cy="0"/>
        </a:xfrm>
      </p:grpSpPr>
      <p:sp>
        <p:nvSpPr>
          <p:cNvPr id="2187" name="Google Shape;2187;g3693f7da1e3_0_3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8" name="Google Shape;2188;g3693f7da1e3_0_3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g3693f7da1e3_0_3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1" name="Google Shape;2211;g3693f7da1e3_0_3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8" name="Shape 2218"/>
        <p:cNvGrpSpPr/>
        <p:nvPr/>
      </p:nvGrpSpPr>
      <p:grpSpPr>
        <a:xfrm>
          <a:off x="0" y="0"/>
          <a:ext cx="0" cy="0"/>
          <a:chOff x="0" y="0"/>
          <a:chExt cx="0" cy="0"/>
        </a:xfrm>
      </p:grpSpPr>
      <p:sp>
        <p:nvSpPr>
          <p:cNvPr id="2219" name="Google Shape;2219;g3693f7da1e3_0_3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0" name="Google Shape;2220;g3693f7da1e3_0_37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221" name="Google Shape;2221;g3693f7da1e3_0_375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1" name="Shape 2241"/>
        <p:cNvGrpSpPr/>
        <p:nvPr/>
      </p:nvGrpSpPr>
      <p:grpSpPr>
        <a:xfrm>
          <a:off x="0" y="0"/>
          <a:ext cx="0" cy="0"/>
          <a:chOff x="0" y="0"/>
          <a:chExt cx="0" cy="0"/>
        </a:xfrm>
      </p:grpSpPr>
      <p:sp>
        <p:nvSpPr>
          <p:cNvPr id="2242" name="Google Shape;2242;g3693f7da1e3_0_3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3" name="Google Shape;2243;g3693f7da1e3_0_3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8" name="Shape 2258"/>
        <p:cNvGrpSpPr/>
        <p:nvPr/>
      </p:nvGrpSpPr>
      <p:grpSpPr>
        <a:xfrm>
          <a:off x="0" y="0"/>
          <a:ext cx="0" cy="0"/>
          <a:chOff x="0" y="0"/>
          <a:chExt cx="0" cy="0"/>
        </a:xfrm>
      </p:grpSpPr>
      <p:sp>
        <p:nvSpPr>
          <p:cNvPr id="2259" name="Google Shape;2259;g3693f7da1e3_0_3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0" name="Google Shape;2260;g3693f7da1e3_0_3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3693f7da1e3_0_3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9" name="Google Shape;2269;g3693f7da1e3_0_38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270" name="Google Shape;2270;g3693f7da1e3_0_380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0" name="Shape 2290"/>
        <p:cNvGrpSpPr/>
        <p:nvPr/>
      </p:nvGrpSpPr>
      <p:grpSpPr>
        <a:xfrm>
          <a:off x="0" y="0"/>
          <a:ext cx="0" cy="0"/>
          <a:chOff x="0" y="0"/>
          <a:chExt cx="0" cy="0"/>
        </a:xfrm>
      </p:grpSpPr>
      <p:sp>
        <p:nvSpPr>
          <p:cNvPr id="2291" name="Google Shape;2291;g3693f7da1e3_0_3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2" name="Google Shape;2292;g3693f7da1e3_0_3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g3693f7da1e3_0_3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0" name="Google Shape;2320;g3693f7da1e3_0_3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7" name="Shape 2327"/>
        <p:cNvGrpSpPr/>
        <p:nvPr/>
      </p:nvGrpSpPr>
      <p:grpSpPr>
        <a:xfrm>
          <a:off x="0" y="0"/>
          <a:ext cx="0" cy="0"/>
          <a:chOff x="0" y="0"/>
          <a:chExt cx="0" cy="0"/>
        </a:xfrm>
      </p:grpSpPr>
      <p:sp>
        <p:nvSpPr>
          <p:cNvPr id="2328" name="Google Shape;2328;g3693f7da1e3_0_3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9" name="Google Shape;2329;g3693f7da1e3_0_38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1" name="Shape 2351"/>
        <p:cNvGrpSpPr/>
        <p:nvPr/>
      </p:nvGrpSpPr>
      <p:grpSpPr>
        <a:xfrm>
          <a:off x="0" y="0"/>
          <a:ext cx="0" cy="0"/>
          <a:chOff x="0" y="0"/>
          <a:chExt cx="0" cy="0"/>
        </a:xfrm>
      </p:grpSpPr>
      <p:sp>
        <p:nvSpPr>
          <p:cNvPr id="2352" name="Google Shape;2352;g3693f7da1e3_0_3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3" name="Google Shape;2353;g3693f7da1e3_0_38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354" name="Google Shape;2354;g3693f7da1e3_0_38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9" name="Shape 2359"/>
        <p:cNvGrpSpPr/>
        <p:nvPr/>
      </p:nvGrpSpPr>
      <p:grpSpPr>
        <a:xfrm>
          <a:off x="0" y="0"/>
          <a:ext cx="0" cy="0"/>
          <a:chOff x="0" y="0"/>
          <a:chExt cx="0" cy="0"/>
        </a:xfrm>
      </p:grpSpPr>
      <p:sp>
        <p:nvSpPr>
          <p:cNvPr id="2360" name="Google Shape;2360;g3693f7da1e3_0_3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1" name="Google Shape;2361;g3693f7da1e3_0_38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362" name="Google Shape;2362;g3693f7da1e3_0_388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1" name="Shape 2401"/>
        <p:cNvGrpSpPr/>
        <p:nvPr/>
      </p:nvGrpSpPr>
      <p:grpSpPr>
        <a:xfrm>
          <a:off x="0" y="0"/>
          <a:ext cx="0" cy="0"/>
          <a:chOff x="0" y="0"/>
          <a:chExt cx="0" cy="0"/>
        </a:xfrm>
      </p:grpSpPr>
      <p:sp>
        <p:nvSpPr>
          <p:cNvPr id="2402" name="Google Shape;2402;g3693f7da1e3_0_3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3" name="Google Shape;2403;g3693f7da1e3_0_39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404" name="Google Shape;2404;g3693f7da1e3_0_39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4" name="Shape 2444"/>
        <p:cNvGrpSpPr/>
        <p:nvPr/>
      </p:nvGrpSpPr>
      <p:grpSpPr>
        <a:xfrm>
          <a:off x="0" y="0"/>
          <a:ext cx="0" cy="0"/>
          <a:chOff x="0" y="0"/>
          <a:chExt cx="0" cy="0"/>
        </a:xfrm>
      </p:grpSpPr>
      <p:sp>
        <p:nvSpPr>
          <p:cNvPr id="2445" name="Google Shape;2445;g3693f7da1e3_0_3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6" name="Google Shape;2446;g3693f7da1e3_0_39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447" name="Google Shape;2447;g3693f7da1e3_0_397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8" name="Shape 2468"/>
        <p:cNvGrpSpPr/>
        <p:nvPr/>
      </p:nvGrpSpPr>
      <p:grpSpPr>
        <a:xfrm>
          <a:off x="0" y="0"/>
          <a:ext cx="0" cy="0"/>
          <a:chOff x="0" y="0"/>
          <a:chExt cx="0" cy="0"/>
        </a:xfrm>
      </p:grpSpPr>
      <p:sp>
        <p:nvSpPr>
          <p:cNvPr id="2469" name="Google Shape;2469;g3693f7da1e3_0_3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0" name="Google Shape;2470;g3693f7da1e3_0_3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7" name="Shape 2477"/>
        <p:cNvGrpSpPr/>
        <p:nvPr/>
      </p:nvGrpSpPr>
      <p:grpSpPr>
        <a:xfrm>
          <a:off x="0" y="0"/>
          <a:ext cx="0" cy="0"/>
          <a:chOff x="0" y="0"/>
          <a:chExt cx="0" cy="0"/>
        </a:xfrm>
      </p:grpSpPr>
      <p:sp>
        <p:nvSpPr>
          <p:cNvPr id="2478" name="Google Shape;2478;g3693f7da1e3_0_40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9" name="Google Shape;2479;g3693f7da1e3_0_40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1" name="Shape 2501"/>
        <p:cNvGrpSpPr/>
        <p:nvPr/>
      </p:nvGrpSpPr>
      <p:grpSpPr>
        <a:xfrm>
          <a:off x="0" y="0"/>
          <a:ext cx="0" cy="0"/>
          <a:chOff x="0" y="0"/>
          <a:chExt cx="0" cy="0"/>
        </a:xfrm>
      </p:grpSpPr>
      <p:sp>
        <p:nvSpPr>
          <p:cNvPr id="2502" name="Google Shape;2502;g3693f7da1e3_0_4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3" name="Google Shape;2503;g3693f7da1e3_0_40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504" name="Google Shape;2504;g3693f7da1e3_0_40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1" name="Shape 2531"/>
        <p:cNvGrpSpPr/>
        <p:nvPr/>
      </p:nvGrpSpPr>
      <p:grpSpPr>
        <a:xfrm>
          <a:off x="0" y="0"/>
          <a:ext cx="0" cy="0"/>
          <a:chOff x="0" y="0"/>
          <a:chExt cx="0" cy="0"/>
        </a:xfrm>
      </p:grpSpPr>
      <p:sp>
        <p:nvSpPr>
          <p:cNvPr id="2532" name="Google Shape;2532;g3693f7da1e3_0_40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3" name="Google Shape;2533;g3693f7da1e3_0_40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534" name="Google Shape;2534;g3693f7da1e3_0_40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1" name="Shape 2581"/>
        <p:cNvGrpSpPr/>
        <p:nvPr/>
      </p:nvGrpSpPr>
      <p:grpSpPr>
        <a:xfrm>
          <a:off x="0" y="0"/>
          <a:ext cx="0" cy="0"/>
          <a:chOff x="0" y="0"/>
          <a:chExt cx="0" cy="0"/>
        </a:xfrm>
      </p:grpSpPr>
      <p:sp>
        <p:nvSpPr>
          <p:cNvPr id="2582" name="Google Shape;2582;g3693f7da1e3_0_4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3" name="Google Shape;2583;g3693f7da1e3_0_4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5" name="Shape 2605"/>
        <p:cNvGrpSpPr/>
        <p:nvPr/>
      </p:nvGrpSpPr>
      <p:grpSpPr>
        <a:xfrm>
          <a:off x="0" y="0"/>
          <a:ext cx="0" cy="0"/>
          <a:chOff x="0" y="0"/>
          <a:chExt cx="0" cy="0"/>
        </a:xfrm>
      </p:grpSpPr>
      <p:sp>
        <p:nvSpPr>
          <p:cNvPr id="2606" name="Google Shape;2606;g3693f7da1e3_0_4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7" name="Google Shape;2607;g3693f7da1e3_0_4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608" name="Google Shape;2608;g3693f7da1e3_0_41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5" name="Shape 2635"/>
        <p:cNvGrpSpPr/>
        <p:nvPr/>
      </p:nvGrpSpPr>
      <p:grpSpPr>
        <a:xfrm>
          <a:off x="0" y="0"/>
          <a:ext cx="0" cy="0"/>
          <a:chOff x="0" y="0"/>
          <a:chExt cx="0" cy="0"/>
        </a:xfrm>
      </p:grpSpPr>
      <p:sp>
        <p:nvSpPr>
          <p:cNvPr id="2636" name="Google Shape;2636;g3693f7da1e3_0_4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7" name="Google Shape;2637;g3693f7da1e3_0_4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638" name="Google Shape;2638;g3693f7da1e3_0_415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5" name="Shape 2685"/>
        <p:cNvGrpSpPr/>
        <p:nvPr/>
      </p:nvGrpSpPr>
      <p:grpSpPr>
        <a:xfrm>
          <a:off x="0" y="0"/>
          <a:ext cx="0" cy="0"/>
          <a:chOff x="0" y="0"/>
          <a:chExt cx="0" cy="0"/>
        </a:xfrm>
      </p:grpSpPr>
      <p:sp>
        <p:nvSpPr>
          <p:cNvPr id="2686" name="Google Shape;2686;g3693f7da1e3_0_4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7" name="Google Shape;2687;g3693f7da1e3_0_42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688" name="Google Shape;2688;g3693f7da1e3_0_420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8" name="Shape 2738"/>
        <p:cNvGrpSpPr/>
        <p:nvPr/>
      </p:nvGrpSpPr>
      <p:grpSpPr>
        <a:xfrm>
          <a:off x="0" y="0"/>
          <a:ext cx="0" cy="0"/>
          <a:chOff x="0" y="0"/>
          <a:chExt cx="0" cy="0"/>
        </a:xfrm>
      </p:grpSpPr>
      <p:sp>
        <p:nvSpPr>
          <p:cNvPr id="2739" name="Google Shape;2739;g3693f7da1e3_0_4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0" name="Google Shape;2740;g3693f7da1e3_0_4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741" name="Google Shape;2741;g3693f7da1e3_0_42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7" name="Shape 2747"/>
        <p:cNvGrpSpPr/>
        <p:nvPr/>
      </p:nvGrpSpPr>
      <p:grpSpPr>
        <a:xfrm>
          <a:off x="0" y="0"/>
          <a:ext cx="0" cy="0"/>
          <a:chOff x="0" y="0"/>
          <a:chExt cx="0" cy="0"/>
        </a:xfrm>
      </p:grpSpPr>
      <p:sp>
        <p:nvSpPr>
          <p:cNvPr id="2748" name="Google Shape;2748;g3693f7da1e3_0_4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9" name="Google Shape;2749;g3693f7da1e3_0_4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6" name="Shape 2756"/>
        <p:cNvGrpSpPr/>
        <p:nvPr/>
      </p:nvGrpSpPr>
      <p:grpSpPr>
        <a:xfrm>
          <a:off x="0" y="0"/>
          <a:ext cx="0" cy="0"/>
          <a:chOff x="0" y="0"/>
          <a:chExt cx="0" cy="0"/>
        </a:xfrm>
      </p:grpSpPr>
      <p:sp>
        <p:nvSpPr>
          <p:cNvPr id="2757" name="Google Shape;2757;g3693f7da1e3_0_4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8" name="Google Shape;2758;g3693f7da1e3_0_42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759" name="Google Shape;2759;g3693f7da1e3_0_42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8" name="Shape 2808"/>
        <p:cNvGrpSpPr/>
        <p:nvPr/>
      </p:nvGrpSpPr>
      <p:grpSpPr>
        <a:xfrm>
          <a:off x="0" y="0"/>
          <a:ext cx="0" cy="0"/>
          <a:chOff x="0" y="0"/>
          <a:chExt cx="0" cy="0"/>
        </a:xfrm>
      </p:grpSpPr>
      <p:sp>
        <p:nvSpPr>
          <p:cNvPr id="2809" name="Google Shape;2809;g3693f7da1e3_0_4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0" name="Google Shape;2810;g3693f7da1e3_0_43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2" name="Shape 2832"/>
        <p:cNvGrpSpPr/>
        <p:nvPr/>
      </p:nvGrpSpPr>
      <p:grpSpPr>
        <a:xfrm>
          <a:off x="0" y="0"/>
          <a:ext cx="0" cy="0"/>
          <a:chOff x="0" y="0"/>
          <a:chExt cx="0" cy="0"/>
        </a:xfrm>
      </p:grpSpPr>
      <p:sp>
        <p:nvSpPr>
          <p:cNvPr id="2833" name="Google Shape;2833;g3693f7da1e3_0_4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4" name="Google Shape;2834;g3693f7da1e3_0_4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835" name="Google Shape;2835;g3693f7da1e3_0_43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2" name="Shape 2862"/>
        <p:cNvGrpSpPr/>
        <p:nvPr/>
      </p:nvGrpSpPr>
      <p:grpSpPr>
        <a:xfrm>
          <a:off x="0" y="0"/>
          <a:ext cx="0" cy="0"/>
          <a:chOff x="0" y="0"/>
          <a:chExt cx="0" cy="0"/>
        </a:xfrm>
      </p:grpSpPr>
      <p:sp>
        <p:nvSpPr>
          <p:cNvPr id="2863" name="Google Shape;2863;g3693f7da1e3_0_4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4" name="Google Shape;2864;g3693f7da1e3_0_4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865" name="Google Shape;2865;g3693f7da1e3_0_437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2" name="Shape 2912"/>
        <p:cNvGrpSpPr/>
        <p:nvPr/>
      </p:nvGrpSpPr>
      <p:grpSpPr>
        <a:xfrm>
          <a:off x="0" y="0"/>
          <a:ext cx="0" cy="0"/>
          <a:chOff x="0" y="0"/>
          <a:chExt cx="0" cy="0"/>
        </a:xfrm>
      </p:grpSpPr>
      <p:sp>
        <p:nvSpPr>
          <p:cNvPr id="2913" name="Google Shape;2913;g3693f7da1e3_0_4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4" name="Google Shape;2914;g3693f7da1e3_0_44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915" name="Google Shape;2915;g3693f7da1e3_0_44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5" name="Shape 2965"/>
        <p:cNvGrpSpPr/>
        <p:nvPr/>
      </p:nvGrpSpPr>
      <p:grpSpPr>
        <a:xfrm>
          <a:off x="0" y="0"/>
          <a:ext cx="0" cy="0"/>
          <a:chOff x="0" y="0"/>
          <a:chExt cx="0" cy="0"/>
        </a:xfrm>
      </p:grpSpPr>
      <p:sp>
        <p:nvSpPr>
          <p:cNvPr id="2966" name="Google Shape;2966;g3693f7da1e3_0_4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7" name="Google Shape;2967;g3693f7da1e3_0_44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968" name="Google Shape;2968;g3693f7da1e3_0_44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4" name="Shape 2974"/>
        <p:cNvGrpSpPr/>
        <p:nvPr/>
      </p:nvGrpSpPr>
      <p:grpSpPr>
        <a:xfrm>
          <a:off x="0" y="0"/>
          <a:ext cx="0" cy="0"/>
          <a:chOff x="0" y="0"/>
          <a:chExt cx="0" cy="0"/>
        </a:xfrm>
      </p:grpSpPr>
      <p:sp>
        <p:nvSpPr>
          <p:cNvPr id="2975" name="Google Shape;2975;g3693f7da1e3_0_4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6" name="Google Shape;2976;g3693f7da1e3_0_4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3" name="Shape 2983"/>
        <p:cNvGrpSpPr/>
        <p:nvPr/>
      </p:nvGrpSpPr>
      <p:grpSpPr>
        <a:xfrm>
          <a:off x="0" y="0"/>
          <a:ext cx="0" cy="0"/>
          <a:chOff x="0" y="0"/>
          <a:chExt cx="0" cy="0"/>
        </a:xfrm>
      </p:grpSpPr>
      <p:sp>
        <p:nvSpPr>
          <p:cNvPr id="2984" name="Google Shape;2984;g3693f7da1e3_0_4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5" name="Google Shape;2985;g3693f7da1e3_0_44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2986" name="Google Shape;2986;g3693f7da1e3_0_449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5" name="Shape 3035"/>
        <p:cNvGrpSpPr/>
        <p:nvPr/>
      </p:nvGrpSpPr>
      <p:grpSpPr>
        <a:xfrm>
          <a:off x="0" y="0"/>
          <a:ext cx="0" cy="0"/>
          <a:chOff x="0" y="0"/>
          <a:chExt cx="0" cy="0"/>
        </a:xfrm>
      </p:grpSpPr>
      <p:sp>
        <p:nvSpPr>
          <p:cNvPr id="3036" name="Google Shape;3036;g3693f7da1e3_0_4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7" name="Google Shape;3037;g3693f7da1e3_0_45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038" name="Google Shape;3038;g3693f7da1e3_0_45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5" name="Shape 3065"/>
        <p:cNvGrpSpPr/>
        <p:nvPr/>
      </p:nvGrpSpPr>
      <p:grpSpPr>
        <a:xfrm>
          <a:off x="0" y="0"/>
          <a:ext cx="0" cy="0"/>
          <a:chOff x="0" y="0"/>
          <a:chExt cx="0" cy="0"/>
        </a:xfrm>
      </p:grpSpPr>
      <p:sp>
        <p:nvSpPr>
          <p:cNvPr id="3066" name="Google Shape;3066;g3693f7da1e3_0_4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7" name="Google Shape;3067;g3693f7da1e3_0_45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068" name="Google Shape;3068;g3693f7da1e3_0_45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5" name="Shape 3095"/>
        <p:cNvGrpSpPr/>
        <p:nvPr/>
      </p:nvGrpSpPr>
      <p:grpSpPr>
        <a:xfrm>
          <a:off x="0" y="0"/>
          <a:ext cx="0" cy="0"/>
          <a:chOff x="0" y="0"/>
          <a:chExt cx="0" cy="0"/>
        </a:xfrm>
      </p:grpSpPr>
      <p:sp>
        <p:nvSpPr>
          <p:cNvPr id="3096" name="Google Shape;3096;g3693f7da1e3_0_4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7" name="Google Shape;3097;g3693f7da1e3_0_4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4" name="Shape 3104"/>
        <p:cNvGrpSpPr/>
        <p:nvPr/>
      </p:nvGrpSpPr>
      <p:grpSpPr>
        <a:xfrm>
          <a:off x="0" y="0"/>
          <a:ext cx="0" cy="0"/>
          <a:chOff x="0" y="0"/>
          <a:chExt cx="0" cy="0"/>
        </a:xfrm>
      </p:grpSpPr>
      <p:sp>
        <p:nvSpPr>
          <p:cNvPr id="3105" name="Google Shape;3105;g3693f7da1e3_0_4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6" name="Google Shape;3106;g3693f7da1e3_0_46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107" name="Google Shape;3107;g3693f7da1e3_0_46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6" name="Shape 3156"/>
        <p:cNvGrpSpPr/>
        <p:nvPr/>
      </p:nvGrpSpPr>
      <p:grpSpPr>
        <a:xfrm>
          <a:off x="0" y="0"/>
          <a:ext cx="0" cy="0"/>
          <a:chOff x="0" y="0"/>
          <a:chExt cx="0" cy="0"/>
        </a:xfrm>
      </p:grpSpPr>
      <p:sp>
        <p:nvSpPr>
          <p:cNvPr id="3157" name="Google Shape;3157;g3693f7da1e3_0_4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8" name="Google Shape;3158;g3693f7da1e3_0_46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159" name="Google Shape;3159;g3693f7da1e3_0_466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5" name="Shape 3185"/>
        <p:cNvGrpSpPr/>
        <p:nvPr/>
      </p:nvGrpSpPr>
      <p:grpSpPr>
        <a:xfrm>
          <a:off x="0" y="0"/>
          <a:ext cx="0" cy="0"/>
          <a:chOff x="0" y="0"/>
          <a:chExt cx="0" cy="0"/>
        </a:xfrm>
      </p:grpSpPr>
      <p:sp>
        <p:nvSpPr>
          <p:cNvPr id="3186" name="Google Shape;3186;g3693f7da1e3_0_4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7" name="Google Shape;3187;g3693f7da1e3_0_46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188" name="Google Shape;3188;g3693f7da1e3_0_468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3" name="Shape 3193"/>
        <p:cNvGrpSpPr/>
        <p:nvPr/>
      </p:nvGrpSpPr>
      <p:grpSpPr>
        <a:xfrm>
          <a:off x="0" y="0"/>
          <a:ext cx="0" cy="0"/>
          <a:chOff x="0" y="0"/>
          <a:chExt cx="0" cy="0"/>
        </a:xfrm>
      </p:grpSpPr>
      <p:sp>
        <p:nvSpPr>
          <p:cNvPr id="3194" name="Google Shape;3194;g3693f7da1e3_0_4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5" name="Google Shape;3195;g3693f7da1e3_0_46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196" name="Google Shape;3196;g3693f7da1e3_0_46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1" name="Shape 3201"/>
        <p:cNvGrpSpPr/>
        <p:nvPr/>
      </p:nvGrpSpPr>
      <p:grpSpPr>
        <a:xfrm>
          <a:off x="0" y="0"/>
          <a:ext cx="0" cy="0"/>
          <a:chOff x="0" y="0"/>
          <a:chExt cx="0" cy="0"/>
        </a:xfrm>
      </p:grpSpPr>
      <p:sp>
        <p:nvSpPr>
          <p:cNvPr id="3202" name="Google Shape;3202;g3693f7da1e3_0_4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3" name="Google Shape;3203;g3693f7da1e3_0_47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204" name="Google Shape;3204;g3693f7da1e3_0_470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6" name="Shape 3216"/>
        <p:cNvGrpSpPr/>
        <p:nvPr/>
      </p:nvGrpSpPr>
      <p:grpSpPr>
        <a:xfrm>
          <a:off x="0" y="0"/>
          <a:ext cx="0" cy="0"/>
          <a:chOff x="0" y="0"/>
          <a:chExt cx="0" cy="0"/>
        </a:xfrm>
      </p:grpSpPr>
      <p:sp>
        <p:nvSpPr>
          <p:cNvPr id="3217" name="Google Shape;3217;g3693f7da1e3_0_4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8" name="Google Shape;3218;g3693f7da1e3_0_4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5" name="Shape 3225"/>
        <p:cNvGrpSpPr/>
        <p:nvPr/>
      </p:nvGrpSpPr>
      <p:grpSpPr>
        <a:xfrm>
          <a:off x="0" y="0"/>
          <a:ext cx="0" cy="0"/>
          <a:chOff x="0" y="0"/>
          <a:chExt cx="0" cy="0"/>
        </a:xfrm>
      </p:grpSpPr>
      <p:sp>
        <p:nvSpPr>
          <p:cNvPr id="3226" name="Google Shape;3226;g3693f7da1e3_0_4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7" name="Google Shape;3227;g3693f7da1e3_0_47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228" name="Google Shape;3228;g3693f7da1e3_0_47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7" name="Shape 3277"/>
        <p:cNvGrpSpPr/>
        <p:nvPr/>
      </p:nvGrpSpPr>
      <p:grpSpPr>
        <a:xfrm>
          <a:off x="0" y="0"/>
          <a:ext cx="0" cy="0"/>
          <a:chOff x="0" y="0"/>
          <a:chExt cx="0" cy="0"/>
        </a:xfrm>
      </p:grpSpPr>
      <p:sp>
        <p:nvSpPr>
          <p:cNvPr id="3278" name="Google Shape;3278;g3693f7da1e3_0_4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9" name="Google Shape;3279;g3693f7da1e3_0_47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280" name="Google Shape;3280;g3693f7da1e3_0_477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5" name="Shape 3295"/>
        <p:cNvGrpSpPr/>
        <p:nvPr/>
      </p:nvGrpSpPr>
      <p:grpSpPr>
        <a:xfrm>
          <a:off x="0" y="0"/>
          <a:ext cx="0" cy="0"/>
          <a:chOff x="0" y="0"/>
          <a:chExt cx="0" cy="0"/>
        </a:xfrm>
      </p:grpSpPr>
      <p:sp>
        <p:nvSpPr>
          <p:cNvPr id="3296" name="Google Shape;3296;g3693f7da1e3_0_4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7" name="Google Shape;3297;g3693f7da1e3_0_47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298" name="Google Shape;3298;g3693f7da1e3_0_479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3" name="Shape 3303"/>
        <p:cNvGrpSpPr/>
        <p:nvPr/>
      </p:nvGrpSpPr>
      <p:grpSpPr>
        <a:xfrm>
          <a:off x="0" y="0"/>
          <a:ext cx="0" cy="0"/>
          <a:chOff x="0" y="0"/>
          <a:chExt cx="0" cy="0"/>
        </a:xfrm>
      </p:grpSpPr>
      <p:sp>
        <p:nvSpPr>
          <p:cNvPr id="3304" name="Google Shape;3304;g3693f7da1e3_0_4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5" name="Google Shape;3305;g3693f7da1e3_0_4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2" name="Shape 3312"/>
        <p:cNvGrpSpPr/>
        <p:nvPr/>
      </p:nvGrpSpPr>
      <p:grpSpPr>
        <a:xfrm>
          <a:off x="0" y="0"/>
          <a:ext cx="0" cy="0"/>
          <a:chOff x="0" y="0"/>
          <a:chExt cx="0" cy="0"/>
        </a:xfrm>
      </p:grpSpPr>
      <p:sp>
        <p:nvSpPr>
          <p:cNvPr id="3313" name="Google Shape;3313;g3693f7da1e3_0_4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4" name="Google Shape;3314;g3693f7da1e3_0_48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315" name="Google Shape;3315;g3693f7da1e3_0_480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4" name="Shape 3364"/>
        <p:cNvGrpSpPr/>
        <p:nvPr/>
      </p:nvGrpSpPr>
      <p:grpSpPr>
        <a:xfrm>
          <a:off x="0" y="0"/>
          <a:ext cx="0" cy="0"/>
          <a:chOff x="0" y="0"/>
          <a:chExt cx="0" cy="0"/>
        </a:xfrm>
      </p:grpSpPr>
      <p:sp>
        <p:nvSpPr>
          <p:cNvPr id="3365" name="Google Shape;3365;g3693f7da1e3_0_4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6" name="Google Shape;3366;g3693f7da1e3_0_48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367" name="Google Shape;3367;g3693f7da1e3_0_48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9" name="Shape 3379"/>
        <p:cNvGrpSpPr/>
        <p:nvPr/>
      </p:nvGrpSpPr>
      <p:grpSpPr>
        <a:xfrm>
          <a:off x="0" y="0"/>
          <a:ext cx="0" cy="0"/>
          <a:chOff x="0" y="0"/>
          <a:chExt cx="0" cy="0"/>
        </a:xfrm>
      </p:grpSpPr>
      <p:sp>
        <p:nvSpPr>
          <p:cNvPr id="3380" name="Google Shape;3380;g3693f7da1e3_0_4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1" name="Google Shape;3381;g3693f7da1e3_0_4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8" name="Shape 3388"/>
        <p:cNvGrpSpPr/>
        <p:nvPr/>
      </p:nvGrpSpPr>
      <p:grpSpPr>
        <a:xfrm>
          <a:off x="0" y="0"/>
          <a:ext cx="0" cy="0"/>
          <a:chOff x="0" y="0"/>
          <a:chExt cx="0" cy="0"/>
        </a:xfrm>
      </p:grpSpPr>
      <p:sp>
        <p:nvSpPr>
          <p:cNvPr id="3389" name="Google Shape;3389;g3693f7da1e3_0_4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0" name="Google Shape;3390;g3693f7da1e3_0_48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391" name="Google Shape;3391;g3693f7da1e3_0_488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3" name="Shape 3403"/>
        <p:cNvGrpSpPr/>
        <p:nvPr/>
      </p:nvGrpSpPr>
      <p:grpSpPr>
        <a:xfrm>
          <a:off x="0" y="0"/>
          <a:ext cx="0" cy="0"/>
          <a:chOff x="0" y="0"/>
          <a:chExt cx="0" cy="0"/>
        </a:xfrm>
      </p:grpSpPr>
      <p:sp>
        <p:nvSpPr>
          <p:cNvPr id="3404" name="Google Shape;3404;g3693f7da1e3_0_4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5" name="Google Shape;3405;g3693f7da1e3_0_4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2" name="Shape 3412"/>
        <p:cNvGrpSpPr/>
        <p:nvPr/>
      </p:nvGrpSpPr>
      <p:grpSpPr>
        <a:xfrm>
          <a:off x="0" y="0"/>
          <a:ext cx="0" cy="0"/>
          <a:chOff x="0" y="0"/>
          <a:chExt cx="0" cy="0"/>
        </a:xfrm>
      </p:grpSpPr>
      <p:sp>
        <p:nvSpPr>
          <p:cNvPr id="3413" name="Google Shape;3413;g3693f7da1e3_0_4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4" name="Google Shape;3414;g3693f7da1e3_0_49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3415" name="Google Shape;3415;g3693f7da1e3_0_490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1" name="Shape 3431"/>
        <p:cNvGrpSpPr/>
        <p:nvPr/>
      </p:nvGrpSpPr>
      <p:grpSpPr>
        <a:xfrm>
          <a:off x="0" y="0"/>
          <a:ext cx="0" cy="0"/>
          <a:chOff x="0" y="0"/>
          <a:chExt cx="0" cy="0"/>
        </a:xfrm>
      </p:grpSpPr>
      <p:sp>
        <p:nvSpPr>
          <p:cNvPr id="3432" name="Google Shape;3432;g3693f7da1e3_0_4921:notes"/>
          <p:cNvSpPr/>
          <p:nvPr>
            <p:ph idx="2" type="sldImg"/>
          </p:nvPr>
        </p:nvSpPr>
        <p:spPr>
          <a:xfrm>
            <a:off x="382588" y="685800"/>
            <a:ext cx="6092700" cy="3427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3" name="Google Shape;3433;g3693f7da1e3_0_4921:notes"/>
          <p:cNvSpPr txBox="1"/>
          <p:nvPr>
            <p:ph idx="1" type="body"/>
          </p:nvPr>
        </p:nvSpPr>
        <p:spPr>
          <a:xfrm>
            <a:off x="685800" y="4343401"/>
            <a:ext cx="5486400" cy="4114800"/>
          </a:xfrm>
          <a:prstGeom prst="rect">
            <a:avLst/>
          </a:prstGeom>
          <a:noFill/>
          <a:ln>
            <a:noFill/>
          </a:ln>
        </p:spPr>
        <p:txBody>
          <a:bodyPr anchorCtr="0" anchor="t" bIns="46400" lIns="92800" spcFirstLastPara="1" rIns="92800" wrap="square" tIns="46400">
            <a:noAutofit/>
          </a:bodyPr>
          <a:lstStyle/>
          <a:p>
            <a:pPr indent="0" lvl="0" marL="0" rtl="0" algn="l">
              <a:lnSpc>
                <a:spcPct val="100000"/>
              </a:lnSpc>
              <a:spcBef>
                <a:spcPts val="0"/>
              </a:spcBef>
              <a:spcAft>
                <a:spcPts val="0"/>
              </a:spcAft>
              <a:buSzPts val="1100"/>
              <a:buNone/>
            </a:pPr>
            <a:r>
              <a:t/>
            </a:r>
            <a:endParaRPr sz="1300"/>
          </a:p>
        </p:txBody>
      </p:sp>
      <p:sp>
        <p:nvSpPr>
          <p:cNvPr id="3434" name="Google Shape;3434;g3693f7da1e3_0_4921:notes"/>
          <p:cNvSpPr txBox="1"/>
          <p:nvPr>
            <p:ph idx="12" type="sldNum"/>
          </p:nvPr>
        </p:nvSpPr>
        <p:spPr>
          <a:xfrm>
            <a:off x="3884615" y="8685214"/>
            <a:ext cx="2971800" cy="457200"/>
          </a:xfrm>
          <a:prstGeom prst="rect">
            <a:avLst/>
          </a:prstGeom>
          <a:noFill/>
          <a:ln>
            <a:noFill/>
          </a:ln>
        </p:spPr>
        <p:txBody>
          <a:bodyPr anchorCtr="0" anchor="b" bIns="46400" lIns="92800" spcFirstLastPara="1" rIns="92800" wrap="square" tIns="464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0" name="Shape 3450"/>
        <p:cNvGrpSpPr/>
        <p:nvPr/>
      </p:nvGrpSpPr>
      <p:grpSpPr>
        <a:xfrm>
          <a:off x="0" y="0"/>
          <a:ext cx="0" cy="0"/>
          <a:chOff x="0" y="0"/>
          <a:chExt cx="0" cy="0"/>
        </a:xfrm>
      </p:grpSpPr>
      <p:sp>
        <p:nvSpPr>
          <p:cNvPr id="3451" name="Google Shape;3451;g3693f7da1e3_0_4939:notes"/>
          <p:cNvSpPr/>
          <p:nvPr>
            <p:ph idx="2" type="sldImg"/>
          </p:nvPr>
        </p:nvSpPr>
        <p:spPr>
          <a:xfrm>
            <a:off x="382588" y="685800"/>
            <a:ext cx="6092700" cy="3427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2" name="Google Shape;3452;g3693f7da1e3_0_4939:notes"/>
          <p:cNvSpPr txBox="1"/>
          <p:nvPr>
            <p:ph idx="1" type="body"/>
          </p:nvPr>
        </p:nvSpPr>
        <p:spPr>
          <a:xfrm>
            <a:off x="685800" y="4343401"/>
            <a:ext cx="5486400" cy="4114800"/>
          </a:xfrm>
          <a:prstGeom prst="rect">
            <a:avLst/>
          </a:prstGeom>
          <a:noFill/>
          <a:ln>
            <a:noFill/>
          </a:ln>
        </p:spPr>
        <p:txBody>
          <a:bodyPr anchorCtr="0" anchor="t" bIns="46400" lIns="92800" spcFirstLastPara="1" rIns="92800" wrap="square" tIns="46400">
            <a:noAutofit/>
          </a:bodyPr>
          <a:lstStyle/>
          <a:p>
            <a:pPr indent="0" lvl="0" marL="0" rtl="0" algn="l">
              <a:lnSpc>
                <a:spcPct val="100000"/>
              </a:lnSpc>
              <a:spcBef>
                <a:spcPts val="0"/>
              </a:spcBef>
              <a:spcAft>
                <a:spcPts val="0"/>
              </a:spcAft>
              <a:buSzPts val="1100"/>
              <a:buNone/>
            </a:pPr>
            <a:r>
              <a:t/>
            </a:r>
            <a:endParaRPr sz="1300"/>
          </a:p>
        </p:txBody>
      </p:sp>
      <p:sp>
        <p:nvSpPr>
          <p:cNvPr id="3453" name="Google Shape;3453;g3693f7da1e3_0_4939:notes"/>
          <p:cNvSpPr txBox="1"/>
          <p:nvPr>
            <p:ph idx="12" type="sldNum"/>
          </p:nvPr>
        </p:nvSpPr>
        <p:spPr>
          <a:xfrm>
            <a:off x="3884615" y="8685214"/>
            <a:ext cx="2971800" cy="457200"/>
          </a:xfrm>
          <a:prstGeom prst="rect">
            <a:avLst/>
          </a:prstGeom>
          <a:noFill/>
          <a:ln>
            <a:noFill/>
          </a:ln>
        </p:spPr>
        <p:txBody>
          <a:bodyPr anchorCtr="0" anchor="b" bIns="46400" lIns="92800" spcFirstLastPara="1" rIns="92800" wrap="square" tIns="464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2" name="Shape 3462"/>
        <p:cNvGrpSpPr/>
        <p:nvPr/>
      </p:nvGrpSpPr>
      <p:grpSpPr>
        <a:xfrm>
          <a:off x="0" y="0"/>
          <a:ext cx="0" cy="0"/>
          <a:chOff x="0" y="0"/>
          <a:chExt cx="0" cy="0"/>
        </a:xfrm>
      </p:grpSpPr>
      <p:sp>
        <p:nvSpPr>
          <p:cNvPr id="3463" name="Google Shape;3463;g3693f7da1e3_0_4950:notes"/>
          <p:cNvSpPr/>
          <p:nvPr>
            <p:ph idx="2" type="sldImg"/>
          </p:nvPr>
        </p:nvSpPr>
        <p:spPr>
          <a:xfrm>
            <a:off x="382588" y="685800"/>
            <a:ext cx="6092700" cy="3427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4" name="Google Shape;3464;g3693f7da1e3_0_4950:notes"/>
          <p:cNvSpPr txBox="1"/>
          <p:nvPr>
            <p:ph idx="1" type="body"/>
          </p:nvPr>
        </p:nvSpPr>
        <p:spPr>
          <a:xfrm>
            <a:off x="685800" y="4343401"/>
            <a:ext cx="5486400" cy="4114800"/>
          </a:xfrm>
          <a:prstGeom prst="rect">
            <a:avLst/>
          </a:prstGeom>
          <a:noFill/>
          <a:ln>
            <a:noFill/>
          </a:ln>
        </p:spPr>
        <p:txBody>
          <a:bodyPr anchorCtr="0" anchor="t" bIns="46400" lIns="92800" spcFirstLastPara="1" rIns="92800" wrap="square" tIns="46400">
            <a:noAutofit/>
          </a:bodyPr>
          <a:lstStyle/>
          <a:p>
            <a:pPr indent="0" lvl="0" marL="0" rtl="0" algn="l">
              <a:lnSpc>
                <a:spcPct val="100000"/>
              </a:lnSpc>
              <a:spcBef>
                <a:spcPts val="0"/>
              </a:spcBef>
              <a:spcAft>
                <a:spcPts val="0"/>
              </a:spcAft>
              <a:buSzPts val="1100"/>
              <a:buNone/>
            </a:pPr>
            <a:r>
              <a:t/>
            </a:r>
            <a:endParaRPr sz="1300"/>
          </a:p>
        </p:txBody>
      </p:sp>
      <p:sp>
        <p:nvSpPr>
          <p:cNvPr id="3465" name="Google Shape;3465;g3693f7da1e3_0_4950:notes"/>
          <p:cNvSpPr txBox="1"/>
          <p:nvPr>
            <p:ph idx="12" type="sldNum"/>
          </p:nvPr>
        </p:nvSpPr>
        <p:spPr>
          <a:xfrm>
            <a:off x="3884615" y="8685214"/>
            <a:ext cx="2971800" cy="457200"/>
          </a:xfrm>
          <a:prstGeom prst="rect">
            <a:avLst/>
          </a:prstGeom>
          <a:noFill/>
          <a:ln>
            <a:noFill/>
          </a:ln>
        </p:spPr>
        <p:txBody>
          <a:bodyPr anchorCtr="0" anchor="b" bIns="46400" lIns="92800" spcFirstLastPara="1" rIns="92800" wrap="square" tIns="464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0" name="Shape 3470"/>
        <p:cNvGrpSpPr/>
        <p:nvPr/>
      </p:nvGrpSpPr>
      <p:grpSpPr>
        <a:xfrm>
          <a:off x="0" y="0"/>
          <a:ext cx="0" cy="0"/>
          <a:chOff x="0" y="0"/>
          <a:chExt cx="0" cy="0"/>
        </a:xfrm>
      </p:grpSpPr>
      <p:sp>
        <p:nvSpPr>
          <p:cNvPr id="3471" name="Google Shape;3471;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2" name="Google Shape;3472;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jp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24" name="Shape 24"/>
        <p:cNvGrpSpPr/>
        <p:nvPr/>
      </p:nvGrpSpPr>
      <p:grpSpPr>
        <a:xfrm>
          <a:off x="0" y="0"/>
          <a:ext cx="0" cy="0"/>
          <a:chOff x="0" y="0"/>
          <a:chExt cx="0" cy="0"/>
        </a:xfrm>
      </p:grpSpPr>
      <p:pic>
        <p:nvPicPr>
          <p:cNvPr id="25" name="Google Shape;25;p52"/>
          <p:cNvPicPr preferRelativeResize="0"/>
          <p:nvPr/>
        </p:nvPicPr>
        <p:blipFill rotWithShape="1">
          <a:blip r:embed="rId2">
            <a:alphaModFix/>
          </a:blip>
          <a:srcRect b="0" l="31987" r="31990" t="0"/>
          <a:stretch/>
        </p:blipFill>
        <p:spPr>
          <a:xfrm rot="-5400000">
            <a:off x="2507537" y="-1492965"/>
            <a:ext cx="5143501" cy="8129428"/>
          </a:xfrm>
          <a:prstGeom prst="rect">
            <a:avLst/>
          </a:prstGeom>
          <a:noFill/>
          <a:ln>
            <a:noFill/>
          </a:ln>
        </p:spPr>
      </p:pic>
      <p:grpSp>
        <p:nvGrpSpPr>
          <p:cNvPr id="26" name="Google Shape;26;p52"/>
          <p:cNvGrpSpPr/>
          <p:nvPr/>
        </p:nvGrpSpPr>
        <p:grpSpPr>
          <a:xfrm>
            <a:off x="5454989" y="280886"/>
            <a:ext cx="3447014" cy="1326469"/>
            <a:chOff x="6086944" y="1507535"/>
            <a:chExt cx="1929047" cy="742330"/>
          </a:xfrm>
        </p:grpSpPr>
        <p:sp>
          <p:nvSpPr>
            <p:cNvPr id="27" name="Google Shape;27;p52"/>
            <p:cNvSpPr/>
            <p:nvPr/>
          </p:nvSpPr>
          <p:spPr>
            <a:xfrm>
              <a:off x="6086944" y="1861348"/>
              <a:ext cx="251981" cy="270015"/>
            </a:xfrm>
            <a:custGeom>
              <a:rect b="b" l="l" r="r" t="t"/>
              <a:pathLst>
                <a:path extrusionOk="0" h="270015" w="251981">
                  <a:moveTo>
                    <a:pt x="183719" y="197221"/>
                  </a:moveTo>
                  <a:cubicBezTo>
                    <a:pt x="183719" y="187064"/>
                    <a:pt x="179505" y="179446"/>
                    <a:pt x="170235" y="173521"/>
                  </a:cubicBezTo>
                  <a:cubicBezTo>
                    <a:pt x="160965" y="168442"/>
                    <a:pt x="144953" y="162517"/>
                    <a:pt x="121356" y="156592"/>
                  </a:cubicBezTo>
                  <a:cubicBezTo>
                    <a:pt x="97759" y="150667"/>
                    <a:pt x="79218" y="144742"/>
                    <a:pt x="65734" y="138817"/>
                  </a:cubicBezTo>
                  <a:cubicBezTo>
                    <a:pt x="28653" y="122734"/>
                    <a:pt x="10113" y="100727"/>
                    <a:pt x="10113" y="73641"/>
                  </a:cubicBezTo>
                  <a:cubicBezTo>
                    <a:pt x="10113" y="46554"/>
                    <a:pt x="15169" y="46554"/>
                    <a:pt x="25282" y="35551"/>
                  </a:cubicBezTo>
                  <a:cubicBezTo>
                    <a:pt x="35395" y="24547"/>
                    <a:pt x="49722" y="16082"/>
                    <a:pt x="68263" y="9311"/>
                  </a:cubicBezTo>
                  <a:cubicBezTo>
                    <a:pt x="86803" y="3386"/>
                    <a:pt x="107872" y="0"/>
                    <a:pt x="131469" y="0"/>
                  </a:cubicBezTo>
                  <a:cubicBezTo>
                    <a:pt x="155065" y="0"/>
                    <a:pt x="175291" y="3386"/>
                    <a:pt x="193832" y="10157"/>
                  </a:cubicBezTo>
                  <a:cubicBezTo>
                    <a:pt x="212372" y="16929"/>
                    <a:pt x="226699" y="26240"/>
                    <a:pt x="236812" y="38936"/>
                  </a:cubicBezTo>
                  <a:cubicBezTo>
                    <a:pt x="246925" y="51633"/>
                    <a:pt x="251981" y="65176"/>
                    <a:pt x="251981" y="81259"/>
                  </a:cubicBezTo>
                  <a:lnTo>
                    <a:pt x="184562" y="81259"/>
                  </a:lnTo>
                  <a:cubicBezTo>
                    <a:pt x="184562" y="69408"/>
                    <a:pt x="179505" y="60097"/>
                    <a:pt x="170235" y="53326"/>
                  </a:cubicBezTo>
                  <a:cubicBezTo>
                    <a:pt x="160965" y="46554"/>
                    <a:pt x="147481" y="43169"/>
                    <a:pt x="130626" y="43169"/>
                  </a:cubicBezTo>
                  <a:cubicBezTo>
                    <a:pt x="113771" y="43169"/>
                    <a:pt x="101130" y="45708"/>
                    <a:pt x="91859" y="51633"/>
                  </a:cubicBezTo>
                  <a:cubicBezTo>
                    <a:pt x="82589" y="57558"/>
                    <a:pt x="78375" y="64330"/>
                    <a:pt x="78375" y="73641"/>
                  </a:cubicBezTo>
                  <a:cubicBezTo>
                    <a:pt x="78375" y="82951"/>
                    <a:pt x="83432" y="89723"/>
                    <a:pt x="94388" y="94802"/>
                  </a:cubicBezTo>
                  <a:cubicBezTo>
                    <a:pt x="105343" y="100727"/>
                    <a:pt x="120513" y="105805"/>
                    <a:pt x="141582" y="110884"/>
                  </a:cubicBezTo>
                  <a:cubicBezTo>
                    <a:pt x="180348" y="120195"/>
                    <a:pt x="208159" y="132045"/>
                    <a:pt x="225014" y="145588"/>
                  </a:cubicBezTo>
                  <a:cubicBezTo>
                    <a:pt x="241868" y="159131"/>
                    <a:pt x="251139" y="176060"/>
                    <a:pt x="251139" y="197221"/>
                  </a:cubicBezTo>
                  <a:cubicBezTo>
                    <a:pt x="251139" y="218382"/>
                    <a:pt x="240183" y="237851"/>
                    <a:pt x="219114" y="250547"/>
                  </a:cubicBezTo>
                  <a:cubicBezTo>
                    <a:pt x="198046" y="263244"/>
                    <a:pt x="168549" y="270015"/>
                    <a:pt x="132311" y="270015"/>
                  </a:cubicBezTo>
                  <a:cubicBezTo>
                    <a:pt x="96073" y="270015"/>
                    <a:pt x="84275" y="266630"/>
                    <a:pt x="63206" y="259012"/>
                  </a:cubicBezTo>
                  <a:cubicBezTo>
                    <a:pt x="42137" y="251394"/>
                    <a:pt x="26968" y="241236"/>
                    <a:pt x="16012" y="228540"/>
                  </a:cubicBezTo>
                  <a:cubicBezTo>
                    <a:pt x="5056" y="215843"/>
                    <a:pt x="0" y="200607"/>
                    <a:pt x="0" y="183678"/>
                  </a:cubicBezTo>
                  <a:lnTo>
                    <a:pt x="67420" y="183678"/>
                  </a:lnTo>
                  <a:cubicBezTo>
                    <a:pt x="67420" y="212457"/>
                    <a:pt x="89331" y="226847"/>
                    <a:pt x="132311" y="226847"/>
                  </a:cubicBezTo>
                  <a:cubicBezTo>
                    <a:pt x="175291" y="226847"/>
                    <a:pt x="160965" y="224307"/>
                    <a:pt x="170235" y="219229"/>
                  </a:cubicBezTo>
                  <a:cubicBezTo>
                    <a:pt x="179505" y="214150"/>
                    <a:pt x="183719" y="206532"/>
                    <a:pt x="183719" y="19722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2"/>
            <p:cNvSpPr/>
            <p:nvPr/>
          </p:nvSpPr>
          <p:spPr>
            <a:xfrm>
              <a:off x="6376006" y="1864734"/>
              <a:ext cx="250295" cy="263243"/>
            </a:xfrm>
            <a:custGeom>
              <a:rect b="b" l="l" r="r" t="t"/>
              <a:pathLst>
                <a:path extrusionOk="0" h="263243" w="250295">
                  <a:moveTo>
                    <a:pt x="67420" y="170982"/>
                  </a:moveTo>
                  <a:lnTo>
                    <a:pt x="67420" y="263244"/>
                  </a:lnTo>
                  <a:lnTo>
                    <a:pt x="0" y="263244"/>
                  </a:lnTo>
                  <a:lnTo>
                    <a:pt x="0" y="0"/>
                  </a:lnTo>
                  <a:lnTo>
                    <a:pt x="127255" y="0"/>
                  </a:lnTo>
                  <a:cubicBezTo>
                    <a:pt x="151694" y="0"/>
                    <a:pt x="173606" y="3386"/>
                    <a:pt x="192146" y="11004"/>
                  </a:cubicBezTo>
                  <a:cubicBezTo>
                    <a:pt x="210687" y="18622"/>
                    <a:pt x="225014" y="28779"/>
                    <a:pt x="235126" y="41476"/>
                  </a:cubicBezTo>
                  <a:cubicBezTo>
                    <a:pt x="245239" y="55019"/>
                    <a:pt x="250296" y="70255"/>
                    <a:pt x="250296" y="87184"/>
                  </a:cubicBezTo>
                  <a:cubicBezTo>
                    <a:pt x="250296" y="112577"/>
                    <a:pt x="239340" y="132892"/>
                    <a:pt x="217429" y="148128"/>
                  </a:cubicBezTo>
                  <a:cubicBezTo>
                    <a:pt x="195517" y="163364"/>
                    <a:pt x="165178" y="170135"/>
                    <a:pt x="126412" y="170135"/>
                  </a:cubicBezTo>
                  <a:lnTo>
                    <a:pt x="67420" y="170135"/>
                  </a:lnTo>
                  <a:close/>
                  <a:moveTo>
                    <a:pt x="67420" y="126966"/>
                  </a:moveTo>
                  <a:lnTo>
                    <a:pt x="127255" y="126966"/>
                  </a:lnTo>
                  <a:cubicBezTo>
                    <a:pt x="144953" y="126966"/>
                    <a:pt x="158436" y="123581"/>
                    <a:pt x="167707" y="116809"/>
                  </a:cubicBezTo>
                  <a:cubicBezTo>
                    <a:pt x="176977" y="110038"/>
                    <a:pt x="182033" y="100727"/>
                    <a:pt x="182033" y="88030"/>
                  </a:cubicBezTo>
                  <a:cubicBezTo>
                    <a:pt x="182033" y="75333"/>
                    <a:pt x="176977" y="64330"/>
                    <a:pt x="167707" y="56712"/>
                  </a:cubicBezTo>
                  <a:cubicBezTo>
                    <a:pt x="158436" y="49094"/>
                    <a:pt x="144953" y="44861"/>
                    <a:pt x="128940" y="44015"/>
                  </a:cubicBezTo>
                  <a:lnTo>
                    <a:pt x="67420" y="44015"/>
                  </a:lnTo>
                  <a:lnTo>
                    <a:pt x="67420" y="12696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2"/>
            <p:cNvSpPr/>
            <p:nvPr/>
          </p:nvSpPr>
          <p:spPr>
            <a:xfrm>
              <a:off x="6594277" y="1864734"/>
              <a:ext cx="306759" cy="263243"/>
            </a:xfrm>
            <a:custGeom>
              <a:rect b="b" l="l" r="r" t="t"/>
              <a:pathLst>
                <a:path extrusionOk="0" h="263243" w="306759">
                  <a:moveTo>
                    <a:pt x="212372" y="209071"/>
                  </a:moveTo>
                  <a:lnTo>
                    <a:pt x="94388" y="209071"/>
                  </a:lnTo>
                  <a:lnTo>
                    <a:pt x="71633" y="263244"/>
                  </a:lnTo>
                  <a:lnTo>
                    <a:pt x="0" y="263244"/>
                  </a:lnTo>
                  <a:lnTo>
                    <a:pt x="122198" y="0"/>
                  </a:lnTo>
                  <a:lnTo>
                    <a:pt x="184562" y="0"/>
                  </a:lnTo>
                  <a:lnTo>
                    <a:pt x="306760" y="263244"/>
                  </a:lnTo>
                  <a:lnTo>
                    <a:pt x="235126" y="263244"/>
                  </a:lnTo>
                  <a:lnTo>
                    <a:pt x="212372" y="209071"/>
                  </a:lnTo>
                  <a:close/>
                  <a:moveTo>
                    <a:pt x="112928" y="165056"/>
                  </a:moveTo>
                  <a:lnTo>
                    <a:pt x="194675" y="165056"/>
                  </a:lnTo>
                  <a:lnTo>
                    <a:pt x="153380" y="66869"/>
                  </a:lnTo>
                  <a:lnTo>
                    <a:pt x="112928" y="16505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52"/>
            <p:cNvSpPr/>
            <p:nvPr/>
          </p:nvSpPr>
          <p:spPr>
            <a:xfrm>
              <a:off x="6928005" y="1864734"/>
              <a:ext cx="254509" cy="263243"/>
            </a:xfrm>
            <a:custGeom>
              <a:rect b="b" l="l" r="r" t="t"/>
              <a:pathLst>
                <a:path extrusionOk="0" h="263243" w="254509">
                  <a:moveTo>
                    <a:pt x="121356" y="166749"/>
                  </a:moveTo>
                  <a:lnTo>
                    <a:pt x="67420" y="166749"/>
                  </a:lnTo>
                  <a:lnTo>
                    <a:pt x="67420" y="263244"/>
                  </a:lnTo>
                  <a:lnTo>
                    <a:pt x="0" y="263244"/>
                  </a:lnTo>
                  <a:lnTo>
                    <a:pt x="0" y="0"/>
                  </a:lnTo>
                  <a:lnTo>
                    <a:pt x="121356" y="0"/>
                  </a:lnTo>
                  <a:cubicBezTo>
                    <a:pt x="160122" y="0"/>
                    <a:pt x="189618" y="6772"/>
                    <a:pt x="210687" y="21161"/>
                  </a:cubicBezTo>
                  <a:cubicBezTo>
                    <a:pt x="231755" y="34704"/>
                    <a:pt x="241868" y="54172"/>
                    <a:pt x="241868" y="79566"/>
                  </a:cubicBezTo>
                  <a:cubicBezTo>
                    <a:pt x="241868" y="104959"/>
                    <a:pt x="236812" y="112577"/>
                    <a:pt x="227542" y="124427"/>
                  </a:cubicBezTo>
                  <a:cubicBezTo>
                    <a:pt x="218271" y="136277"/>
                    <a:pt x="203102" y="145588"/>
                    <a:pt x="183719" y="153206"/>
                  </a:cubicBezTo>
                  <a:lnTo>
                    <a:pt x="254510" y="260705"/>
                  </a:lnTo>
                  <a:lnTo>
                    <a:pt x="254510" y="263244"/>
                  </a:lnTo>
                  <a:lnTo>
                    <a:pt x="182033" y="263244"/>
                  </a:lnTo>
                  <a:lnTo>
                    <a:pt x="120513" y="166749"/>
                  </a:lnTo>
                  <a:close/>
                  <a:moveTo>
                    <a:pt x="67420" y="122734"/>
                  </a:moveTo>
                  <a:lnTo>
                    <a:pt x="122198" y="122734"/>
                  </a:lnTo>
                  <a:cubicBezTo>
                    <a:pt x="139053" y="122734"/>
                    <a:pt x="152537" y="119348"/>
                    <a:pt x="161807" y="112577"/>
                  </a:cubicBezTo>
                  <a:cubicBezTo>
                    <a:pt x="171078" y="105805"/>
                    <a:pt x="176134" y="96495"/>
                    <a:pt x="176134" y="83798"/>
                  </a:cubicBezTo>
                  <a:cubicBezTo>
                    <a:pt x="176134" y="71101"/>
                    <a:pt x="171920" y="61790"/>
                    <a:pt x="162650" y="54172"/>
                  </a:cubicBezTo>
                  <a:cubicBezTo>
                    <a:pt x="154223" y="47401"/>
                    <a:pt x="140739" y="43169"/>
                    <a:pt x="122198" y="43169"/>
                  </a:cubicBezTo>
                  <a:lnTo>
                    <a:pt x="68263" y="43169"/>
                  </a:lnTo>
                  <a:lnTo>
                    <a:pt x="68263" y="12188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52"/>
            <p:cNvSpPr/>
            <p:nvPr/>
          </p:nvSpPr>
          <p:spPr>
            <a:xfrm>
              <a:off x="7217910" y="1864734"/>
              <a:ext cx="266308" cy="263243"/>
            </a:xfrm>
            <a:custGeom>
              <a:rect b="b" l="l" r="r" t="t"/>
              <a:pathLst>
                <a:path extrusionOk="0" h="263243" w="266308">
                  <a:moveTo>
                    <a:pt x="102815" y="157438"/>
                  </a:moveTo>
                  <a:lnTo>
                    <a:pt x="67420" y="187910"/>
                  </a:lnTo>
                  <a:lnTo>
                    <a:pt x="67420" y="263244"/>
                  </a:lnTo>
                  <a:lnTo>
                    <a:pt x="0" y="263244"/>
                  </a:lnTo>
                  <a:lnTo>
                    <a:pt x="0" y="0"/>
                  </a:lnTo>
                  <a:lnTo>
                    <a:pt x="67420" y="0"/>
                  </a:lnTo>
                  <a:lnTo>
                    <a:pt x="67420" y="119348"/>
                  </a:lnTo>
                  <a:lnTo>
                    <a:pt x="96916" y="86337"/>
                  </a:lnTo>
                  <a:lnTo>
                    <a:pt x="180348" y="0"/>
                  </a:lnTo>
                  <a:lnTo>
                    <a:pt x="262937" y="0"/>
                  </a:lnTo>
                  <a:lnTo>
                    <a:pt x="146638" y="116809"/>
                  </a:lnTo>
                  <a:lnTo>
                    <a:pt x="266308" y="263244"/>
                  </a:lnTo>
                  <a:lnTo>
                    <a:pt x="186247" y="263244"/>
                  </a:lnTo>
                  <a:lnTo>
                    <a:pt x="101972" y="15743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52"/>
            <p:cNvSpPr/>
            <p:nvPr/>
          </p:nvSpPr>
          <p:spPr>
            <a:xfrm>
              <a:off x="6828561" y="2198232"/>
              <a:ext cx="23596" cy="51633"/>
            </a:xfrm>
            <a:custGeom>
              <a:rect b="b" l="l" r="r" t="t"/>
              <a:pathLst>
                <a:path extrusionOk="0" h="51633" w="23596">
                  <a:moveTo>
                    <a:pt x="23597" y="28779"/>
                  </a:moveTo>
                  <a:lnTo>
                    <a:pt x="23597" y="21161"/>
                  </a:lnTo>
                  <a:cubicBezTo>
                    <a:pt x="23597" y="20315"/>
                    <a:pt x="23597" y="19468"/>
                    <a:pt x="22754" y="18622"/>
                  </a:cubicBezTo>
                  <a:lnTo>
                    <a:pt x="3371" y="0"/>
                  </a:lnTo>
                  <a:lnTo>
                    <a:pt x="0" y="3386"/>
                  </a:lnTo>
                  <a:lnTo>
                    <a:pt x="21911" y="23700"/>
                  </a:lnTo>
                  <a:lnTo>
                    <a:pt x="21911" y="27933"/>
                  </a:lnTo>
                  <a:cubicBezTo>
                    <a:pt x="21911" y="27933"/>
                    <a:pt x="0" y="48247"/>
                    <a:pt x="0" y="48247"/>
                  </a:cubicBezTo>
                  <a:lnTo>
                    <a:pt x="3371" y="51633"/>
                  </a:lnTo>
                  <a:lnTo>
                    <a:pt x="22754" y="33011"/>
                  </a:lnTo>
                  <a:cubicBezTo>
                    <a:pt x="22754" y="33011"/>
                    <a:pt x="23597" y="31318"/>
                    <a:pt x="23597" y="30472"/>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52"/>
            <p:cNvSpPr/>
            <p:nvPr/>
          </p:nvSpPr>
          <p:spPr>
            <a:xfrm>
              <a:off x="6820134" y="2220240"/>
              <a:ext cx="31181" cy="5078"/>
            </a:xfrm>
            <a:custGeom>
              <a:rect b="b" l="l" r="r" t="t"/>
              <a:pathLst>
                <a:path extrusionOk="0" h="5078" w="31181">
                  <a:moveTo>
                    <a:pt x="0" y="5079"/>
                  </a:moveTo>
                  <a:lnTo>
                    <a:pt x="0" y="0"/>
                  </a:lnTo>
                  <a:lnTo>
                    <a:pt x="31182" y="846"/>
                  </a:lnTo>
                  <a:lnTo>
                    <a:pt x="31182" y="4232"/>
                  </a:lnTo>
                  <a:lnTo>
                    <a:pt x="0" y="5079"/>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52"/>
            <p:cNvSpPr/>
            <p:nvPr/>
          </p:nvSpPr>
          <p:spPr>
            <a:xfrm>
              <a:off x="6423200" y="2199925"/>
              <a:ext cx="37923" cy="48247"/>
            </a:xfrm>
            <a:custGeom>
              <a:rect b="b" l="l" r="r" t="t"/>
              <a:pathLst>
                <a:path extrusionOk="0" h="48247" w="37923">
                  <a:moveTo>
                    <a:pt x="37924" y="48247"/>
                  </a:moveTo>
                  <a:lnTo>
                    <a:pt x="31182" y="48247"/>
                  </a:lnTo>
                  <a:lnTo>
                    <a:pt x="6742" y="11004"/>
                  </a:lnTo>
                  <a:lnTo>
                    <a:pt x="6742" y="48247"/>
                  </a:lnTo>
                  <a:lnTo>
                    <a:pt x="0" y="48247"/>
                  </a:lnTo>
                  <a:lnTo>
                    <a:pt x="0" y="0"/>
                  </a:lnTo>
                  <a:lnTo>
                    <a:pt x="6742" y="0"/>
                  </a:lnTo>
                  <a:lnTo>
                    <a:pt x="31182" y="37243"/>
                  </a:lnTo>
                  <a:lnTo>
                    <a:pt x="31182" y="0"/>
                  </a:lnTo>
                  <a:lnTo>
                    <a:pt x="37081" y="0"/>
                  </a:lnTo>
                  <a:lnTo>
                    <a:pt x="37081" y="4824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2"/>
            <p:cNvSpPr/>
            <p:nvPr/>
          </p:nvSpPr>
          <p:spPr>
            <a:xfrm>
              <a:off x="6478821" y="2199925"/>
              <a:ext cx="30338" cy="48247"/>
            </a:xfrm>
            <a:custGeom>
              <a:rect b="b" l="l" r="r" t="t"/>
              <a:pathLst>
                <a:path extrusionOk="0" h="48247" w="30338">
                  <a:moveTo>
                    <a:pt x="26968" y="26240"/>
                  </a:moveTo>
                  <a:lnTo>
                    <a:pt x="5899" y="26240"/>
                  </a:lnTo>
                  <a:lnTo>
                    <a:pt x="5899" y="43169"/>
                  </a:lnTo>
                  <a:lnTo>
                    <a:pt x="30339" y="43169"/>
                  </a:lnTo>
                  <a:lnTo>
                    <a:pt x="30339" y="48247"/>
                  </a:lnTo>
                  <a:lnTo>
                    <a:pt x="0" y="48247"/>
                  </a:lnTo>
                  <a:lnTo>
                    <a:pt x="0" y="0"/>
                  </a:lnTo>
                  <a:lnTo>
                    <a:pt x="30339" y="0"/>
                  </a:lnTo>
                  <a:lnTo>
                    <a:pt x="30339" y="5079"/>
                  </a:lnTo>
                  <a:lnTo>
                    <a:pt x="6742" y="5079"/>
                  </a:lnTo>
                  <a:lnTo>
                    <a:pt x="6742" y="20315"/>
                  </a:lnTo>
                  <a:lnTo>
                    <a:pt x="27811" y="20315"/>
                  </a:lnTo>
                  <a:lnTo>
                    <a:pt x="27811" y="253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2"/>
            <p:cNvSpPr/>
            <p:nvPr/>
          </p:nvSpPr>
          <p:spPr>
            <a:xfrm>
              <a:off x="6519273" y="2199925"/>
              <a:ext cx="57306" cy="48247"/>
            </a:xfrm>
            <a:custGeom>
              <a:rect b="b" l="l" r="r" t="t"/>
              <a:pathLst>
                <a:path extrusionOk="0" h="48247" w="57306">
                  <a:moveTo>
                    <a:pt x="14327" y="33011"/>
                  </a:moveTo>
                  <a:lnTo>
                    <a:pt x="14327" y="39783"/>
                  </a:lnTo>
                  <a:cubicBezTo>
                    <a:pt x="15169" y="39783"/>
                    <a:pt x="16855" y="33858"/>
                    <a:pt x="16855" y="33858"/>
                  </a:cubicBezTo>
                  <a:lnTo>
                    <a:pt x="26125" y="0"/>
                  </a:lnTo>
                  <a:lnTo>
                    <a:pt x="31182" y="0"/>
                  </a:lnTo>
                  <a:lnTo>
                    <a:pt x="40452" y="33858"/>
                  </a:lnTo>
                  <a:lnTo>
                    <a:pt x="42137" y="39783"/>
                  </a:lnTo>
                  <a:lnTo>
                    <a:pt x="42137" y="33011"/>
                  </a:lnTo>
                  <a:cubicBezTo>
                    <a:pt x="42980" y="33011"/>
                    <a:pt x="50565" y="0"/>
                    <a:pt x="50565" y="0"/>
                  </a:cubicBezTo>
                  <a:lnTo>
                    <a:pt x="57307" y="0"/>
                  </a:lnTo>
                  <a:lnTo>
                    <a:pt x="45508" y="48247"/>
                  </a:lnTo>
                  <a:lnTo>
                    <a:pt x="39609" y="48247"/>
                  </a:lnTo>
                  <a:lnTo>
                    <a:pt x="29496" y="13543"/>
                  </a:lnTo>
                  <a:lnTo>
                    <a:pt x="29496" y="10157"/>
                  </a:lnTo>
                  <a:cubicBezTo>
                    <a:pt x="29496" y="10157"/>
                    <a:pt x="27811" y="13543"/>
                    <a:pt x="27811" y="13543"/>
                  </a:cubicBezTo>
                  <a:lnTo>
                    <a:pt x="17698" y="48247"/>
                  </a:lnTo>
                  <a:lnTo>
                    <a:pt x="11798" y="48247"/>
                  </a:lnTo>
                  <a:lnTo>
                    <a:pt x="0" y="0"/>
                  </a:lnTo>
                  <a:lnTo>
                    <a:pt x="6742" y="0"/>
                  </a:lnTo>
                  <a:lnTo>
                    <a:pt x="14327" y="3301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2"/>
            <p:cNvSpPr/>
            <p:nvPr/>
          </p:nvSpPr>
          <p:spPr>
            <a:xfrm>
              <a:off x="6610289" y="2200771"/>
              <a:ext cx="37923" cy="48247"/>
            </a:xfrm>
            <a:custGeom>
              <a:rect b="b" l="l" r="r" t="t"/>
              <a:pathLst>
                <a:path extrusionOk="0" h="48247" w="37923">
                  <a:moveTo>
                    <a:pt x="37081" y="32165"/>
                  </a:moveTo>
                  <a:cubicBezTo>
                    <a:pt x="37081" y="37244"/>
                    <a:pt x="34553" y="41476"/>
                    <a:pt x="31182" y="44015"/>
                  </a:cubicBezTo>
                  <a:cubicBezTo>
                    <a:pt x="27811" y="46554"/>
                    <a:pt x="23597" y="48247"/>
                    <a:pt x="18540" y="48247"/>
                  </a:cubicBezTo>
                  <a:cubicBezTo>
                    <a:pt x="13484" y="48247"/>
                    <a:pt x="8427" y="46554"/>
                    <a:pt x="5057" y="42322"/>
                  </a:cubicBezTo>
                  <a:cubicBezTo>
                    <a:pt x="1686" y="38090"/>
                    <a:pt x="0" y="33011"/>
                    <a:pt x="0" y="26240"/>
                  </a:cubicBezTo>
                  <a:lnTo>
                    <a:pt x="0" y="22008"/>
                  </a:lnTo>
                  <a:cubicBezTo>
                    <a:pt x="0" y="17775"/>
                    <a:pt x="0" y="13543"/>
                    <a:pt x="2528" y="10157"/>
                  </a:cubicBezTo>
                  <a:cubicBezTo>
                    <a:pt x="5057" y="6772"/>
                    <a:pt x="6742" y="4232"/>
                    <a:pt x="9270" y="2539"/>
                  </a:cubicBezTo>
                  <a:cubicBezTo>
                    <a:pt x="11798" y="846"/>
                    <a:pt x="15169" y="0"/>
                    <a:pt x="19383" y="0"/>
                  </a:cubicBezTo>
                  <a:cubicBezTo>
                    <a:pt x="23597" y="0"/>
                    <a:pt x="28653" y="1693"/>
                    <a:pt x="32024" y="4232"/>
                  </a:cubicBezTo>
                  <a:cubicBezTo>
                    <a:pt x="35395" y="6772"/>
                    <a:pt x="37081" y="11004"/>
                    <a:pt x="37081" y="16082"/>
                  </a:cubicBezTo>
                  <a:lnTo>
                    <a:pt x="30339" y="16082"/>
                  </a:lnTo>
                  <a:cubicBezTo>
                    <a:pt x="30339" y="11850"/>
                    <a:pt x="28653" y="9311"/>
                    <a:pt x="26968" y="7618"/>
                  </a:cubicBezTo>
                  <a:cubicBezTo>
                    <a:pt x="25282" y="5925"/>
                    <a:pt x="22754" y="5079"/>
                    <a:pt x="19383" y="5079"/>
                  </a:cubicBezTo>
                  <a:cubicBezTo>
                    <a:pt x="16012" y="5079"/>
                    <a:pt x="11798" y="6772"/>
                    <a:pt x="10113" y="9311"/>
                  </a:cubicBezTo>
                  <a:cubicBezTo>
                    <a:pt x="7585" y="12697"/>
                    <a:pt x="6742" y="16929"/>
                    <a:pt x="6742" y="22008"/>
                  </a:cubicBezTo>
                  <a:lnTo>
                    <a:pt x="6742" y="27086"/>
                  </a:lnTo>
                  <a:cubicBezTo>
                    <a:pt x="6742" y="32165"/>
                    <a:pt x="7585" y="36397"/>
                    <a:pt x="10113" y="39783"/>
                  </a:cubicBezTo>
                  <a:cubicBezTo>
                    <a:pt x="12641" y="43169"/>
                    <a:pt x="15169" y="44015"/>
                    <a:pt x="19383" y="44015"/>
                  </a:cubicBezTo>
                  <a:cubicBezTo>
                    <a:pt x="23597" y="44015"/>
                    <a:pt x="25282" y="44015"/>
                    <a:pt x="27811" y="41476"/>
                  </a:cubicBezTo>
                  <a:cubicBezTo>
                    <a:pt x="30339" y="38936"/>
                    <a:pt x="31182" y="37244"/>
                    <a:pt x="31182" y="33011"/>
                  </a:cubicBezTo>
                  <a:lnTo>
                    <a:pt x="37924" y="3301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52"/>
            <p:cNvSpPr/>
            <p:nvPr/>
          </p:nvSpPr>
          <p:spPr>
            <a:xfrm>
              <a:off x="6660012" y="2200771"/>
              <a:ext cx="38766" cy="48247"/>
            </a:xfrm>
            <a:custGeom>
              <a:rect b="b" l="l" r="r" t="t"/>
              <a:pathLst>
                <a:path extrusionOk="0" h="48247" w="38766">
                  <a:moveTo>
                    <a:pt x="38766" y="24547"/>
                  </a:moveTo>
                  <a:cubicBezTo>
                    <a:pt x="38766" y="29626"/>
                    <a:pt x="38766" y="33011"/>
                    <a:pt x="36238" y="37244"/>
                  </a:cubicBezTo>
                  <a:cubicBezTo>
                    <a:pt x="33710" y="41476"/>
                    <a:pt x="32024" y="43169"/>
                    <a:pt x="29496" y="45708"/>
                  </a:cubicBezTo>
                  <a:cubicBezTo>
                    <a:pt x="26968" y="48247"/>
                    <a:pt x="23597" y="48247"/>
                    <a:pt x="19383" y="48247"/>
                  </a:cubicBezTo>
                  <a:cubicBezTo>
                    <a:pt x="15169" y="48247"/>
                    <a:pt x="12641" y="47401"/>
                    <a:pt x="9270" y="45708"/>
                  </a:cubicBezTo>
                  <a:cubicBezTo>
                    <a:pt x="5899" y="44015"/>
                    <a:pt x="4214" y="41476"/>
                    <a:pt x="2528" y="38090"/>
                  </a:cubicBezTo>
                  <a:cubicBezTo>
                    <a:pt x="843" y="34704"/>
                    <a:pt x="0" y="30472"/>
                    <a:pt x="0" y="26240"/>
                  </a:cubicBezTo>
                  <a:lnTo>
                    <a:pt x="0" y="22854"/>
                  </a:lnTo>
                  <a:cubicBezTo>
                    <a:pt x="0" y="18622"/>
                    <a:pt x="0" y="14390"/>
                    <a:pt x="2528" y="11004"/>
                  </a:cubicBezTo>
                  <a:cubicBezTo>
                    <a:pt x="5056" y="7618"/>
                    <a:pt x="6742" y="5079"/>
                    <a:pt x="9270" y="2539"/>
                  </a:cubicBezTo>
                  <a:cubicBezTo>
                    <a:pt x="11798" y="0"/>
                    <a:pt x="15169" y="0"/>
                    <a:pt x="19383" y="0"/>
                  </a:cubicBezTo>
                  <a:cubicBezTo>
                    <a:pt x="23597" y="0"/>
                    <a:pt x="26968" y="846"/>
                    <a:pt x="29496" y="2539"/>
                  </a:cubicBezTo>
                  <a:cubicBezTo>
                    <a:pt x="32024" y="4232"/>
                    <a:pt x="34553" y="6772"/>
                    <a:pt x="36238" y="11004"/>
                  </a:cubicBezTo>
                  <a:cubicBezTo>
                    <a:pt x="37924" y="15236"/>
                    <a:pt x="38766" y="18622"/>
                    <a:pt x="38766" y="23700"/>
                  </a:cubicBezTo>
                  <a:lnTo>
                    <a:pt x="38766" y="27086"/>
                  </a:lnTo>
                  <a:close/>
                  <a:moveTo>
                    <a:pt x="32024" y="22008"/>
                  </a:moveTo>
                  <a:cubicBezTo>
                    <a:pt x="32024" y="16082"/>
                    <a:pt x="31182" y="11850"/>
                    <a:pt x="28653" y="8464"/>
                  </a:cubicBezTo>
                  <a:cubicBezTo>
                    <a:pt x="26125" y="5079"/>
                    <a:pt x="23597" y="4232"/>
                    <a:pt x="19383" y="4232"/>
                  </a:cubicBezTo>
                  <a:cubicBezTo>
                    <a:pt x="15169" y="4232"/>
                    <a:pt x="12641" y="5925"/>
                    <a:pt x="10113" y="8464"/>
                  </a:cubicBezTo>
                  <a:cubicBezTo>
                    <a:pt x="7585" y="11004"/>
                    <a:pt x="6742" y="16082"/>
                    <a:pt x="6742" y="21161"/>
                  </a:cubicBezTo>
                  <a:lnTo>
                    <a:pt x="6742" y="24547"/>
                  </a:lnTo>
                  <a:cubicBezTo>
                    <a:pt x="6742" y="30472"/>
                    <a:pt x="7585" y="34704"/>
                    <a:pt x="10113" y="37244"/>
                  </a:cubicBezTo>
                  <a:cubicBezTo>
                    <a:pt x="12641" y="39783"/>
                    <a:pt x="16012" y="42322"/>
                    <a:pt x="19383" y="42322"/>
                  </a:cubicBezTo>
                  <a:cubicBezTo>
                    <a:pt x="22754" y="42322"/>
                    <a:pt x="26968" y="40629"/>
                    <a:pt x="28653" y="38090"/>
                  </a:cubicBezTo>
                  <a:cubicBezTo>
                    <a:pt x="30339" y="35551"/>
                    <a:pt x="32024" y="30472"/>
                    <a:pt x="32024" y="25393"/>
                  </a:cubicBezTo>
                  <a:lnTo>
                    <a:pt x="32024" y="2200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52"/>
            <p:cNvSpPr/>
            <p:nvPr/>
          </p:nvSpPr>
          <p:spPr>
            <a:xfrm>
              <a:off x="6713947" y="2199925"/>
              <a:ext cx="34552" cy="48247"/>
            </a:xfrm>
            <a:custGeom>
              <a:rect b="b" l="l" r="r" t="t"/>
              <a:pathLst>
                <a:path extrusionOk="0" h="48247" w="34552">
                  <a:moveTo>
                    <a:pt x="17698" y="28779"/>
                  </a:moveTo>
                  <a:lnTo>
                    <a:pt x="6742" y="28779"/>
                  </a:lnTo>
                  <a:lnTo>
                    <a:pt x="6742" y="48247"/>
                  </a:lnTo>
                  <a:lnTo>
                    <a:pt x="0" y="48247"/>
                  </a:lnTo>
                  <a:lnTo>
                    <a:pt x="0" y="0"/>
                  </a:lnTo>
                  <a:lnTo>
                    <a:pt x="16012" y="0"/>
                  </a:lnTo>
                  <a:cubicBezTo>
                    <a:pt x="21069" y="0"/>
                    <a:pt x="25282" y="846"/>
                    <a:pt x="28653" y="3386"/>
                  </a:cubicBezTo>
                  <a:cubicBezTo>
                    <a:pt x="32024" y="5925"/>
                    <a:pt x="32867" y="9311"/>
                    <a:pt x="32867" y="14390"/>
                  </a:cubicBezTo>
                  <a:cubicBezTo>
                    <a:pt x="32867" y="19468"/>
                    <a:pt x="32867" y="20315"/>
                    <a:pt x="30339" y="22008"/>
                  </a:cubicBezTo>
                  <a:cubicBezTo>
                    <a:pt x="27811" y="23700"/>
                    <a:pt x="26125" y="26240"/>
                    <a:pt x="23597" y="27086"/>
                  </a:cubicBezTo>
                  <a:lnTo>
                    <a:pt x="34553" y="47401"/>
                  </a:lnTo>
                  <a:lnTo>
                    <a:pt x="34553" y="47401"/>
                  </a:lnTo>
                  <a:cubicBezTo>
                    <a:pt x="34553" y="47401"/>
                    <a:pt x="27811" y="47401"/>
                    <a:pt x="27811" y="47401"/>
                  </a:cubicBezTo>
                  <a:lnTo>
                    <a:pt x="17698" y="27933"/>
                  </a:lnTo>
                  <a:close/>
                  <a:moveTo>
                    <a:pt x="6742" y="23700"/>
                  </a:moveTo>
                  <a:lnTo>
                    <a:pt x="16855" y="23700"/>
                  </a:lnTo>
                  <a:cubicBezTo>
                    <a:pt x="20226" y="23700"/>
                    <a:pt x="22754" y="23700"/>
                    <a:pt x="24440" y="21161"/>
                  </a:cubicBezTo>
                  <a:cubicBezTo>
                    <a:pt x="26125" y="19468"/>
                    <a:pt x="26968" y="16929"/>
                    <a:pt x="26968" y="14390"/>
                  </a:cubicBezTo>
                  <a:cubicBezTo>
                    <a:pt x="26968" y="11850"/>
                    <a:pt x="26125" y="9311"/>
                    <a:pt x="24440" y="7618"/>
                  </a:cubicBezTo>
                  <a:cubicBezTo>
                    <a:pt x="22754" y="5925"/>
                    <a:pt x="20226" y="5079"/>
                    <a:pt x="16855" y="5079"/>
                  </a:cubicBezTo>
                  <a:lnTo>
                    <a:pt x="7585" y="5079"/>
                  </a:lnTo>
                  <a:lnTo>
                    <a:pt x="7585" y="2370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52"/>
            <p:cNvSpPr/>
            <p:nvPr/>
          </p:nvSpPr>
          <p:spPr>
            <a:xfrm>
              <a:off x="6761984" y="2199925"/>
              <a:ext cx="30338" cy="48247"/>
            </a:xfrm>
            <a:custGeom>
              <a:rect b="b" l="l" r="r" t="t"/>
              <a:pathLst>
                <a:path extrusionOk="0" h="48247" w="30338">
                  <a:moveTo>
                    <a:pt x="26968" y="26240"/>
                  </a:moveTo>
                  <a:lnTo>
                    <a:pt x="5899" y="26240"/>
                  </a:lnTo>
                  <a:lnTo>
                    <a:pt x="5899" y="43169"/>
                  </a:lnTo>
                  <a:lnTo>
                    <a:pt x="30339" y="43169"/>
                  </a:lnTo>
                  <a:lnTo>
                    <a:pt x="30339" y="48247"/>
                  </a:lnTo>
                  <a:lnTo>
                    <a:pt x="0" y="48247"/>
                  </a:lnTo>
                  <a:lnTo>
                    <a:pt x="0" y="0"/>
                  </a:lnTo>
                  <a:lnTo>
                    <a:pt x="30339" y="0"/>
                  </a:lnTo>
                  <a:lnTo>
                    <a:pt x="30339" y="5079"/>
                  </a:lnTo>
                  <a:lnTo>
                    <a:pt x="6742" y="5079"/>
                  </a:lnTo>
                  <a:lnTo>
                    <a:pt x="6742" y="20315"/>
                  </a:lnTo>
                  <a:lnTo>
                    <a:pt x="27811" y="20315"/>
                  </a:lnTo>
                  <a:lnTo>
                    <a:pt x="27811" y="253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52"/>
            <p:cNvSpPr/>
            <p:nvPr/>
          </p:nvSpPr>
          <p:spPr>
            <a:xfrm>
              <a:off x="6881654" y="2199925"/>
              <a:ext cx="39609" cy="48247"/>
            </a:xfrm>
            <a:custGeom>
              <a:rect b="b" l="l" r="r" t="t"/>
              <a:pathLst>
                <a:path extrusionOk="0" h="48247" w="39609">
                  <a:moveTo>
                    <a:pt x="39609" y="48247"/>
                  </a:moveTo>
                  <a:lnTo>
                    <a:pt x="29496" y="48247"/>
                  </a:lnTo>
                  <a:lnTo>
                    <a:pt x="10113" y="16929"/>
                  </a:lnTo>
                  <a:lnTo>
                    <a:pt x="10113" y="48247"/>
                  </a:lnTo>
                  <a:lnTo>
                    <a:pt x="0" y="48247"/>
                  </a:lnTo>
                  <a:lnTo>
                    <a:pt x="0" y="0"/>
                  </a:lnTo>
                  <a:lnTo>
                    <a:pt x="10113" y="0"/>
                  </a:lnTo>
                  <a:lnTo>
                    <a:pt x="29496" y="32165"/>
                  </a:lnTo>
                  <a:lnTo>
                    <a:pt x="29496" y="0"/>
                  </a:lnTo>
                  <a:lnTo>
                    <a:pt x="39609" y="0"/>
                  </a:lnTo>
                  <a:lnTo>
                    <a:pt x="39609" y="4824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52"/>
            <p:cNvSpPr/>
            <p:nvPr/>
          </p:nvSpPr>
          <p:spPr>
            <a:xfrm>
              <a:off x="6936433" y="2199079"/>
              <a:ext cx="32024" cy="48247"/>
            </a:xfrm>
            <a:custGeom>
              <a:rect b="b" l="l" r="r" t="t"/>
              <a:pathLst>
                <a:path extrusionOk="0" h="48247" w="32024">
                  <a:moveTo>
                    <a:pt x="28653" y="27933"/>
                  </a:moveTo>
                  <a:lnTo>
                    <a:pt x="10113" y="27933"/>
                  </a:lnTo>
                  <a:lnTo>
                    <a:pt x="10113" y="40629"/>
                  </a:lnTo>
                  <a:lnTo>
                    <a:pt x="32024" y="40629"/>
                  </a:lnTo>
                  <a:lnTo>
                    <a:pt x="32024" y="48247"/>
                  </a:lnTo>
                  <a:lnTo>
                    <a:pt x="0" y="48247"/>
                  </a:lnTo>
                  <a:lnTo>
                    <a:pt x="0" y="0"/>
                  </a:lnTo>
                  <a:lnTo>
                    <a:pt x="32024" y="0"/>
                  </a:lnTo>
                  <a:lnTo>
                    <a:pt x="32024" y="7618"/>
                  </a:lnTo>
                  <a:lnTo>
                    <a:pt x="10113" y="7618"/>
                  </a:lnTo>
                  <a:lnTo>
                    <a:pt x="10113" y="19468"/>
                  </a:lnTo>
                  <a:lnTo>
                    <a:pt x="28653" y="19468"/>
                  </a:lnTo>
                  <a:lnTo>
                    <a:pt x="28653" y="2708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52"/>
            <p:cNvSpPr/>
            <p:nvPr/>
          </p:nvSpPr>
          <p:spPr>
            <a:xfrm>
              <a:off x="6976884" y="2199925"/>
              <a:ext cx="57306" cy="48247"/>
            </a:xfrm>
            <a:custGeom>
              <a:rect b="b" l="l" r="r" t="t"/>
              <a:pathLst>
                <a:path extrusionOk="0" h="48247" w="57306">
                  <a:moveTo>
                    <a:pt x="40452" y="33858"/>
                  </a:moveTo>
                  <a:lnTo>
                    <a:pt x="47194" y="0"/>
                  </a:lnTo>
                  <a:lnTo>
                    <a:pt x="57307" y="0"/>
                  </a:lnTo>
                  <a:lnTo>
                    <a:pt x="46351" y="48247"/>
                  </a:lnTo>
                  <a:lnTo>
                    <a:pt x="36238" y="48247"/>
                  </a:lnTo>
                  <a:lnTo>
                    <a:pt x="28653" y="16082"/>
                  </a:lnTo>
                  <a:lnTo>
                    <a:pt x="21069" y="48247"/>
                  </a:lnTo>
                  <a:lnTo>
                    <a:pt x="10956" y="48247"/>
                  </a:lnTo>
                  <a:lnTo>
                    <a:pt x="0" y="0"/>
                  </a:lnTo>
                  <a:lnTo>
                    <a:pt x="10113" y="0"/>
                  </a:lnTo>
                  <a:lnTo>
                    <a:pt x="16855" y="33858"/>
                  </a:lnTo>
                  <a:lnTo>
                    <a:pt x="24440" y="0"/>
                  </a:lnTo>
                  <a:lnTo>
                    <a:pt x="32867" y="0"/>
                  </a:lnTo>
                  <a:lnTo>
                    <a:pt x="40452" y="3385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2"/>
            <p:cNvSpPr/>
            <p:nvPr/>
          </p:nvSpPr>
          <p:spPr>
            <a:xfrm>
              <a:off x="7066216" y="2199079"/>
              <a:ext cx="37080" cy="49940"/>
            </a:xfrm>
            <a:custGeom>
              <a:rect b="b" l="l" r="r" t="t"/>
              <a:pathLst>
                <a:path extrusionOk="0" h="49940" w="37080">
                  <a:moveTo>
                    <a:pt x="26125" y="36397"/>
                  </a:moveTo>
                  <a:cubicBezTo>
                    <a:pt x="26125" y="34704"/>
                    <a:pt x="26125" y="33011"/>
                    <a:pt x="24440" y="32165"/>
                  </a:cubicBezTo>
                  <a:cubicBezTo>
                    <a:pt x="22754" y="31318"/>
                    <a:pt x="21069" y="30472"/>
                    <a:pt x="17698" y="28779"/>
                  </a:cubicBezTo>
                  <a:cubicBezTo>
                    <a:pt x="14327" y="27086"/>
                    <a:pt x="11798" y="26240"/>
                    <a:pt x="9270" y="25393"/>
                  </a:cubicBezTo>
                  <a:cubicBezTo>
                    <a:pt x="4214" y="22854"/>
                    <a:pt x="843" y="18622"/>
                    <a:pt x="843" y="13543"/>
                  </a:cubicBezTo>
                  <a:cubicBezTo>
                    <a:pt x="843" y="8464"/>
                    <a:pt x="843" y="8464"/>
                    <a:pt x="3371" y="6772"/>
                  </a:cubicBezTo>
                  <a:cubicBezTo>
                    <a:pt x="5899" y="5079"/>
                    <a:pt x="6742" y="3386"/>
                    <a:pt x="9270" y="1693"/>
                  </a:cubicBezTo>
                  <a:cubicBezTo>
                    <a:pt x="11798" y="0"/>
                    <a:pt x="15169" y="0"/>
                    <a:pt x="18540" y="0"/>
                  </a:cubicBezTo>
                  <a:cubicBezTo>
                    <a:pt x="21911" y="0"/>
                    <a:pt x="25282" y="0"/>
                    <a:pt x="27811" y="1693"/>
                  </a:cubicBezTo>
                  <a:cubicBezTo>
                    <a:pt x="30339" y="3386"/>
                    <a:pt x="32867" y="5079"/>
                    <a:pt x="33710" y="6772"/>
                  </a:cubicBezTo>
                  <a:cubicBezTo>
                    <a:pt x="34553" y="8464"/>
                    <a:pt x="36238" y="11850"/>
                    <a:pt x="36238" y="14390"/>
                  </a:cubicBezTo>
                  <a:lnTo>
                    <a:pt x="26125" y="14390"/>
                  </a:lnTo>
                  <a:cubicBezTo>
                    <a:pt x="26125" y="11850"/>
                    <a:pt x="26125" y="10157"/>
                    <a:pt x="24440" y="9311"/>
                  </a:cubicBezTo>
                  <a:cubicBezTo>
                    <a:pt x="22754" y="8464"/>
                    <a:pt x="21069" y="7618"/>
                    <a:pt x="18540" y="7618"/>
                  </a:cubicBezTo>
                  <a:cubicBezTo>
                    <a:pt x="16012" y="7618"/>
                    <a:pt x="14327" y="7618"/>
                    <a:pt x="12641" y="9311"/>
                  </a:cubicBezTo>
                  <a:cubicBezTo>
                    <a:pt x="10956" y="11004"/>
                    <a:pt x="10956" y="11850"/>
                    <a:pt x="10956" y="13543"/>
                  </a:cubicBezTo>
                  <a:cubicBezTo>
                    <a:pt x="10956" y="15236"/>
                    <a:pt x="10956" y="16082"/>
                    <a:pt x="13484" y="17775"/>
                  </a:cubicBezTo>
                  <a:cubicBezTo>
                    <a:pt x="16012" y="19468"/>
                    <a:pt x="17698" y="19468"/>
                    <a:pt x="20226" y="21161"/>
                  </a:cubicBezTo>
                  <a:cubicBezTo>
                    <a:pt x="26125" y="22854"/>
                    <a:pt x="30339" y="24547"/>
                    <a:pt x="32867" y="27086"/>
                  </a:cubicBezTo>
                  <a:cubicBezTo>
                    <a:pt x="35395" y="29626"/>
                    <a:pt x="37081" y="33011"/>
                    <a:pt x="37081" y="36397"/>
                  </a:cubicBezTo>
                  <a:cubicBezTo>
                    <a:pt x="37081" y="39783"/>
                    <a:pt x="35395" y="44015"/>
                    <a:pt x="32024" y="46554"/>
                  </a:cubicBezTo>
                  <a:cubicBezTo>
                    <a:pt x="28653" y="49094"/>
                    <a:pt x="24440" y="49940"/>
                    <a:pt x="19383" y="49940"/>
                  </a:cubicBezTo>
                  <a:cubicBezTo>
                    <a:pt x="14327" y="49940"/>
                    <a:pt x="12641" y="49940"/>
                    <a:pt x="9270" y="48247"/>
                  </a:cubicBezTo>
                  <a:cubicBezTo>
                    <a:pt x="5899" y="46554"/>
                    <a:pt x="4214" y="44862"/>
                    <a:pt x="2528" y="42322"/>
                  </a:cubicBezTo>
                  <a:cubicBezTo>
                    <a:pt x="843" y="39783"/>
                    <a:pt x="0" y="37244"/>
                    <a:pt x="0" y="33858"/>
                  </a:cubicBezTo>
                  <a:lnTo>
                    <a:pt x="10113" y="33858"/>
                  </a:lnTo>
                  <a:cubicBezTo>
                    <a:pt x="10113" y="38936"/>
                    <a:pt x="13484" y="41476"/>
                    <a:pt x="19383" y="41476"/>
                  </a:cubicBezTo>
                  <a:cubicBezTo>
                    <a:pt x="25282" y="41476"/>
                    <a:pt x="23597" y="41476"/>
                    <a:pt x="25282" y="39783"/>
                  </a:cubicBezTo>
                  <a:cubicBezTo>
                    <a:pt x="26968" y="38090"/>
                    <a:pt x="26968" y="37244"/>
                    <a:pt x="26968" y="3555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2"/>
            <p:cNvSpPr/>
            <p:nvPr/>
          </p:nvSpPr>
          <p:spPr>
            <a:xfrm>
              <a:off x="7112567" y="2199925"/>
              <a:ext cx="38766" cy="47400"/>
            </a:xfrm>
            <a:custGeom>
              <a:rect b="b" l="l" r="r" t="t"/>
              <a:pathLst>
                <a:path extrusionOk="0" h="47400" w="38766">
                  <a:moveTo>
                    <a:pt x="38766" y="7618"/>
                  </a:moveTo>
                  <a:lnTo>
                    <a:pt x="24440" y="7618"/>
                  </a:lnTo>
                  <a:lnTo>
                    <a:pt x="24440" y="47401"/>
                  </a:lnTo>
                  <a:lnTo>
                    <a:pt x="14327" y="47401"/>
                  </a:lnTo>
                  <a:lnTo>
                    <a:pt x="14327" y="7618"/>
                  </a:lnTo>
                  <a:lnTo>
                    <a:pt x="0" y="7618"/>
                  </a:lnTo>
                  <a:lnTo>
                    <a:pt x="0" y="0"/>
                  </a:lnTo>
                  <a:lnTo>
                    <a:pt x="38766" y="0"/>
                  </a:lnTo>
                  <a:lnTo>
                    <a:pt x="38766" y="761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52"/>
            <p:cNvSpPr/>
            <p:nvPr/>
          </p:nvSpPr>
          <p:spPr>
            <a:xfrm>
              <a:off x="7163132" y="2199925"/>
              <a:ext cx="36238" cy="48247"/>
            </a:xfrm>
            <a:custGeom>
              <a:rect b="b" l="l" r="r" t="t"/>
              <a:pathLst>
                <a:path extrusionOk="0" h="48247" w="36238">
                  <a:moveTo>
                    <a:pt x="17698" y="30472"/>
                  </a:moveTo>
                  <a:lnTo>
                    <a:pt x="10113" y="30472"/>
                  </a:lnTo>
                  <a:lnTo>
                    <a:pt x="10113" y="48247"/>
                  </a:lnTo>
                  <a:lnTo>
                    <a:pt x="0" y="48247"/>
                  </a:lnTo>
                  <a:lnTo>
                    <a:pt x="0" y="0"/>
                  </a:lnTo>
                  <a:lnTo>
                    <a:pt x="17698" y="0"/>
                  </a:lnTo>
                  <a:cubicBezTo>
                    <a:pt x="23597" y="0"/>
                    <a:pt x="27811" y="846"/>
                    <a:pt x="31182" y="3386"/>
                  </a:cubicBezTo>
                  <a:cubicBezTo>
                    <a:pt x="34553" y="5925"/>
                    <a:pt x="35395" y="9311"/>
                    <a:pt x="35395" y="14390"/>
                  </a:cubicBezTo>
                  <a:cubicBezTo>
                    <a:pt x="35395" y="19468"/>
                    <a:pt x="35395" y="20315"/>
                    <a:pt x="32867" y="22854"/>
                  </a:cubicBezTo>
                  <a:cubicBezTo>
                    <a:pt x="30339" y="25393"/>
                    <a:pt x="29496" y="27086"/>
                    <a:pt x="26125" y="27933"/>
                  </a:cubicBezTo>
                  <a:lnTo>
                    <a:pt x="36238" y="47401"/>
                  </a:lnTo>
                  <a:lnTo>
                    <a:pt x="36238" y="47401"/>
                  </a:lnTo>
                  <a:cubicBezTo>
                    <a:pt x="36238" y="47401"/>
                    <a:pt x="25282" y="47401"/>
                    <a:pt x="25282" y="47401"/>
                  </a:cubicBezTo>
                  <a:lnTo>
                    <a:pt x="16012" y="29626"/>
                  </a:lnTo>
                  <a:close/>
                  <a:moveTo>
                    <a:pt x="10113" y="22854"/>
                  </a:moveTo>
                  <a:lnTo>
                    <a:pt x="17698" y="22854"/>
                  </a:lnTo>
                  <a:cubicBezTo>
                    <a:pt x="20226" y="22854"/>
                    <a:pt x="21911" y="22854"/>
                    <a:pt x="23597" y="21161"/>
                  </a:cubicBezTo>
                  <a:cubicBezTo>
                    <a:pt x="25282" y="19468"/>
                    <a:pt x="25282" y="17775"/>
                    <a:pt x="25282" y="16082"/>
                  </a:cubicBezTo>
                  <a:cubicBezTo>
                    <a:pt x="25282" y="14390"/>
                    <a:pt x="25282" y="11850"/>
                    <a:pt x="23597" y="11004"/>
                  </a:cubicBezTo>
                  <a:cubicBezTo>
                    <a:pt x="21911" y="10157"/>
                    <a:pt x="20226" y="9311"/>
                    <a:pt x="17698" y="9311"/>
                  </a:cubicBezTo>
                  <a:lnTo>
                    <a:pt x="10113" y="9311"/>
                  </a:lnTo>
                  <a:lnTo>
                    <a:pt x="10113" y="2370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52"/>
            <p:cNvSpPr/>
            <p:nvPr/>
          </p:nvSpPr>
          <p:spPr>
            <a:xfrm>
              <a:off x="7212011" y="2199079"/>
              <a:ext cx="32024" cy="48247"/>
            </a:xfrm>
            <a:custGeom>
              <a:rect b="b" l="l" r="r" t="t"/>
              <a:pathLst>
                <a:path extrusionOk="0" h="48247" w="32024">
                  <a:moveTo>
                    <a:pt x="28653" y="27933"/>
                  </a:moveTo>
                  <a:lnTo>
                    <a:pt x="10113" y="27933"/>
                  </a:lnTo>
                  <a:lnTo>
                    <a:pt x="10113" y="40629"/>
                  </a:lnTo>
                  <a:lnTo>
                    <a:pt x="32024" y="40629"/>
                  </a:lnTo>
                  <a:lnTo>
                    <a:pt x="32024" y="48247"/>
                  </a:lnTo>
                  <a:lnTo>
                    <a:pt x="0" y="48247"/>
                  </a:lnTo>
                  <a:lnTo>
                    <a:pt x="0" y="0"/>
                  </a:lnTo>
                  <a:lnTo>
                    <a:pt x="32024" y="0"/>
                  </a:lnTo>
                  <a:lnTo>
                    <a:pt x="32024" y="7618"/>
                  </a:lnTo>
                  <a:lnTo>
                    <a:pt x="10113" y="7618"/>
                  </a:lnTo>
                  <a:lnTo>
                    <a:pt x="10113" y="19468"/>
                  </a:lnTo>
                  <a:lnTo>
                    <a:pt x="28653" y="19468"/>
                  </a:lnTo>
                  <a:lnTo>
                    <a:pt x="28653" y="2708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52"/>
            <p:cNvSpPr/>
            <p:nvPr/>
          </p:nvSpPr>
          <p:spPr>
            <a:xfrm>
              <a:off x="7255834" y="2199925"/>
              <a:ext cx="39609" cy="48247"/>
            </a:xfrm>
            <a:custGeom>
              <a:rect b="b" l="l" r="r" t="t"/>
              <a:pathLst>
                <a:path extrusionOk="0" h="48247" w="39609">
                  <a:moveTo>
                    <a:pt x="39609" y="48247"/>
                  </a:moveTo>
                  <a:lnTo>
                    <a:pt x="29496" y="48247"/>
                  </a:lnTo>
                  <a:lnTo>
                    <a:pt x="10113" y="16929"/>
                  </a:lnTo>
                  <a:lnTo>
                    <a:pt x="10113" y="48247"/>
                  </a:lnTo>
                  <a:lnTo>
                    <a:pt x="0" y="48247"/>
                  </a:lnTo>
                  <a:lnTo>
                    <a:pt x="0" y="0"/>
                  </a:lnTo>
                  <a:lnTo>
                    <a:pt x="10113" y="0"/>
                  </a:lnTo>
                  <a:lnTo>
                    <a:pt x="29496" y="32165"/>
                  </a:lnTo>
                  <a:lnTo>
                    <a:pt x="29496" y="0"/>
                  </a:lnTo>
                  <a:lnTo>
                    <a:pt x="39609" y="0"/>
                  </a:lnTo>
                  <a:lnTo>
                    <a:pt x="39609" y="4824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52"/>
            <p:cNvSpPr/>
            <p:nvPr/>
          </p:nvSpPr>
          <p:spPr>
            <a:xfrm>
              <a:off x="7308084" y="2199925"/>
              <a:ext cx="39609" cy="49093"/>
            </a:xfrm>
            <a:custGeom>
              <a:rect b="b" l="l" r="r" t="t"/>
              <a:pathLst>
                <a:path extrusionOk="0" h="49093" w="39609">
                  <a:moveTo>
                    <a:pt x="39609" y="42322"/>
                  </a:moveTo>
                  <a:cubicBezTo>
                    <a:pt x="37924" y="44861"/>
                    <a:pt x="35395" y="45708"/>
                    <a:pt x="32024" y="47401"/>
                  </a:cubicBezTo>
                  <a:cubicBezTo>
                    <a:pt x="28653" y="49094"/>
                    <a:pt x="25282" y="49094"/>
                    <a:pt x="21069" y="49094"/>
                  </a:cubicBezTo>
                  <a:cubicBezTo>
                    <a:pt x="16855" y="49094"/>
                    <a:pt x="13484" y="48247"/>
                    <a:pt x="10113" y="46554"/>
                  </a:cubicBezTo>
                  <a:cubicBezTo>
                    <a:pt x="6742" y="44861"/>
                    <a:pt x="4214" y="42322"/>
                    <a:pt x="2528" y="38936"/>
                  </a:cubicBezTo>
                  <a:cubicBezTo>
                    <a:pt x="843" y="35551"/>
                    <a:pt x="0" y="31318"/>
                    <a:pt x="0" y="27086"/>
                  </a:cubicBezTo>
                  <a:lnTo>
                    <a:pt x="0" y="23700"/>
                  </a:lnTo>
                  <a:cubicBezTo>
                    <a:pt x="0" y="18622"/>
                    <a:pt x="0" y="14390"/>
                    <a:pt x="2528" y="11004"/>
                  </a:cubicBezTo>
                  <a:cubicBezTo>
                    <a:pt x="5057" y="7618"/>
                    <a:pt x="6742" y="5079"/>
                    <a:pt x="9270" y="2539"/>
                  </a:cubicBezTo>
                  <a:cubicBezTo>
                    <a:pt x="11799" y="0"/>
                    <a:pt x="16012" y="0"/>
                    <a:pt x="20226" y="0"/>
                  </a:cubicBezTo>
                  <a:cubicBezTo>
                    <a:pt x="24440" y="0"/>
                    <a:pt x="30339" y="1693"/>
                    <a:pt x="33710" y="4232"/>
                  </a:cubicBezTo>
                  <a:cubicBezTo>
                    <a:pt x="37081" y="6772"/>
                    <a:pt x="38766" y="11004"/>
                    <a:pt x="39609" y="16082"/>
                  </a:cubicBezTo>
                  <a:lnTo>
                    <a:pt x="30339" y="16082"/>
                  </a:lnTo>
                  <a:cubicBezTo>
                    <a:pt x="30339" y="13543"/>
                    <a:pt x="28653" y="11004"/>
                    <a:pt x="27811" y="10157"/>
                  </a:cubicBezTo>
                  <a:cubicBezTo>
                    <a:pt x="26968" y="9311"/>
                    <a:pt x="24440" y="8464"/>
                    <a:pt x="21911" y="8464"/>
                  </a:cubicBezTo>
                  <a:cubicBezTo>
                    <a:pt x="19383" y="8464"/>
                    <a:pt x="16012" y="9311"/>
                    <a:pt x="14327" y="11850"/>
                  </a:cubicBezTo>
                  <a:cubicBezTo>
                    <a:pt x="12641" y="14390"/>
                    <a:pt x="11799" y="17775"/>
                    <a:pt x="11799" y="22854"/>
                  </a:cubicBezTo>
                  <a:lnTo>
                    <a:pt x="11799" y="26240"/>
                  </a:lnTo>
                  <a:cubicBezTo>
                    <a:pt x="11799" y="31318"/>
                    <a:pt x="12641" y="34704"/>
                    <a:pt x="14327" y="38090"/>
                  </a:cubicBezTo>
                  <a:cubicBezTo>
                    <a:pt x="16012" y="41476"/>
                    <a:pt x="19383" y="42322"/>
                    <a:pt x="22754" y="42322"/>
                  </a:cubicBezTo>
                  <a:cubicBezTo>
                    <a:pt x="26125" y="42322"/>
                    <a:pt x="29496" y="42322"/>
                    <a:pt x="30339" y="39783"/>
                  </a:cubicBezTo>
                  <a:lnTo>
                    <a:pt x="30339" y="31318"/>
                  </a:lnTo>
                  <a:lnTo>
                    <a:pt x="21069" y="31318"/>
                  </a:lnTo>
                  <a:lnTo>
                    <a:pt x="21069" y="23700"/>
                  </a:lnTo>
                  <a:lnTo>
                    <a:pt x="39609" y="23700"/>
                  </a:lnTo>
                  <a:lnTo>
                    <a:pt x="39609" y="431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2"/>
            <p:cNvSpPr/>
            <p:nvPr/>
          </p:nvSpPr>
          <p:spPr>
            <a:xfrm>
              <a:off x="7405627" y="2199925"/>
              <a:ext cx="39609" cy="48247"/>
            </a:xfrm>
            <a:custGeom>
              <a:rect b="b" l="l" r="r" t="t"/>
              <a:pathLst>
                <a:path extrusionOk="0" h="48247" w="39609">
                  <a:moveTo>
                    <a:pt x="39609" y="48247"/>
                  </a:moveTo>
                  <a:lnTo>
                    <a:pt x="29496" y="48247"/>
                  </a:lnTo>
                  <a:lnTo>
                    <a:pt x="29496" y="27933"/>
                  </a:lnTo>
                  <a:lnTo>
                    <a:pt x="10113" y="27933"/>
                  </a:lnTo>
                  <a:lnTo>
                    <a:pt x="10113" y="48247"/>
                  </a:lnTo>
                  <a:lnTo>
                    <a:pt x="0" y="48247"/>
                  </a:lnTo>
                  <a:lnTo>
                    <a:pt x="0" y="0"/>
                  </a:lnTo>
                  <a:lnTo>
                    <a:pt x="10113" y="0"/>
                  </a:lnTo>
                  <a:lnTo>
                    <a:pt x="10113" y="19468"/>
                  </a:lnTo>
                  <a:lnTo>
                    <a:pt x="29496" y="19468"/>
                  </a:lnTo>
                  <a:lnTo>
                    <a:pt x="29496" y="0"/>
                  </a:lnTo>
                  <a:lnTo>
                    <a:pt x="39609" y="0"/>
                  </a:lnTo>
                  <a:lnTo>
                    <a:pt x="39609" y="4824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2"/>
            <p:cNvSpPr/>
            <p:nvPr/>
          </p:nvSpPr>
          <p:spPr>
            <a:xfrm>
              <a:off x="7354592" y="2199925"/>
              <a:ext cx="38766" cy="47400"/>
            </a:xfrm>
            <a:custGeom>
              <a:rect b="b" l="l" r="r" t="t"/>
              <a:pathLst>
                <a:path extrusionOk="0" h="47400" w="38766">
                  <a:moveTo>
                    <a:pt x="38766" y="7618"/>
                  </a:moveTo>
                  <a:lnTo>
                    <a:pt x="24440" y="7618"/>
                  </a:lnTo>
                  <a:lnTo>
                    <a:pt x="24440" y="47401"/>
                  </a:lnTo>
                  <a:lnTo>
                    <a:pt x="14327" y="47401"/>
                  </a:lnTo>
                  <a:lnTo>
                    <a:pt x="14327" y="7618"/>
                  </a:lnTo>
                  <a:lnTo>
                    <a:pt x="0" y="7618"/>
                  </a:lnTo>
                  <a:lnTo>
                    <a:pt x="0" y="0"/>
                  </a:lnTo>
                  <a:lnTo>
                    <a:pt x="38766" y="0"/>
                  </a:lnTo>
                  <a:lnTo>
                    <a:pt x="38766" y="761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52"/>
            <p:cNvSpPr/>
            <p:nvPr/>
          </p:nvSpPr>
          <p:spPr>
            <a:xfrm>
              <a:off x="7457446" y="2199079"/>
              <a:ext cx="37080" cy="49940"/>
            </a:xfrm>
            <a:custGeom>
              <a:rect b="b" l="l" r="r" t="t"/>
              <a:pathLst>
                <a:path extrusionOk="0" h="49940" w="37080">
                  <a:moveTo>
                    <a:pt x="26125" y="36397"/>
                  </a:moveTo>
                  <a:cubicBezTo>
                    <a:pt x="26125" y="34704"/>
                    <a:pt x="26125" y="33011"/>
                    <a:pt x="24440" y="32165"/>
                  </a:cubicBezTo>
                  <a:cubicBezTo>
                    <a:pt x="22754" y="31318"/>
                    <a:pt x="21069" y="30472"/>
                    <a:pt x="17698" y="28779"/>
                  </a:cubicBezTo>
                  <a:cubicBezTo>
                    <a:pt x="14327" y="27086"/>
                    <a:pt x="11798" y="26240"/>
                    <a:pt x="9270" y="25393"/>
                  </a:cubicBezTo>
                  <a:cubicBezTo>
                    <a:pt x="4214" y="22854"/>
                    <a:pt x="843" y="18622"/>
                    <a:pt x="843" y="13543"/>
                  </a:cubicBezTo>
                  <a:cubicBezTo>
                    <a:pt x="843" y="8464"/>
                    <a:pt x="843" y="8464"/>
                    <a:pt x="3371" y="6772"/>
                  </a:cubicBezTo>
                  <a:cubicBezTo>
                    <a:pt x="5899" y="5079"/>
                    <a:pt x="6742" y="3386"/>
                    <a:pt x="9270" y="1693"/>
                  </a:cubicBezTo>
                  <a:cubicBezTo>
                    <a:pt x="11798" y="0"/>
                    <a:pt x="15169" y="0"/>
                    <a:pt x="18540" y="0"/>
                  </a:cubicBezTo>
                  <a:cubicBezTo>
                    <a:pt x="21911" y="0"/>
                    <a:pt x="25282" y="0"/>
                    <a:pt x="27811" y="1693"/>
                  </a:cubicBezTo>
                  <a:cubicBezTo>
                    <a:pt x="30339" y="3386"/>
                    <a:pt x="32867" y="5079"/>
                    <a:pt x="33710" y="6772"/>
                  </a:cubicBezTo>
                  <a:cubicBezTo>
                    <a:pt x="34553" y="8464"/>
                    <a:pt x="36238" y="11850"/>
                    <a:pt x="36238" y="14390"/>
                  </a:cubicBezTo>
                  <a:lnTo>
                    <a:pt x="26125" y="14390"/>
                  </a:lnTo>
                  <a:cubicBezTo>
                    <a:pt x="26125" y="11850"/>
                    <a:pt x="26125" y="10157"/>
                    <a:pt x="24440" y="9311"/>
                  </a:cubicBezTo>
                  <a:cubicBezTo>
                    <a:pt x="22754" y="8464"/>
                    <a:pt x="21069" y="7618"/>
                    <a:pt x="18540" y="7618"/>
                  </a:cubicBezTo>
                  <a:cubicBezTo>
                    <a:pt x="16012" y="7618"/>
                    <a:pt x="14327" y="7618"/>
                    <a:pt x="12641" y="9311"/>
                  </a:cubicBezTo>
                  <a:cubicBezTo>
                    <a:pt x="10956" y="11004"/>
                    <a:pt x="10956" y="11850"/>
                    <a:pt x="10956" y="13543"/>
                  </a:cubicBezTo>
                  <a:cubicBezTo>
                    <a:pt x="10956" y="15236"/>
                    <a:pt x="10956" y="16082"/>
                    <a:pt x="13484" y="17775"/>
                  </a:cubicBezTo>
                  <a:cubicBezTo>
                    <a:pt x="16012" y="19468"/>
                    <a:pt x="17698" y="19468"/>
                    <a:pt x="20226" y="21161"/>
                  </a:cubicBezTo>
                  <a:cubicBezTo>
                    <a:pt x="26125" y="22854"/>
                    <a:pt x="30339" y="24547"/>
                    <a:pt x="32867" y="27086"/>
                  </a:cubicBezTo>
                  <a:cubicBezTo>
                    <a:pt x="35395" y="29626"/>
                    <a:pt x="37081" y="33011"/>
                    <a:pt x="37081" y="36397"/>
                  </a:cubicBezTo>
                  <a:cubicBezTo>
                    <a:pt x="37081" y="39783"/>
                    <a:pt x="35395" y="44015"/>
                    <a:pt x="32024" y="46554"/>
                  </a:cubicBezTo>
                  <a:cubicBezTo>
                    <a:pt x="28653" y="49094"/>
                    <a:pt x="24440" y="49940"/>
                    <a:pt x="19383" y="49940"/>
                  </a:cubicBezTo>
                  <a:cubicBezTo>
                    <a:pt x="14327" y="49940"/>
                    <a:pt x="12641" y="49940"/>
                    <a:pt x="9270" y="48247"/>
                  </a:cubicBezTo>
                  <a:cubicBezTo>
                    <a:pt x="5899" y="46554"/>
                    <a:pt x="4214" y="44862"/>
                    <a:pt x="2528" y="42322"/>
                  </a:cubicBezTo>
                  <a:cubicBezTo>
                    <a:pt x="843" y="39783"/>
                    <a:pt x="0" y="37244"/>
                    <a:pt x="0" y="33858"/>
                  </a:cubicBezTo>
                  <a:lnTo>
                    <a:pt x="10113" y="33858"/>
                  </a:lnTo>
                  <a:cubicBezTo>
                    <a:pt x="10113" y="38936"/>
                    <a:pt x="13484" y="41476"/>
                    <a:pt x="19383" y="41476"/>
                  </a:cubicBezTo>
                  <a:cubicBezTo>
                    <a:pt x="25282" y="41476"/>
                    <a:pt x="23597" y="41476"/>
                    <a:pt x="25282" y="39783"/>
                  </a:cubicBezTo>
                  <a:cubicBezTo>
                    <a:pt x="26968" y="38090"/>
                    <a:pt x="26968" y="37244"/>
                    <a:pt x="26968" y="3555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52"/>
            <p:cNvSpPr/>
            <p:nvPr/>
          </p:nvSpPr>
          <p:spPr>
            <a:xfrm>
              <a:off x="7737042" y="1507535"/>
              <a:ext cx="40451" cy="259858"/>
            </a:xfrm>
            <a:custGeom>
              <a:rect b="b" l="l" r="r" t="t"/>
              <a:pathLst>
                <a:path extrusionOk="0" h="259858" w="40451">
                  <a:moveTo>
                    <a:pt x="0" y="0"/>
                  </a:moveTo>
                  <a:lnTo>
                    <a:pt x="40452" y="0"/>
                  </a:lnTo>
                  <a:lnTo>
                    <a:pt x="36238" y="259858"/>
                  </a:lnTo>
                  <a:lnTo>
                    <a:pt x="5899" y="259858"/>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2"/>
            <p:cNvSpPr/>
            <p:nvPr/>
          </p:nvSpPr>
          <p:spPr>
            <a:xfrm>
              <a:off x="7737042" y="1814793"/>
              <a:ext cx="40451" cy="260704"/>
            </a:xfrm>
            <a:custGeom>
              <a:rect b="b" l="l" r="r" t="t"/>
              <a:pathLst>
                <a:path extrusionOk="0" h="260704" w="40451">
                  <a:moveTo>
                    <a:pt x="40452" y="260705"/>
                  </a:moveTo>
                  <a:lnTo>
                    <a:pt x="0" y="260705"/>
                  </a:lnTo>
                  <a:lnTo>
                    <a:pt x="5056" y="0"/>
                  </a:lnTo>
                  <a:lnTo>
                    <a:pt x="35395" y="0"/>
                  </a:lnTo>
                  <a:lnTo>
                    <a:pt x="40452" y="260705"/>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52"/>
            <p:cNvSpPr/>
            <p:nvPr/>
          </p:nvSpPr>
          <p:spPr>
            <a:xfrm rot="10800000">
              <a:off x="7497702" y="1759775"/>
              <a:ext cx="292433" cy="11850"/>
            </a:xfrm>
            <a:custGeom>
              <a:rect b="b" l="l" r="r" t="t"/>
              <a:pathLst>
                <a:path extrusionOk="0" h="11850" w="292433">
                  <a:moveTo>
                    <a:pt x="0" y="0"/>
                  </a:moveTo>
                  <a:lnTo>
                    <a:pt x="292433" y="0"/>
                  </a:lnTo>
                  <a:lnTo>
                    <a:pt x="292433" y="11850"/>
                  </a:lnTo>
                  <a:lnTo>
                    <a:pt x="0" y="11850"/>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52"/>
            <p:cNvSpPr/>
            <p:nvPr/>
          </p:nvSpPr>
          <p:spPr>
            <a:xfrm rot="10800000">
              <a:off x="7723558" y="1810561"/>
              <a:ext cx="292433" cy="11850"/>
            </a:xfrm>
            <a:custGeom>
              <a:rect b="b" l="l" r="r" t="t"/>
              <a:pathLst>
                <a:path extrusionOk="0" h="11850" w="292433">
                  <a:moveTo>
                    <a:pt x="0" y="0"/>
                  </a:moveTo>
                  <a:lnTo>
                    <a:pt x="292433" y="0"/>
                  </a:lnTo>
                  <a:lnTo>
                    <a:pt x="292433" y="11850"/>
                  </a:lnTo>
                  <a:lnTo>
                    <a:pt x="0" y="11850"/>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52"/>
            <p:cNvSpPr/>
            <p:nvPr/>
          </p:nvSpPr>
          <p:spPr>
            <a:xfrm>
              <a:off x="7699119" y="1576096"/>
              <a:ext cx="270521" cy="195528"/>
            </a:xfrm>
            <a:custGeom>
              <a:rect b="b" l="l" r="r" t="t"/>
              <a:pathLst>
                <a:path extrusionOk="0" h="195528" w="270521">
                  <a:moveTo>
                    <a:pt x="244397" y="0"/>
                  </a:moveTo>
                  <a:lnTo>
                    <a:pt x="75004" y="185371"/>
                  </a:lnTo>
                  <a:lnTo>
                    <a:pt x="41295" y="185371"/>
                  </a:lnTo>
                  <a:cubicBezTo>
                    <a:pt x="41295" y="185371"/>
                    <a:pt x="39609" y="183678"/>
                    <a:pt x="39609" y="183678"/>
                  </a:cubicBezTo>
                  <a:lnTo>
                    <a:pt x="0" y="183678"/>
                  </a:lnTo>
                  <a:lnTo>
                    <a:pt x="1685" y="185371"/>
                  </a:lnTo>
                  <a:cubicBezTo>
                    <a:pt x="8427" y="192143"/>
                    <a:pt x="16855" y="195528"/>
                    <a:pt x="25282" y="195528"/>
                  </a:cubicBezTo>
                  <a:lnTo>
                    <a:pt x="91017" y="195528"/>
                  </a:lnTo>
                  <a:cubicBezTo>
                    <a:pt x="100287" y="195528"/>
                    <a:pt x="108714" y="192143"/>
                    <a:pt x="114614" y="185371"/>
                  </a:cubicBezTo>
                  <a:lnTo>
                    <a:pt x="270522" y="27086"/>
                  </a:lnTo>
                  <a:lnTo>
                    <a:pt x="243554" y="846"/>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2"/>
            <p:cNvSpPr/>
            <p:nvPr/>
          </p:nvSpPr>
          <p:spPr>
            <a:xfrm>
              <a:off x="7544896" y="1576096"/>
              <a:ext cx="193831" cy="183678"/>
            </a:xfrm>
            <a:custGeom>
              <a:rect b="b" l="l" r="r" t="t"/>
              <a:pathLst>
                <a:path extrusionOk="0" h="183678" w="193831">
                  <a:moveTo>
                    <a:pt x="26125" y="0"/>
                  </a:moveTo>
                  <a:lnTo>
                    <a:pt x="0" y="27086"/>
                  </a:lnTo>
                  <a:lnTo>
                    <a:pt x="154223" y="183678"/>
                  </a:lnTo>
                  <a:lnTo>
                    <a:pt x="193832" y="183678"/>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52"/>
            <p:cNvSpPr/>
            <p:nvPr/>
          </p:nvSpPr>
          <p:spPr>
            <a:xfrm>
              <a:off x="7544896" y="1810561"/>
              <a:ext cx="270521" cy="194681"/>
            </a:xfrm>
            <a:custGeom>
              <a:rect b="b" l="l" r="r" t="t"/>
              <a:pathLst>
                <a:path extrusionOk="0" h="194681" w="270521">
                  <a:moveTo>
                    <a:pt x="230913" y="11850"/>
                  </a:moveTo>
                  <a:lnTo>
                    <a:pt x="270522" y="11850"/>
                  </a:lnTo>
                  <a:lnTo>
                    <a:pt x="268836" y="10157"/>
                  </a:lnTo>
                  <a:cubicBezTo>
                    <a:pt x="262094" y="3386"/>
                    <a:pt x="253667" y="0"/>
                    <a:pt x="245239" y="0"/>
                  </a:cubicBezTo>
                  <a:lnTo>
                    <a:pt x="179505" y="0"/>
                  </a:lnTo>
                  <a:cubicBezTo>
                    <a:pt x="170235" y="0"/>
                    <a:pt x="161807" y="3386"/>
                    <a:pt x="155908" y="10157"/>
                  </a:cubicBezTo>
                  <a:lnTo>
                    <a:pt x="0" y="168442"/>
                  </a:lnTo>
                  <a:lnTo>
                    <a:pt x="26968" y="194682"/>
                  </a:lnTo>
                  <a:lnTo>
                    <a:pt x="196360" y="9311"/>
                  </a:lnTo>
                  <a:lnTo>
                    <a:pt x="230070" y="9311"/>
                  </a:lnTo>
                  <a:cubicBezTo>
                    <a:pt x="230070" y="9311"/>
                    <a:pt x="231755" y="11004"/>
                    <a:pt x="231755" y="11004"/>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52"/>
            <p:cNvSpPr/>
            <p:nvPr/>
          </p:nvSpPr>
          <p:spPr>
            <a:xfrm>
              <a:off x="7775809" y="1822411"/>
              <a:ext cx="194674" cy="183678"/>
            </a:xfrm>
            <a:custGeom>
              <a:rect b="b" l="l" r="r" t="t"/>
              <a:pathLst>
                <a:path extrusionOk="0" h="183678" w="194674">
                  <a:moveTo>
                    <a:pt x="167707" y="183678"/>
                  </a:moveTo>
                  <a:lnTo>
                    <a:pt x="194675" y="157438"/>
                  </a:lnTo>
                  <a:lnTo>
                    <a:pt x="39609" y="0"/>
                  </a:lnTo>
                  <a:lnTo>
                    <a:pt x="0" y="0"/>
                  </a:lnTo>
                  <a:lnTo>
                    <a:pt x="167707" y="183678"/>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52"/>
          <p:cNvSpPr/>
          <p:nvPr/>
        </p:nvSpPr>
        <p:spPr>
          <a:xfrm>
            <a:off x="0" y="2689422"/>
            <a:ext cx="4066500" cy="2454000"/>
          </a:xfrm>
          <a:prstGeom prst="rect">
            <a:avLst/>
          </a:prstGeom>
          <a:gradFill>
            <a:gsLst>
              <a:gs pos="0">
                <a:srgbClr val="5495FC"/>
              </a:gs>
              <a:gs pos="70000">
                <a:srgbClr val="0462F7"/>
              </a:gs>
              <a:gs pos="100000">
                <a:srgbClr val="0462F7"/>
              </a:gs>
            </a:gsLst>
            <a:lin ang="2698631"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2400" u="none" cap="none" strike="noStrike">
              <a:solidFill>
                <a:srgbClr val="FFFFFF"/>
              </a:solidFill>
              <a:latin typeface="Roboto Light"/>
              <a:ea typeface="Roboto Light"/>
              <a:cs typeface="Roboto Light"/>
              <a:sym typeface="Roboto Light"/>
            </a:endParaRPr>
          </a:p>
        </p:txBody>
      </p:sp>
      <p:sp>
        <p:nvSpPr>
          <p:cNvPr id="62" name="Google Shape;62;p52"/>
          <p:cNvSpPr txBox="1"/>
          <p:nvPr>
            <p:ph type="ctrTitle"/>
          </p:nvPr>
        </p:nvSpPr>
        <p:spPr>
          <a:xfrm>
            <a:off x="468306" y="3230150"/>
            <a:ext cx="3564000" cy="957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500"/>
              <a:buFont typeface="Roboto Medium"/>
              <a:buNone/>
              <a:defRPr sz="2400">
                <a:solidFill>
                  <a:srgbClr val="FFFFFF"/>
                </a:solidFill>
                <a:latin typeface="Roboto Light"/>
                <a:ea typeface="Roboto Light"/>
                <a:cs typeface="Roboto Light"/>
                <a:sym typeface="Roboto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2"/>
          <p:cNvSpPr/>
          <p:nvPr/>
        </p:nvSpPr>
        <p:spPr>
          <a:xfrm>
            <a:off x="3362060" y="572683"/>
            <a:ext cx="534600" cy="530700"/>
          </a:xfrm>
          <a:prstGeom prst="rect">
            <a:avLst/>
          </a:prstGeom>
          <a:solidFill>
            <a:srgbClr val="0462F7">
              <a:alpha val="29019"/>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cxnSp>
        <p:nvCxnSpPr>
          <p:cNvPr id="64" name="Google Shape;64;p52"/>
          <p:cNvCxnSpPr/>
          <p:nvPr/>
        </p:nvCxnSpPr>
        <p:spPr>
          <a:xfrm>
            <a:off x="646598" y="4263347"/>
            <a:ext cx="1956300" cy="0"/>
          </a:xfrm>
          <a:prstGeom prst="straightConnector1">
            <a:avLst/>
          </a:prstGeom>
          <a:noFill/>
          <a:ln cap="flat" cmpd="sng" w="12700">
            <a:solidFill>
              <a:srgbClr val="5495FC"/>
            </a:solidFill>
            <a:prstDash val="solid"/>
            <a:round/>
            <a:headEnd len="sm" w="sm" type="none"/>
            <a:tailEnd len="sm" w="sm" type="none"/>
          </a:ln>
          <a:effectLst>
            <a:outerShdw blurRad="50800" rotWithShape="0" algn="t" dir="5400000" dist="25400">
              <a:srgbClr val="0241A5"/>
            </a:outerShdw>
          </a:effectLst>
        </p:spPr>
      </p:cxnSp>
      <p:pic>
        <p:nvPicPr>
          <p:cNvPr id="65" name="Google Shape;65;p52"/>
          <p:cNvPicPr preferRelativeResize="0"/>
          <p:nvPr/>
        </p:nvPicPr>
        <p:blipFill rotWithShape="1">
          <a:blip r:embed="rId3">
            <a:alphaModFix/>
          </a:blip>
          <a:srcRect b="0" l="7563" r="7552" t="0"/>
          <a:stretch/>
        </p:blipFill>
        <p:spPr>
          <a:xfrm>
            <a:off x="0" y="0"/>
            <a:ext cx="4066499" cy="2727624"/>
          </a:xfrm>
          <a:prstGeom prst="rect">
            <a:avLst/>
          </a:prstGeom>
          <a:noFill/>
          <a:ln>
            <a:noFill/>
          </a:ln>
        </p:spPr>
      </p:pic>
      <p:sp>
        <p:nvSpPr>
          <p:cNvPr id="66" name="Google Shape;66;p52"/>
          <p:cNvSpPr/>
          <p:nvPr/>
        </p:nvSpPr>
        <p:spPr>
          <a:xfrm>
            <a:off x="3263082" y="434460"/>
            <a:ext cx="1114500" cy="1070100"/>
          </a:xfrm>
          <a:prstGeom prst="rect">
            <a:avLst/>
          </a:prstGeom>
          <a:solidFill>
            <a:srgbClr val="FFFFFF">
              <a:alpha val="1647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67" name="Google Shape;67;p52"/>
          <p:cNvSpPr/>
          <p:nvPr/>
        </p:nvSpPr>
        <p:spPr>
          <a:xfrm>
            <a:off x="3977378" y="2619842"/>
            <a:ext cx="400200" cy="397200"/>
          </a:xfrm>
          <a:prstGeom prst="rect">
            <a:avLst/>
          </a:prstGeom>
          <a:solidFill>
            <a:srgbClr val="0462F7">
              <a:alpha val="6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68" name="Google Shape;68;p52"/>
          <p:cNvSpPr/>
          <p:nvPr/>
        </p:nvSpPr>
        <p:spPr>
          <a:xfrm>
            <a:off x="3594110" y="2229089"/>
            <a:ext cx="610200" cy="606000"/>
          </a:xfrm>
          <a:prstGeom prst="rect">
            <a:avLst/>
          </a:prstGeom>
          <a:solidFill>
            <a:srgbClr val="0462F7">
              <a:alpha val="3215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pic>
        <p:nvPicPr>
          <p:cNvPr id="69" name="Google Shape;69;p52"/>
          <p:cNvPicPr preferRelativeResize="0"/>
          <p:nvPr/>
        </p:nvPicPr>
        <p:blipFill rotWithShape="1">
          <a:blip r:embed="rId4">
            <a:alphaModFix/>
          </a:blip>
          <a:srcRect b="0" l="0" r="0" t="0"/>
          <a:stretch/>
        </p:blipFill>
        <p:spPr>
          <a:xfrm>
            <a:off x="618589" y="3035812"/>
            <a:ext cx="896225" cy="148675"/>
          </a:xfrm>
          <a:prstGeom prst="rect">
            <a:avLst/>
          </a:prstGeom>
          <a:noFill/>
          <a:ln>
            <a:noFill/>
          </a:ln>
        </p:spPr>
      </p:pic>
      <p:sp>
        <p:nvSpPr>
          <p:cNvPr id="70" name="Google Shape;70;p52"/>
          <p:cNvSpPr/>
          <p:nvPr/>
        </p:nvSpPr>
        <p:spPr>
          <a:xfrm>
            <a:off x="9141618" y="1715344"/>
            <a:ext cx="2381" cy="1330166"/>
          </a:xfrm>
          <a:custGeom>
            <a:rect b="b" l="l" r="r" t="t"/>
            <a:pathLst>
              <a:path extrusionOk="0" h="1330166" w="2381">
                <a:moveTo>
                  <a:pt x="0" y="1324213"/>
                </a:moveTo>
                <a:lnTo>
                  <a:pt x="2381" y="1330166"/>
                </a:lnTo>
                <a:lnTo>
                  <a:pt x="2381" y="5477"/>
                </a:lnTo>
                <a:lnTo>
                  <a:pt x="0" y="0"/>
                </a:lnTo>
                <a:lnTo>
                  <a:pt x="0" y="1324213"/>
                </a:lnTo>
                <a:close/>
              </a:path>
            </a:pathLst>
          </a:custGeom>
          <a:solidFill>
            <a:srgbClr val="7DACE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52"/>
          <p:cNvSpPr txBox="1"/>
          <p:nvPr>
            <p:ph idx="1" type="subTitle"/>
          </p:nvPr>
        </p:nvSpPr>
        <p:spPr>
          <a:xfrm>
            <a:off x="468306" y="4466550"/>
            <a:ext cx="3428400" cy="2655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lt1"/>
              </a:buClr>
              <a:buSzPts val="1600"/>
              <a:buNone/>
              <a:defRPr sz="1600">
                <a:solidFill>
                  <a:schemeClr val="lt1"/>
                </a:solidFill>
              </a:defRPr>
            </a:lvl1pPr>
            <a:lvl2pPr lvl="1" algn="ctr">
              <a:lnSpc>
                <a:spcPct val="100000"/>
              </a:lnSpc>
              <a:spcBef>
                <a:spcPts val="600"/>
              </a:spcBef>
              <a:spcAft>
                <a:spcPts val="0"/>
              </a:spcAft>
              <a:buClr>
                <a:schemeClr val="lt1"/>
              </a:buClr>
              <a:buSzPts val="2000"/>
              <a:buNone/>
              <a:defRPr sz="2000">
                <a:solidFill>
                  <a:schemeClr val="lt1"/>
                </a:solidFill>
              </a:defRPr>
            </a:lvl2pPr>
            <a:lvl3pPr lvl="2" algn="ctr">
              <a:lnSpc>
                <a:spcPct val="100000"/>
              </a:lnSpc>
              <a:spcBef>
                <a:spcPts val="600"/>
              </a:spcBef>
              <a:spcAft>
                <a:spcPts val="0"/>
              </a:spcAft>
              <a:buClr>
                <a:schemeClr val="lt1"/>
              </a:buClr>
              <a:buSzPts val="1800"/>
              <a:buNone/>
              <a:defRPr sz="1800">
                <a:solidFill>
                  <a:schemeClr val="lt1"/>
                </a:solidFill>
              </a:defRPr>
            </a:lvl3pPr>
            <a:lvl4pPr lvl="3" algn="ctr">
              <a:lnSpc>
                <a:spcPct val="100000"/>
              </a:lnSpc>
              <a:spcBef>
                <a:spcPts val="600"/>
              </a:spcBef>
              <a:spcAft>
                <a:spcPts val="0"/>
              </a:spcAft>
              <a:buClr>
                <a:schemeClr val="lt1"/>
              </a:buClr>
              <a:buSzPts val="1600"/>
              <a:buNone/>
              <a:defRPr sz="1600">
                <a:solidFill>
                  <a:schemeClr val="lt1"/>
                </a:solidFill>
              </a:defRPr>
            </a:lvl4pPr>
            <a:lvl5pPr lvl="4" algn="ctr">
              <a:lnSpc>
                <a:spcPct val="100000"/>
              </a:lnSpc>
              <a:spcBef>
                <a:spcPts val="600"/>
              </a:spcBef>
              <a:spcAft>
                <a:spcPts val="0"/>
              </a:spcAft>
              <a:buClr>
                <a:schemeClr val="lt1"/>
              </a:buClr>
              <a:buSzPts val="1600"/>
              <a:buNone/>
              <a:defRPr sz="1600">
                <a:solidFill>
                  <a:schemeClr val="lt1"/>
                </a:solidFill>
              </a:defRPr>
            </a:lvl5pPr>
            <a:lvl6pPr lvl="5" algn="ctr">
              <a:lnSpc>
                <a:spcPct val="90000"/>
              </a:lnSpc>
              <a:spcBef>
                <a:spcPts val="500"/>
              </a:spcBef>
              <a:spcAft>
                <a:spcPts val="0"/>
              </a:spcAft>
              <a:buClr>
                <a:schemeClr val="lt1"/>
              </a:buClr>
              <a:buSzPts val="1600"/>
              <a:buNone/>
              <a:defRPr sz="1600">
                <a:solidFill>
                  <a:schemeClr val="lt1"/>
                </a:solidFill>
              </a:defRPr>
            </a:lvl6pPr>
            <a:lvl7pPr lvl="6" algn="ctr">
              <a:lnSpc>
                <a:spcPct val="90000"/>
              </a:lnSpc>
              <a:spcBef>
                <a:spcPts val="500"/>
              </a:spcBef>
              <a:spcAft>
                <a:spcPts val="0"/>
              </a:spcAft>
              <a:buClr>
                <a:schemeClr val="lt1"/>
              </a:buClr>
              <a:buSzPts val="1600"/>
              <a:buNone/>
              <a:defRPr sz="1600">
                <a:solidFill>
                  <a:schemeClr val="lt1"/>
                </a:solidFill>
              </a:defRPr>
            </a:lvl7pPr>
            <a:lvl8pPr lvl="7" algn="ctr">
              <a:lnSpc>
                <a:spcPct val="90000"/>
              </a:lnSpc>
              <a:spcBef>
                <a:spcPts val="500"/>
              </a:spcBef>
              <a:spcAft>
                <a:spcPts val="0"/>
              </a:spcAft>
              <a:buClr>
                <a:schemeClr val="lt1"/>
              </a:buClr>
              <a:buSzPts val="1600"/>
              <a:buNone/>
              <a:defRPr sz="1600">
                <a:solidFill>
                  <a:schemeClr val="lt1"/>
                </a:solidFill>
              </a:defRPr>
            </a:lvl8pPr>
            <a:lvl9pPr lvl="8" algn="ctr">
              <a:lnSpc>
                <a:spcPct val="90000"/>
              </a:lnSpc>
              <a:spcBef>
                <a:spcPts val="500"/>
              </a:spcBef>
              <a:spcAft>
                <a:spcPts val="0"/>
              </a:spcAft>
              <a:buClr>
                <a:schemeClr val="lt1"/>
              </a:buClr>
              <a:buSzPts val="1600"/>
              <a:buNone/>
              <a:defRPr sz="16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type="titleOnly">
  <p:cSld name="TITLE_ONLY">
    <p:spTree>
      <p:nvGrpSpPr>
        <p:cNvPr id="72" name="Shape 72"/>
        <p:cNvGrpSpPr/>
        <p:nvPr/>
      </p:nvGrpSpPr>
      <p:grpSpPr>
        <a:xfrm>
          <a:off x="0" y="0"/>
          <a:ext cx="0" cy="0"/>
          <a:chOff x="0" y="0"/>
          <a:chExt cx="0" cy="0"/>
        </a:xfrm>
      </p:grpSpPr>
      <p:sp>
        <p:nvSpPr>
          <p:cNvPr id="73" name="Google Shape;73;p53"/>
          <p:cNvSpPr txBox="1"/>
          <p:nvPr>
            <p:ph type="title"/>
          </p:nvPr>
        </p:nvSpPr>
        <p:spPr>
          <a:xfrm>
            <a:off x="252000" y="198000"/>
            <a:ext cx="6480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3"/>
          <p:cNvSpPr txBox="1"/>
          <p:nvPr>
            <p:ph idx="12" type="sldNum"/>
          </p:nvPr>
        </p:nvSpPr>
        <p:spPr>
          <a:xfrm>
            <a:off x="175800" y="4864200"/>
            <a:ext cx="720000" cy="1800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5" name="Shape 75"/>
        <p:cNvGrpSpPr/>
        <p:nvPr/>
      </p:nvGrpSpPr>
      <p:grpSpPr>
        <a:xfrm>
          <a:off x="0" y="0"/>
          <a:ext cx="0" cy="0"/>
          <a:chOff x="0" y="0"/>
          <a:chExt cx="0" cy="0"/>
        </a:xfrm>
      </p:grpSpPr>
      <p:sp>
        <p:nvSpPr>
          <p:cNvPr id="76" name="Google Shape;76;p54"/>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77" name="Google Shape;77;p54"/>
          <p:cNvSpPr txBox="1"/>
          <p:nvPr>
            <p:ph idx="1" type="subTitle"/>
          </p:nvPr>
        </p:nvSpPr>
        <p:spPr>
          <a:xfrm>
            <a:off x="468312" y="807113"/>
            <a:ext cx="60702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None/>
              <a:defRPr sz="16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8" name="Google Shape;78;p54"/>
          <p:cNvSpPr txBox="1"/>
          <p:nvPr>
            <p:ph type="title"/>
          </p:nvPr>
        </p:nvSpPr>
        <p:spPr>
          <a:xfrm>
            <a:off x="468314" y="366713"/>
            <a:ext cx="82074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3x Image_A">
  <p:cSld name="Content with 3x Image_A">
    <p:spTree>
      <p:nvGrpSpPr>
        <p:cNvPr id="79" name="Shape 79"/>
        <p:cNvGrpSpPr/>
        <p:nvPr/>
      </p:nvGrpSpPr>
      <p:grpSpPr>
        <a:xfrm>
          <a:off x="0" y="0"/>
          <a:ext cx="0" cy="0"/>
          <a:chOff x="0" y="0"/>
          <a:chExt cx="0" cy="0"/>
        </a:xfrm>
      </p:grpSpPr>
      <p:sp>
        <p:nvSpPr>
          <p:cNvPr id="80" name="Google Shape;80;p55"/>
          <p:cNvSpPr/>
          <p:nvPr>
            <p:ph idx="2" type="pic"/>
          </p:nvPr>
        </p:nvSpPr>
        <p:spPr>
          <a:xfrm>
            <a:off x="5029057" y="0"/>
            <a:ext cx="4114800" cy="5143500"/>
          </a:xfrm>
          <a:prstGeom prst="rect">
            <a:avLst/>
          </a:prstGeom>
          <a:noFill/>
          <a:ln>
            <a:noFill/>
          </a:ln>
        </p:spPr>
      </p:sp>
      <p:sp>
        <p:nvSpPr>
          <p:cNvPr id="81" name="Google Shape;81;p55"/>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82" name="Google Shape;82;p55"/>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200"/>
              <a:buNone/>
              <a:defRPr/>
            </a:lvl1pPr>
            <a:lvl2pPr indent="-304800" lvl="1" marL="914400" algn="l">
              <a:lnSpc>
                <a:spcPct val="100000"/>
              </a:lnSpc>
              <a:spcBef>
                <a:spcPts val="600"/>
              </a:spcBef>
              <a:spcAft>
                <a:spcPts val="0"/>
              </a:spcAft>
              <a:buClr>
                <a:schemeClr val="dk1"/>
              </a:buClr>
              <a:buSzPts val="1200"/>
              <a:buChar char="•"/>
              <a:defRPr/>
            </a:lvl2pPr>
            <a:lvl3pPr indent="-304800" lvl="2" marL="1371600" algn="l">
              <a:lnSpc>
                <a:spcPct val="100000"/>
              </a:lnSpc>
              <a:spcBef>
                <a:spcPts val="600"/>
              </a:spcBef>
              <a:spcAft>
                <a:spcPts val="0"/>
              </a:spcAft>
              <a:buClr>
                <a:schemeClr val="dk1"/>
              </a:buClr>
              <a:buSzPts val="1200"/>
              <a:buChar char="•"/>
              <a:defRPr/>
            </a:lvl3pPr>
            <a:lvl4pPr indent="-304800" lvl="3" marL="1828800" algn="l">
              <a:lnSpc>
                <a:spcPct val="100000"/>
              </a:lnSpc>
              <a:spcBef>
                <a:spcPts val="600"/>
              </a:spcBef>
              <a:spcAft>
                <a:spcPts val="0"/>
              </a:spcAft>
              <a:buClr>
                <a:schemeClr val="dk1"/>
              </a:buClr>
              <a:buSzPts val="1200"/>
              <a:buChar char="•"/>
              <a:defRPr/>
            </a:lvl4pPr>
            <a:lvl5pPr indent="-304800" lvl="4" marL="2286000" algn="l">
              <a:lnSpc>
                <a:spcPct val="100000"/>
              </a:lnSpc>
              <a:spcBef>
                <a:spcPts val="600"/>
              </a:spcBef>
              <a:spcAft>
                <a:spcPts val="0"/>
              </a:spcAft>
              <a:buClr>
                <a:schemeClr val="dk1"/>
              </a:buClr>
              <a:buSzPts val="1200"/>
              <a:buChar char="•"/>
              <a:defRPr/>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83" name="Google Shape;83;p55"/>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Font typeface="Roboto Medium"/>
              <a:buNone/>
              <a:defRPr sz="1600">
                <a:latin typeface="Roboto Medium"/>
                <a:ea typeface="Roboto Medium"/>
                <a:cs typeface="Roboto Medium"/>
                <a:sym typeface="Roboto Medium"/>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84" name="Google Shape;84;p55"/>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5"/>
          <p:cNvSpPr/>
          <p:nvPr>
            <p:ph idx="4" type="pic"/>
          </p:nvPr>
        </p:nvSpPr>
        <p:spPr>
          <a:xfrm>
            <a:off x="5303500" y="1286842"/>
            <a:ext cx="2795100" cy="3493800"/>
          </a:xfrm>
          <a:prstGeom prst="rect">
            <a:avLst/>
          </a:prstGeom>
          <a:noFill/>
          <a:ln>
            <a:noFill/>
          </a:ln>
        </p:spPr>
      </p:sp>
      <p:sp>
        <p:nvSpPr>
          <p:cNvPr id="86" name="Google Shape;86;p55"/>
          <p:cNvSpPr/>
          <p:nvPr>
            <p:ph idx="5" type="pic"/>
          </p:nvPr>
        </p:nvSpPr>
        <p:spPr>
          <a:xfrm>
            <a:off x="5481122" y="1940343"/>
            <a:ext cx="2142300" cy="2677800"/>
          </a:xfrm>
          <a:prstGeom prst="rect">
            <a:avLst/>
          </a:prstGeom>
          <a:noFill/>
          <a:ln>
            <a:noFill/>
          </a:ln>
        </p:spPr>
      </p:sp>
      <p:pic>
        <p:nvPicPr>
          <p:cNvPr id="87" name="Google Shape;87;p55"/>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grpSp>
        <p:nvGrpSpPr>
          <p:cNvPr id="88" name="Google Shape;88;p55"/>
          <p:cNvGrpSpPr/>
          <p:nvPr/>
        </p:nvGrpSpPr>
        <p:grpSpPr>
          <a:xfrm>
            <a:off x="7571555" y="109066"/>
            <a:ext cx="1395087" cy="441585"/>
            <a:chOff x="5991694" y="1720305"/>
            <a:chExt cx="1929047" cy="618207"/>
          </a:xfrm>
        </p:grpSpPr>
        <p:sp>
          <p:nvSpPr>
            <p:cNvPr id="89" name="Google Shape;89;p55"/>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55"/>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55"/>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55"/>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55"/>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5"/>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55"/>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55"/>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55"/>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55"/>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55"/>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55"/>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55"/>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1">
  <p:cSld name="Text 1">
    <p:spTree>
      <p:nvGrpSpPr>
        <p:cNvPr id="102" name="Shape 102"/>
        <p:cNvGrpSpPr/>
        <p:nvPr/>
      </p:nvGrpSpPr>
      <p:grpSpPr>
        <a:xfrm>
          <a:off x="0" y="0"/>
          <a:ext cx="0" cy="0"/>
          <a:chOff x="0" y="0"/>
          <a:chExt cx="0" cy="0"/>
        </a:xfrm>
      </p:grpSpPr>
      <p:sp>
        <p:nvSpPr>
          <p:cNvPr id="103" name="Google Shape;103;p56"/>
          <p:cNvSpPr txBox="1"/>
          <p:nvPr>
            <p:ph type="title"/>
          </p:nvPr>
        </p:nvSpPr>
        <p:spPr>
          <a:xfrm>
            <a:off x="710514" y="141685"/>
            <a:ext cx="6211227" cy="405000"/>
          </a:xfrm>
          <a:prstGeom prst="rect">
            <a:avLst/>
          </a:prstGeom>
          <a:noFill/>
          <a:ln>
            <a:noFill/>
          </a:ln>
        </p:spPr>
        <p:txBody>
          <a:bodyPr anchorCtr="0" anchor="t" bIns="0" lIns="180000" spcFirstLastPara="1" rIns="180000" wrap="square" tIns="72000">
            <a:noAutofit/>
          </a:bodyPr>
          <a:lstStyle>
            <a:lvl1pPr lvl="0" algn="l">
              <a:lnSpc>
                <a:spcPct val="90000"/>
              </a:lnSpc>
              <a:spcBef>
                <a:spcPts val="0"/>
              </a:spcBef>
              <a:spcAft>
                <a:spcPts val="0"/>
              </a:spcAft>
              <a:buSzPts val="26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04" name="Google Shape;104;p56"/>
          <p:cNvCxnSpPr/>
          <p:nvPr/>
        </p:nvCxnSpPr>
        <p:spPr>
          <a:xfrm>
            <a:off x="413036" y="4878740"/>
            <a:ext cx="0" cy="148500"/>
          </a:xfrm>
          <a:prstGeom prst="straightConnector1">
            <a:avLst/>
          </a:prstGeom>
          <a:noFill/>
          <a:ln cap="flat" cmpd="sng" w="12700">
            <a:solidFill>
              <a:schemeClr val="dk1"/>
            </a:solidFill>
            <a:prstDash val="solid"/>
            <a:round/>
            <a:headEnd len="sm" w="sm" type="none"/>
            <a:tailEnd len="sm" w="sm" type="none"/>
          </a:ln>
        </p:spPr>
      </p:cxnSp>
      <p:sp>
        <p:nvSpPr>
          <p:cNvPr id="105" name="Google Shape;105;p56"/>
          <p:cNvSpPr txBox="1"/>
          <p:nvPr>
            <p:ph idx="1" type="body"/>
          </p:nvPr>
        </p:nvSpPr>
        <p:spPr>
          <a:xfrm>
            <a:off x="171741" y="897966"/>
            <a:ext cx="8802000" cy="3780000"/>
          </a:xfrm>
          <a:prstGeom prst="rect">
            <a:avLst/>
          </a:prstGeom>
          <a:noFill/>
          <a:ln>
            <a:noFill/>
          </a:ln>
        </p:spPr>
        <p:txBody>
          <a:bodyPr anchorCtr="0" anchor="t" bIns="0" lIns="180000" spcFirstLastPara="1" rIns="180000" wrap="square" tIns="72000">
            <a:normAutofit/>
          </a:bodyPr>
          <a:lstStyle>
            <a:lvl1pPr indent="-228600" lvl="0" marL="457200" algn="l">
              <a:lnSpc>
                <a:spcPct val="100000"/>
              </a:lnSpc>
              <a:spcBef>
                <a:spcPts val="750"/>
              </a:spcBef>
              <a:spcAft>
                <a:spcPts val="0"/>
              </a:spcAft>
              <a:buSzPts val="1200"/>
              <a:buNone/>
              <a:defRPr sz="1200">
                <a:latin typeface="Open Sans"/>
                <a:ea typeface="Open Sans"/>
                <a:cs typeface="Open Sans"/>
                <a:sym typeface="Open Sans"/>
              </a:defRPr>
            </a:lvl1pPr>
            <a:lvl2pPr indent="-304800" lvl="1" marL="914400" algn="l">
              <a:lnSpc>
                <a:spcPct val="100000"/>
              </a:lnSpc>
              <a:spcBef>
                <a:spcPts val="600"/>
              </a:spcBef>
              <a:spcAft>
                <a:spcPts val="0"/>
              </a:spcAft>
              <a:buSzPts val="1200"/>
              <a:buChar char="•"/>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90000"/>
              </a:lnSpc>
              <a:spcBef>
                <a:spcPts val="500"/>
              </a:spcBef>
              <a:spcAft>
                <a:spcPts val="0"/>
              </a:spcAft>
              <a:buSzPts val="1200"/>
              <a:buChar char="•"/>
              <a:defRPr/>
            </a:lvl6pPr>
            <a:lvl7pPr indent="-304800" lvl="6" marL="3200400" algn="l">
              <a:lnSpc>
                <a:spcPct val="90000"/>
              </a:lnSpc>
              <a:spcBef>
                <a:spcPts val="500"/>
              </a:spcBef>
              <a:spcAft>
                <a:spcPts val="0"/>
              </a:spcAft>
              <a:buSzPts val="1200"/>
              <a:buChar char="•"/>
              <a:defRPr/>
            </a:lvl7pPr>
            <a:lvl8pPr indent="-304800" lvl="7" marL="3657600" algn="l">
              <a:lnSpc>
                <a:spcPct val="90000"/>
              </a:lnSpc>
              <a:spcBef>
                <a:spcPts val="500"/>
              </a:spcBef>
              <a:spcAft>
                <a:spcPts val="0"/>
              </a:spcAft>
              <a:buSzPts val="1200"/>
              <a:buChar char="•"/>
              <a:defRPr/>
            </a:lvl8pPr>
            <a:lvl9pPr indent="-304800" lvl="8" marL="4114800" algn="l">
              <a:lnSpc>
                <a:spcPct val="90000"/>
              </a:lnSpc>
              <a:spcBef>
                <a:spcPts val="500"/>
              </a:spcBef>
              <a:spcAft>
                <a:spcPts val="0"/>
              </a:spcAft>
              <a:buSzPts val="1200"/>
              <a:buChar char="•"/>
              <a:defRPr/>
            </a:lvl9pPr>
          </a:lstStyle>
          <a:p/>
        </p:txBody>
      </p:sp>
      <p:cxnSp>
        <p:nvCxnSpPr>
          <p:cNvPr id="106" name="Google Shape;106;p56"/>
          <p:cNvCxnSpPr/>
          <p:nvPr/>
        </p:nvCxnSpPr>
        <p:spPr>
          <a:xfrm>
            <a:off x="0" y="636374"/>
            <a:ext cx="9144000" cy="0"/>
          </a:xfrm>
          <a:prstGeom prst="straightConnector1">
            <a:avLst/>
          </a:prstGeom>
          <a:noFill/>
          <a:ln cap="flat" cmpd="sng" w="9525">
            <a:solidFill>
              <a:srgbClr val="4D90FA"/>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solidFill>
          <a:schemeClr val="accent3"/>
        </a:solidFill>
      </p:bgPr>
    </p:bg>
    <p:spTree>
      <p:nvGrpSpPr>
        <p:cNvPr id="107" name="Shape 107"/>
        <p:cNvGrpSpPr/>
        <p:nvPr/>
      </p:nvGrpSpPr>
      <p:grpSpPr>
        <a:xfrm>
          <a:off x="0" y="0"/>
          <a:ext cx="0" cy="0"/>
          <a:chOff x="0" y="0"/>
          <a:chExt cx="0" cy="0"/>
        </a:xfrm>
      </p:grpSpPr>
      <p:sp>
        <p:nvSpPr>
          <p:cNvPr id="108" name="Google Shape;108;p57"/>
          <p:cNvSpPr/>
          <p:nvPr>
            <p:ph idx="2" type="pic"/>
          </p:nvPr>
        </p:nvSpPr>
        <p:spPr>
          <a:xfrm>
            <a:off x="0" y="1"/>
            <a:ext cx="9144000" cy="5143500"/>
          </a:xfrm>
          <a:prstGeom prst="rect">
            <a:avLst/>
          </a:prstGeom>
          <a:noFill/>
          <a:ln>
            <a:noFill/>
          </a:ln>
        </p:spPr>
      </p:sp>
      <p:pic>
        <p:nvPicPr>
          <p:cNvPr id="109" name="Google Shape;109;p57"/>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sp>
        <p:nvSpPr>
          <p:cNvPr id="110" name="Google Shape;110;p57"/>
          <p:cNvSpPr txBox="1"/>
          <p:nvPr>
            <p:ph type="ctrTitle"/>
          </p:nvPr>
        </p:nvSpPr>
        <p:spPr>
          <a:xfrm>
            <a:off x="1806000" y="2272350"/>
            <a:ext cx="5532000" cy="598800"/>
          </a:xfrm>
          <a:prstGeom prst="rect">
            <a:avLst/>
          </a:prstGeom>
          <a:noFill/>
          <a:ln>
            <a:noFill/>
          </a:ln>
        </p:spPr>
        <p:txBody>
          <a:bodyPr anchorCtr="0" anchor="ctr" bIns="91425" lIns="91425" spcFirstLastPara="1" rIns="91425" wrap="square" tIns="91425">
            <a:normAutofit/>
          </a:bodyPr>
          <a:lstStyle>
            <a:lvl1pPr lvl="0" algn="ctr">
              <a:lnSpc>
                <a:spcPct val="90000"/>
              </a:lnSpc>
              <a:spcBef>
                <a:spcPts val="0"/>
              </a:spcBef>
              <a:spcAft>
                <a:spcPts val="0"/>
              </a:spcAft>
              <a:buClr>
                <a:schemeClr val="lt1"/>
              </a:buClr>
              <a:buSzPts val="1700"/>
              <a:buFont typeface="Roboto Medium"/>
              <a:buNone/>
              <a:defRPr sz="2500">
                <a:solidFill>
                  <a:schemeClr val="lt1"/>
                </a:solidFill>
                <a:latin typeface="Roboto Medium"/>
                <a:ea typeface="Roboto Medium"/>
                <a:cs typeface="Roboto Medium"/>
                <a:sym typeface="Roboto Medium"/>
              </a:defRPr>
            </a:lvl1pPr>
            <a:lvl2pPr lvl="1"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2pPr>
            <a:lvl3pPr lvl="2"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3pPr>
            <a:lvl4pPr lvl="3"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4pPr>
            <a:lvl5pPr lvl="4"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5pPr>
            <a:lvl6pPr lvl="5"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6pPr>
            <a:lvl7pPr lvl="6"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7pPr>
            <a:lvl8pPr lvl="7"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8pPr>
            <a:lvl9pPr lvl="8" algn="ctr">
              <a:lnSpc>
                <a:spcPct val="100000"/>
              </a:lnSpc>
              <a:spcBef>
                <a:spcPts val="0"/>
              </a:spcBef>
              <a:spcAft>
                <a:spcPts val="0"/>
              </a:spcAft>
              <a:buClr>
                <a:schemeClr val="lt1"/>
              </a:buClr>
              <a:buSzPts val="2100"/>
              <a:buFont typeface="Roboto Medium"/>
              <a:buNone/>
              <a:defRPr sz="2100">
                <a:solidFill>
                  <a:schemeClr val="lt1"/>
                </a:solidFill>
                <a:latin typeface="Roboto Medium"/>
                <a:ea typeface="Roboto Medium"/>
                <a:cs typeface="Roboto Medium"/>
                <a:sym typeface="Roboto Medium"/>
              </a:defRPr>
            </a:lvl9pPr>
          </a:lstStyle>
          <a:p/>
        </p:txBody>
      </p:sp>
      <p:sp>
        <p:nvSpPr>
          <p:cNvPr id="111" name="Google Shape;111;p57"/>
          <p:cNvSpPr txBox="1"/>
          <p:nvPr/>
        </p:nvSpPr>
        <p:spPr>
          <a:xfrm>
            <a:off x="0" y="-534925"/>
            <a:ext cx="7980300" cy="354000"/>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12121"/>
                </a:solidFill>
                <a:latin typeface="Arial"/>
                <a:ea typeface="Arial"/>
                <a:cs typeface="Arial"/>
                <a:sym typeface="Arial"/>
              </a:rPr>
              <a:t> Notice : Images need to be sent to back manually. Logos need to be placed on top of the images.</a:t>
            </a:r>
            <a:endParaRPr b="0" i="0" sz="1400" u="none" cap="none" strike="noStrike">
              <a:solidFill>
                <a:srgbClr val="000000"/>
              </a:solidFill>
              <a:latin typeface="Poppins Light"/>
              <a:ea typeface="Poppins Light"/>
              <a:cs typeface="Poppins Light"/>
              <a:sym typeface="Poppins Light"/>
            </a:endParaRPr>
          </a:p>
        </p:txBody>
      </p:sp>
      <p:grpSp>
        <p:nvGrpSpPr>
          <p:cNvPr id="112" name="Google Shape;112;p57"/>
          <p:cNvGrpSpPr/>
          <p:nvPr/>
        </p:nvGrpSpPr>
        <p:grpSpPr>
          <a:xfrm>
            <a:off x="7571555" y="109066"/>
            <a:ext cx="1395087" cy="441585"/>
            <a:chOff x="5991694" y="1720305"/>
            <a:chExt cx="1929047" cy="618207"/>
          </a:xfrm>
        </p:grpSpPr>
        <p:sp>
          <p:nvSpPr>
            <p:cNvPr id="113" name="Google Shape;113;p57"/>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7"/>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7"/>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57"/>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57"/>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57"/>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7"/>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57"/>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57"/>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57"/>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57"/>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57"/>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57"/>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Image_A">
  <p:cSld name="Title Slide with Image_A_1">
    <p:bg>
      <p:bgPr>
        <a:solidFill>
          <a:schemeClr val="accent3"/>
        </a:solidFill>
      </p:bgPr>
    </p:bg>
    <p:spTree>
      <p:nvGrpSpPr>
        <p:cNvPr id="126" name="Shape 126"/>
        <p:cNvGrpSpPr/>
        <p:nvPr/>
      </p:nvGrpSpPr>
      <p:grpSpPr>
        <a:xfrm>
          <a:off x="0" y="0"/>
          <a:ext cx="0" cy="0"/>
          <a:chOff x="0" y="0"/>
          <a:chExt cx="0" cy="0"/>
        </a:xfrm>
      </p:grpSpPr>
      <p:sp>
        <p:nvSpPr>
          <p:cNvPr id="127" name="Google Shape;127;p58"/>
          <p:cNvSpPr/>
          <p:nvPr>
            <p:ph idx="2" type="pic"/>
          </p:nvPr>
        </p:nvSpPr>
        <p:spPr>
          <a:xfrm>
            <a:off x="0" y="1"/>
            <a:ext cx="9144000" cy="5143500"/>
          </a:xfrm>
          <a:prstGeom prst="rect">
            <a:avLst/>
          </a:prstGeom>
          <a:solidFill>
            <a:schemeClr val="accent3"/>
          </a:solidFill>
          <a:ln>
            <a:noFill/>
          </a:ln>
        </p:spPr>
      </p:sp>
      <p:sp>
        <p:nvSpPr>
          <p:cNvPr id="128" name="Google Shape;128;p58"/>
          <p:cNvSpPr/>
          <p:nvPr>
            <p:ph idx="3" type="pic"/>
          </p:nvPr>
        </p:nvSpPr>
        <p:spPr>
          <a:xfrm>
            <a:off x="3029075" y="676072"/>
            <a:ext cx="5646600" cy="3791400"/>
          </a:xfrm>
          <a:prstGeom prst="rect">
            <a:avLst/>
          </a:prstGeom>
          <a:noFill/>
          <a:ln>
            <a:noFill/>
          </a:ln>
        </p:spPr>
      </p:sp>
      <p:pic>
        <p:nvPicPr>
          <p:cNvPr id="129" name="Google Shape;129;p58"/>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sp>
        <p:nvSpPr>
          <p:cNvPr id="130" name="Google Shape;130;p58"/>
          <p:cNvSpPr/>
          <p:nvPr/>
        </p:nvSpPr>
        <p:spPr>
          <a:xfrm>
            <a:off x="5283504" y="2453982"/>
            <a:ext cx="3179700" cy="1792800"/>
          </a:xfrm>
          <a:prstGeom prst="rect">
            <a:avLst/>
          </a:prstGeom>
          <a:solidFill>
            <a:srgbClr val="EEEEEE">
              <a:alpha val="6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31" name="Google Shape;131;p58"/>
          <p:cNvSpPr txBox="1"/>
          <p:nvPr>
            <p:ph type="ctrTitle"/>
          </p:nvPr>
        </p:nvSpPr>
        <p:spPr>
          <a:xfrm>
            <a:off x="5460274" y="2453982"/>
            <a:ext cx="2826300" cy="957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500"/>
              <a:buFont typeface="Roboto Medium"/>
              <a:buNone/>
              <a:defRPr sz="25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32" name="Google Shape;132;p58"/>
          <p:cNvSpPr txBox="1"/>
          <p:nvPr>
            <p:ph idx="1" type="subTitle"/>
          </p:nvPr>
        </p:nvSpPr>
        <p:spPr>
          <a:xfrm>
            <a:off x="5460274" y="3508767"/>
            <a:ext cx="2826300" cy="2655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lt1"/>
              </a:buClr>
              <a:buSzPts val="1600"/>
              <a:buNone/>
              <a:defRPr sz="1600">
                <a:solidFill>
                  <a:schemeClr val="lt1"/>
                </a:solidFill>
              </a:defRPr>
            </a:lvl1pPr>
            <a:lvl2pPr lvl="1" algn="ctr">
              <a:lnSpc>
                <a:spcPct val="100000"/>
              </a:lnSpc>
              <a:spcBef>
                <a:spcPts val="600"/>
              </a:spcBef>
              <a:spcAft>
                <a:spcPts val="0"/>
              </a:spcAft>
              <a:buClr>
                <a:schemeClr val="lt1"/>
              </a:buClr>
              <a:buSzPts val="2000"/>
              <a:buNone/>
              <a:defRPr sz="2000">
                <a:solidFill>
                  <a:schemeClr val="lt1"/>
                </a:solidFill>
              </a:defRPr>
            </a:lvl2pPr>
            <a:lvl3pPr lvl="2" algn="ctr">
              <a:lnSpc>
                <a:spcPct val="100000"/>
              </a:lnSpc>
              <a:spcBef>
                <a:spcPts val="600"/>
              </a:spcBef>
              <a:spcAft>
                <a:spcPts val="0"/>
              </a:spcAft>
              <a:buClr>
                <a:schemeClr val="lt1"/>
              </a:buClr>
              <a:buSzPts val="1800"/>
              <a:buNone/>
              <a:defRPr sz="1800">
                <a:solidFill>
                  <a:schemeClr val="lt1"/>
                </a:solidFill>
              </a:defRPr>
            </a:lvl3pPr>
            <a:lvl4pPr lvl="3" algn="ctr">
              <a:lnSpc>
                <a:spcPct val="100000"/>
              </a:lnSpc>
              <a:spcBef>
                <a:spcPts val="600"/>
              </a:spcBef>
              <a:spcAft>
                <a:spcPts val="0"/>
              </a:spcAft>
              <a:buClr>
                <a:schemeClr val="lt1"/>
              </a:buClr>
              <a:buSzPts val="1600"/>
              <a:buNone/>
              <a:defRPr sz="1600">
                <a:solidFill>
                  <a:schemeClr val="lt1"/>
                </a:solidFill>
              </a:defRPr>
            </a:lvl4pPr>
            <a:lvl5pPr lvl="4" algn="ctr">
              <a:lnSpc>
                <a:spcPct val="100000"/>
              </a:lnSpc>
              <a:spcBef>
                <a:spcPts val="600"/>
              </a:spcBef>
              <a:spcAft>
                <a:spcPts val="0"/>
              </a:spcAft>
              <a:buClr>
                <a:schemeClr val="lt1"/>
              </a:buClr>
              <a:buSzPts val="1600"/>
              <a:buNone/>
              <a:defRPr sz="1600">
                <a:solidFill>
                  <a:schemeClr val="lt1"/>
                </a:solidFill>
              </a:defRPr>
            </a:lvl5pPr>
            <a:lvl6pPr lvl="5" algn="ctr">
              <a:lnSpc>
                <a:spcPct val="90000"/>
              </a:lnSpc>
              <a:spcBef>
                <a:spcPts val="500"/>
              </a:spcBef>
              <a:spcAft>
                <a:spcPts val="0"/>
              </a:spcAft>
              <a:buClr>
                <a:schemeClr val="lt1"/>
              </a:buClr>
              <a:buSzPts val="1600"/>
              <a:buNone/>
              <a:defRPr sz="1600">
                <a:solidFill>
                  <a:schemeClr val="lt1"/>
                </a:solidFill>
              </a:defRPr>
            </a:lvl6pPr>
            <a:lvl7pPr lvl="6" algn="ctr">
              <a:lnSpc>
                <a:spcPct val="90000"/>
              </a:lnSpc>
              <a:spcBef>
                <a:spcPts val="500"/>
              </a:spcBef>
              <a:spcAft>
                <a:spcPts val="0"/>
              </a:spcAft>
              <a:buClr>
                <a:schemeClr val="lt1"/>
              </a:buClr>
              <a:buSzPts val="1600"/>
              <a:buNone/>
              <a:defRPr sz="1600">
                <a:solidFill>
                  <a:schemeClr val="lt1"/>
                </a:solidFill>
              </a:defRPr>
            </a:lvl7pPr>
            <a:lvl8pPr lvl="7" algn="ctr">
              <a:lnSpc>
                <a:spcPct val="90000"/>
              </a:lnSpc>
              <a:spcBef>
                <a:spcPts val="500"/>
              </a:spcBef>
              <a:spcAft>
                <a:spcPts val="0"/>
              </a:spcAft>
              <a:buClr>
                <a:schemeClr val="lt1"/>
              </a:buClr>
              <a:buSzPts val="1600"/>
              <a:buNone/>
              <a:defRPr sz="1600">
                <a:solidFill>
                  <a:schemeClr val="lt1"/>
                </a:solidFill>
              </a:defRPr>
            </a:lvl8pPr>
            <a:lvl9pPr lvl="8" algn="ctr">
              <a:lnSpc>
                <a:spcPct val="90000"/>
              </a:lnSpc>
              <a:spcBef>
                <a:spcPts val="500"/>
              </a:spcBef>
              <a:spcAft>
                <a:spcPts val="0"/>
              </a:spcAft>
              <a:buClr>
                <a:schemeClr val="lt1"/>
              </a:buClr>
              <a:buSzPts val="1600"/>
              <a:buNone/>
              <a:defRPr sz="1600">
                <a:solidFill>
                  <a:schemeClr val="lt1"/>
                </a:solidFill>
              </a:defRPr>
            </a:lvl9pPr>
          </a:lstStyle>
          <a:p/>
        </p:txBody>
      </p:sp>
      <p:sp>
        <p:nvSpPr>
          <p:cNvPr id="133" name="Google Shape;133;p58"/>
          <p:cNvSpPr txBox="1"/>
          <p:nvPr/>
        </p:nvSpPr>
        <p:spPr>
          <a:xfrm>
            <a:off x="0" y="-534925"/>
            <a:ext cx="7980300" cy="354000"/>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12121"/>
                </a:solidFill>
                <a:latin typeface="Arial"/>
                <a:ea typeface="Arial"/>
                <a:cs typeface="Arial"/>
                <a:sym typeface="Arial"/>
              </a:rPr>
              <a:t> Notice : Images need to be sent to back manually. Logos need to be placed on top of the images.</a:t>
            </a:r>
            <a:endParaRPr b="0" i="0" sz="1400" u="none" cap="none" strike="noStrike">
              <a:solidFill>
                <a:srgbClr val="000000"/>
              </a:solidFill>
              <a:latin typeface="Poppins Light"/>
              <a:ea typeface="Poppins Light"/>
              <a:cs typeface="Poppins Light"/>
              <a:sym typeface="Poppins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Image_B">
  <p:cSld name="Title Slide with Image_B_1">
    <p:bg>
      <p:bgPr>
        <a:solidFill>
          <a:schemeClr val="accent3"/>
        </a:solidFill>
      </p:bgPr>
    </p:bg>
    <p:spTree>
      <p:nvGrpSpPr>
        <p:cNvPr id="134" name="Shape 134"/>
        <p:cNvGrpSpPr/>
        <p:nvPr/>
      </p:nvGrpSpPr>
      <p:grpSpPr>
        <a:xfrm>
          <a:off x="0" y="0"/>
          <a:ext cx="0" cy="0"/>
          <a:chOff x="0" y="0"/>
          <a:chExt cx="0" cy="0"/>
        </a:xfrm>
      </p:grpSpPr>
      <p:sp>
        <p:nvSpPr>
          <p:cNvPr id="135" name="Google Shape;135;p59"/>
          <p:cNvSpPr/>
          <p:nvPr>
            <p:ph idx="2" type="pic"/>
          </p:nvPr>
        </p:nvSpPr>
        <p:spPr>
          <a:xfrm>
            <a:off x="0" y="1"/>
            <a:ext cx="9144000" cy="5143500"/>
          </a:xfrm>
          <a:prstGeom prst="rect">
            <a:avLst/>
          </a:prstGeom>
          <a:noFill/>
          <a:ln>
            <a:noFill/>
          </a:ln>
        </p:spPr>
      </p:sp>
      <p:sp>
        <p:nvSpPr>
          <p:cNvPr id="136" name="Google Shape;136;p59"/>
          <p:cNvSpPr/>
          <p:nvPr>
            <p:ph idx="3" type="pic"/>
          </p:nvPr>
        </p:nvSpPr>
        <p:spPr>
          <a:xfrm>
            <a:off x="1548600" y="867995"/>
            <a:ext cx="6046800" cy="3407400"/>
          </a:xfrm>
          <a:prstGeom prst="rect">
            <a:avLst/>
          </a:prstGeom>
          <a:noFill/>
          <a:ln>
            <a:noFill/>
          </a:ln>
        </p:spPr>
      </p:sp>
      <p:pic>
        <p:nvPicPr>
          <p:cNvPr id="137" name="Google Shape;137;p59"/>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sp>
        <p:nvSpPr>
          <p:cNvPr id="138" name="Google Shape;138;p59"/>
          <p:cNvSpPr txBox="1"/>
          <p:nvPr>
            <p:ph type="ctrTitle"/>
          </p:nvPr>
        </p:nvSpPr>
        <p:spPr>
          <a:xfrm>
            <a:off x="2037806" y="2453982"/>
            <a:ext cx="5068500" cy="957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2500"/>
              <a:buFont typeface="Roboto Medium"/>
              <a:buNone/>
              <a:defRPr sz="25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39" name="Google Shape;139;p59"/>
          <p:cNvSpPr txBox="1"/>
          <p:nvPr>
            <p:ph idx="1" type="subTitle"/>
          </p:nvPr>
        </p:nvSpPr>
        <p:spPr>
          <a:xfrm>
            <a:off x="2037806" y="3508767"/>
            <a:ext cx="5068500" cy="2655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lt1"/>
              </a:buClr>
              <a:buSzPts val="1600"/>
              <a:buNone/>
              <a:defRPr sz="1600">
                <a:solidFill>
                  <a:schemeClr val="lt1"/>
                </a:solidFill>
              </a:defRPr>
            </a:lvl1pPr>
            <a:lvl2pPr lvl="1" algn="ctr">
              <a:lnSpc>
                <a:spcPct val="100000"/>
              </a:lnSpc>
              <a:spcBef>
                <a:spcPts val="600"/>
              </a:spcBef>
              <a:spcAft>
                <a:spcPts val="0"/>
              </a:spcAft>
              <a:buClr>
                <a:schemeClr val="lt1"/>
              </a:buClr>
              <a:buSzPts val="2000"/>
              <a:buNone/>
              <a:defRPr sz="2000">
                <a:solidFill>
                  <a:schemeClr val="lt1"/>
                </a:solidFill>
              </a:defRPr>
            </a:lvl2pPr>
            <a:lvl3pPr lvl="2" algn="ctr">
              <a:lnSpc>
                <a:spcPct val="100000"/>
              </a:lnSpc>
              <a:spcBef>
                <a:spcPts val="600"/>
              </a:spcBef>
              <a:spcAft>
                <a:spcPts val="0"/>
              </a:spcAft>
              <a:buClr>
                <a:schemeClr val="lt1"/>
              </a:buClr>
              <a:buSzPts val="1800"/>
              <a:buNone/>
              <a:defRPr sz="1800">
                <a:solidFill>
                  <a:schemeClr val="lt1"/>
                </a:solidFill>
              </a:defRPr>
            </a:lvl3pPr>
            <a:lvl4pPr lvl="3" algn="ctr">
              <a:lnSpc>
                <a:spcPct val="100000"/>
              </a:lnSpc>
              <a:spcBef>
                <a:spcPts val="600"/>
              </a:spcBef>
              <a:spcAft>
                <a:spcPts val="0"/>
              </a:spcAft>
              <a:buClr>
                <a:schemeClr val="lt1"/>
              </a:buClr>
              <a:buSzPts val="1600"/>
              <a:buNone/>
              <a:defRPr sz="1600">
                <a:solidFill>
                  <a:schemeClr val="lt1"/>
                </a:solidFill>
              </a:defRPr>
            </a:lvl4pPr>
            <a:lvl5pPr lvl="4" algn="ctr">
              <a:lnSpc>
                <a:spcPct val="100000"/>
              </a:lnSpc>
              <a:spcBef>
                <a:spcPts val="600"/>
              </a:spcBef>
              <a:spcAft>
                <a:spcPts val="0"/>
              </a:spcAft>
              <a:buClr>
                <a:schemeClr val="lt1"/>
              </a:buClr>
              <a:buSzPts val="1600"/>
              <a:buNone/>
              <a:defRPr sz="1600">
                <a:solidFill>
                  <a:schemeClr val="lt1"/>
                </a:solidFill>
              </a:defRPr>
            </a:lvl5pPr>
            <a:lvl6pPr lvl="5" algn="ctr">
              <a:lnSpc>
                <a:spcPct val="90000"/>
              </a:lnSpc>
              <a:spcBef>
                <a:spcPts val="500"/>
              </a:spcBef>
              <a:spcAft>
                <a:spcPts val="0"/>
              </a:spcAft>
              <a:buClr>
                <a:schemeClr val="lt1"/>
              </a:buClr>
              <a:buSzPts val="1600"/>
              <a:buNone/>
              <a:defRPr sz="1600">
                <a:solidFill>
                  <a:schemeClr val="lt1"/>
                </a:solidFill>
              </a:defRPr>
            </a:lvl6pPr>
            <a:lvl7pPr lvl="6" algn="ctr">
              <a:lnSpc>
                <a:spcPct val="90000"/>
              </a:lnSpc>
              <a:spcBef>
                <a:spcPts val="500"/>
              </a:spcBef>
              <a:spcAft>
                <a:spcPts val="0"/>
              </a:spcAft>
              <a:buClr>
                <a:schemeClr val="lt1"/>
              </a:buClr>
              <a:buSzPts val="1600"/>
              <a:buNone/>
              <a:defRPr sz="1600">
                <a:solidFill>
                  <a:schemeClr val="lt1"/>
                </a:solidFill>
              </a:defRPr>
            </a:lvl7pPr>
            <a:lvl8pPr lvl="7" algn="ctr">
              <a:lnSpc>
                <a:spcPct val="90000"/>
              </a:lnSpc>
              <a:spcBef>
                <a:spcPts val="500"/>
              </a:spcBef>
              <a:spcAft>
                <a:spcPts val="0"/>
              </a:spcAft>
              <a:buClr>
                <a:schemeClr val="lt1"/>
              </a:buClr>
              <a:buSzPts val="1600"/>
              <a:buNone/>
              <a:defRPr sz="1600">
                <a:solidFill>
                  <a:schemeClr val="lt1"/>
                </a:solidFill>
              </a:defRPr>
            </a:lvl8pPr>
            <a:lvl9pPr lvl="8" algn="ctr">
              <a:lnSpc>
                <a:spcPct val="90000"/>
              </a:lnSpc>
              <a:spcBef>
                <a:spcPts val="500"/>
              </a:spcBef>
              <a:spcAft>
                <a:spcPts val="0"/>
              </a:spcAft>
              <a:buClr>
                <a:schemeClr val="lt1"/>
              </a:buClr>
              <a:buSzPts val="1600"/>
              <a:buNone/>
              <a:defRPr sz="1600">
                <a:solidFill>
                  <a:schemeClr val="lt1"/>
                </a:solidFill>
              </a:defRPr>
            </a:lvl9pPr>
          </a:lstStyle>
          <a:p/>
        </p:txBody>
      </p:sp>
      <p:sp>
        <p:nvSpPr>
          <p:cNvPr id="140" name="Google Shape;140;p59"/>
          <p:cNvSpPr txBox="1"/>
          <p:nvPr/>
        </p:nvSpPr>
        <p:spPr>
          <a:xfrm>
            <a:off x="0" y="-534925"/>
            <a:ext cx="7980300" cy="354000"/>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12121"/>
                </a:solidFill>
                <a:latin typeface="Arial"/>
                <a:ea typeface="Arial"/>
                <a:cs typeface="Arial"/>
                <a:sym typeface="Arial"/>
              </a:rPr>
              <a:t> Notice : Images need to be sent to back manually. Logos need to be placed on top of the images.</a:t>
            </a:r>
            <a:endParaRPr b="0" i="0" sz="1400" u="none" cap="none" strike="noStrike">
              <a:solidFill>
                <a:srgbClr val="000000"/>
              </a:solidFill>
              <a:latin typeface="Poppins Light"/>
              <a:ea typeface="Poppins Light"/>
              <a:cs typeface="Poppins Light"/>
              <a:sym typeface="Poppins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Image_A">
  <p:cSld name="Section Header with Image_A">
    <p:bg>
      <p:bgPr>
        <a:solidFill>
          <a:schemeClr val="dk1"/>
        </a:solidFill>
      </p:bgPr>
    </p:bg>
    <p:spTree>
      <p:nvGrpSpPr>
        <p:cNvPr id="141" name="Shape 141"/>
        <p:cNvGrpSpPr/>
        <p:nvPr/>
      </p:nvGrpSpPr>
      <p:grpSpPr>
        <a:xfrm>
          <a:off x="0" y="0"/>
          <a:ext cx="0" cy="0"/>
          <a:chOff x="0" y="0"/>
          <a:chExt cx="0" cy="0"/>
        </a:xfrm>
      </p:grpSpPr>
      <p:sp>
        <p:nvSpPr>
          <p:cNvPr id="142" name="Google Shape;142;p60"/>
          <p:cNvSpPr/>
          <p:nvPr>
            <p:ph idx="2" type="pic"/>
          </p:nvPr>
        </p:nvSpPr>
        <p:spPr>
          <a:xfrm>
            <a:off x="0" y="1"/>
            <a:ext cx="9144000" cy="5143500"/>
          </a:xfrm>
          <a:prstGeom prst="rect">
            <a:avLst/>
          </a:prstGeom>
          <a:solidFill>
            <a:schemeClr val="accent3"/>
          </a:solidFill>
          <a:ln>
            <a:noFill/>
          </a:ln>
        </p:spPr>
      </p:sp>
      <p:sp>
        <p:nvSpPr>
          <p:cNvPr id="143" name="Google Shape;143;p60"/>
          <p:cNvSpPr/>
          <p:nvPr/>
        </p:nvSpPr>
        <p:spPr>
          <a:xfrm>
            <a:off x="9141618" y="1715344"/>
            <a:ext cx="2381" cy="1330166"/>
          </a:xfrm>
          <a:custGeom>
            <a:rect b="b" l="l" r="r" t="t"/>
            <a:pathLst>
              <a:path extrusionOk="0" h="1330166" w="2381">
                <a:moveTo>
                  <a:pt x="0" y="1324213"/>
                </a:moveTo>
                <a:lnTo>
                  <a:pt x="2381" y="1330166"/>
                </a:lnTo>
                <a:lnTo>
                  <a:pt x="2381" y="5477"/>
                </a:lnTo>
                <a:lnTo>
                  <a:pt x="0" y="0"/>
                </a:lnTo>
                <a:lnTo>
                  <a:pt x="0" y="1324213"/>
                </a:lnTo>
                <a:close/>
              </a:path>
            </a:pathLst>
          </a:custGeom>
          <a:solidFill>
            <a:srgbClr val="7DACE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4" name="Google Shape;144;p60"/>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145" name="Google Shape;145;p60"/>
          <p:cNvSpPr txBox="1"/>
          <p:nvPr>
            <p:ph type="ctrTitle"/>
          </p:nvPr>
        </p:nvSpPr>
        <p:spPr>
          <a:xfrm>
            <a:off x="468312" y="3129700"/>
            <a:ext cx="6780900" cy="957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1600"/>
              <a:buFont typeface="Roboto Medium"/>
              <a:buNone/>
              <a:defRPr sz="1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60"/>
          <p:cNvSpPr txBox="1"/>
          <p:nvPr>
            <p:ph idx="1" type="subTitle"/>
          </p:nvPr>
        </p:nvSpPr>
        <p:spPr>
          <a:xfrm>
            <a:off x="468312" y="4184485"/>
            <a:ext cx="6780900" cy="2655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lt1"/>
              </a:buClr>
              <a:buSzPts val="1600"/>
              <a:buNone/>
              <a:defRPr sz="1600">
                <a:solidFill>
                  <a:schemeClr val="lt1"/>
                </a:solidFill>
              </a:defRPr>
            </a:lvl1pPr>
            <a:lvl2pPr lvl="1" algn="ctr">
              <a:lnSpc>
                <a:spcPct val="100000"/>
              </a:lnSpc>
              <a:spcBef>
                <a:spcPts val="600"/>
              </a:spcBef>
              <a:spcAft>
                <a:spcPts val="0"/>
              </a:spcAft>
              <a:buClr>
                <a:schemeClr val="lt1"/>
              </a:buClr>
              <a:buSzPts val="2000"/>
              <a:buNone/>
              <a:defRPr sz="2000"/>
            </a:lvl2pPr>
            <a:lvl3pPr lvl="2" algn="ctr">
              <a:lnSpc>
                <a:spcPct val="100000"/>
              </a:lnSpc>
              <a:spcBef>
                <a:spcPts val="600"/>
              </a:spcBef>
              <a:spcAft>
                <a:spcPts val="0"/>
              </a:spcAft>
              <a:buClr>
                <a:schemeClr val="lt1"/>
              </a:buClr>
              <a:buSzPts val="1800"/>
              <a:buNone/>
              <a:defRPr sz="1800"/>
            </a:lvl3pPr>
            <a:lvl4pPr lvl="3" algn="ctr">
              <a:lnSpc>
                <a:spcPct val="100000"/>
              </a:lnSpc>
              <a:spcBef>
                <a:spcPts val="600"/>
              </a:spcBef>
              <a:spcAft>
                <a:spcPts val="0"/>
              </a:spcAft>
              <a:buClr>
                <a:schemeClr val="lt1"/>
              </a:buClr>
              <a:buSzPts val="1600"/>
              <a:buNone/>
              <a:defRPr sz="1600"/>
            </a:lvl4pPr>
            <a:lvl5pPr lvl="4" algn="ctr">
              <a:lnSpc>
                <a:spcPct val="100000"/>
              </a:lnSpc>
              <a:spcBef>
                <a:spcPts val="6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pic>
        <p:nvPicPr>
          <p:cNvPr id="147" name="Google Shape;147;p60"/>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sp>
        <p:nvSpPr>
          <p:cNvPr id="148" name="Google Shape;148;p60"/>
          <p:cNvSpPr txBox="1"/>
          <p:nvPr>
            <p:ph idx="3" type="subTitle"/>
          </p:nvPr>
        </p:nvSpPr>
        <p:spPr>
          <a:xfrm>
            <a:off x="468325" y="874800"/>
            <a:ext cx="1724400" cy="15192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lt1"/>
              </a:buClr>
              <a:buSzPts val="4000"/>
              <a:buFont typeface="Roboto"/>
              <a:buNone/>
              <a:defRPr sz="4000">
                <a:solidFill>
                  <a:schemeClr val="lt1"/>
                </a:solidFill>
                <a:latin typeface="Roboto"/>
                <a:ea typeface="Roboto"/>
                <a:cs typeface="Roboto"/>
                <a:sym typeface="Roboto"/>
              </a:defRPr>
            </a:lvl1pPr>
            <a:lvl2pPr lvl="1"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2pPr>
            <a:lvl3pPr lvl="2"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3pPr>
            <a:lvl4pPr lvl="3"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4pPr>
            <a:lvl5pPr lvl="4"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5pPr>
            <a:lvl6pPr lvl="5"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6pPr>
            <a:lvl7pPr lvl="6"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7pPr>
            <a:lvl8pPr lvl="7"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8pPr>
            <a:lvl9pPr lvl="8"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9pPr>
          </a:lstStyle>
          <a:p/>
        </p:txBody>
      </p:sp>
      <p:sp>
        <p:nvSpPr>
          <p:cNvPr id="149" name="Google Shape;149;p60"/>
          <p:cNvSpPr txBox="1"/>
          <p:nvPr/>
        </p:nvSpPr>
        <p:spPr>
          <a:xfrm>
            <a:off x="0" y="-534925"/>
            <a:ext cx="7980300" cy="354000"/>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12121"/>
                </a:solidFill>
                <a:latin typeface="Arial"/>
                <a:ea typeface="Arial"/>
                <a:cs typeface="Arial"/>
                <a:sym typeface="Arial"/>
              </a:rPr>
              <a:t> Notice : Images need to be sent to back manually. Logos need to be placed on top of the images.</a:t>
            </a:r>
            <a:endParaRPr b="0" i="0" sz="1400" u="none" cap="none" strike="noStrike">
              <a:solidFill>
                <a:srgbClr val="000000"/>
              </a:solidFill>
              <a:latin typeface="Poppins Light"/>
              <a:ea typeface="Poppins Light"/>
              <a:cs typeface="Poppins Light"/>
              <a:sym typeface="Poppins Light"/>
            </a:endParaRPr>
          </a:p>
        </p:txBody>
      </p:sp>
      <p:grpSp>
        <p:nvGrpSpPr>
          <p:cNvPr id="150" name="Google Shape;150;p60"/>
          <p:cNvGrpSpPr/>
          <p:nvPr/>
        </p:nvGrpSpPr>
        <p:grpSpPr>
          <a:xfrm>
            <a:off x="7571555" y="109066"/>
            <a:ext cx="1395087" cy="441585"/>
            <a:chOff x="5991694" y="1720305"/>
            <a:chExt cx="1929047" cy="618207"/>
          </a:xfrm>
        </p:grpSpPr>
        <p:sp>
          <p:nvSpPr>
            <p:cNvPr id="151" name="Google Shape;151;p60"/>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60"/>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60"/>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60"/>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60"/>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60"/>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60"/>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60"/>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60"/>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60"/>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60"/>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60"/>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60"/>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Image_B">
  <p:cSld name="Section Header with Image_B">
    <p:bg>
      <p:bgPr>
        <a:solidFill>
          <a:schemeClr val="accent1"/>
        </a:solidFill>
      </p:bgPr>
    </p:bg>
    <p:spTree>
      <p:nvGrpSpPr>
        <p:cNvPr id="164" name="Shape 164"/>
        <p:cNvGrpSpPr/>
        <p:nvPr/>
      </p:nvGrpSpPr>
      <p:grpSpPr>
        <a:xfrm>
          <a:off x="0" y="0"/>
          <a:ext cx="0" cy="0"/>
          <a:chOff x="0" y="0"/>
          <a:chExt cx="0" cy="0"/>
        </a:xfrm>
      </p:grpSpPr>
      <p:sp>
        <p:nvSpPr>
          <p:cNvPr id="165" name="Google Shape;165;p61"/>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166" name="Google Shape;166;p61"/>
          <p:cNvSpPr/>
          <p:nvPr/>
        </p:nvSpPr>
        <p:spPr>
          <a:xfrm>
            <a:off x="0" y="737700"/>
            <a:ext cx="7431900" cy="3668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67" name="Google Shape;167;p61"/>
          <p:cNvSpPr/>
          <p:nvPr>
            <p:ph idx="2" type="pic"/>
          </p:nvPr>
        </p:nvSpPr>
        <p:spPr>
          <a:xfrm>
            <a:off x="0" y="1208700"/>
            <a:ext cx="4846800" cy="2726100"/>
          </a:xfrm>
          <a:prstGeom prst="rect">
            <a:avLst/>
          </a:prstGeom>
          <a:noFill/>
          <a:ln>
            <a:noFill/>
          </a:ln>
        </p:spPr>
      </p:sp>
      <p:sp>
        <p:nvSpPr>
          <p:cNvPr id="168" name="Google Shape;168;p61"/>
          <p:cNvSpPr txBox="1"/>
          <p:nvPr>
            <p:ph type="ctrTitle"/>
          </p:nvPr>
        </p:nvSpPr>
        <p:spPr>
          <a:xfrm>
            <a:off x="5338354" y="2995749"/>
            <a:ext cx="1689600" cy="939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1600"/>
              <a:buFont typeface="Roboto Medium"/>
              <a:buNone/>
              <a:defRPr sz="1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69" name="Google Shape;169;p61"/>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sp>
        <p:nvSpPr>
          <p:cNvPr id="170" name="Google Shape;170;p61"/>
          <p:cNvSpPr txBox="1"/>
          <p:nvPr>
            <p:ph idx="1" type="subTitle"/>
          </p:nvPr>
        </p:nvSpPr>
        <p:spPr>
          <a:xfrm>
            <a:off x="5338350" y="1428075"/>
            <a:ext cx="1689600" cy="1143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lt1"/>
              </a:buClr>
              <a:buSzPts val="4000"/>
              <a:buFont typeface="Roboto"/>
              <a:buNone/>
              <a:defRPr sz="4000">
                <a:solidFill>
                  <a:schemeClr val="lt1"/>
                </a:solidFill>
                <a:latin typeface="Roboto"/>
                <a:ea typeface="Roboto"/>
                <a:cs typeface="Roboto"/>
                <a:sym typeface="Roboto"/>
              </a:defRPr>
            </a:lvl1pPr>
            <a:lvl2pPr lvl="1"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2pPr>
            <a:lvl3pPr lvl="2"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3pPr>
            <a:lvl4pPr lvl="3"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4pPr>
            <a:lvl5pPr lvl="4" algn="r">
              <a:lnSpc>
                <a:spcPct val="100000"/>
              </a:lnSpc>
              <a:spcBef>
                <a:spcPts val="600"/>
              </a:spcBef>
              <a:spcAft>
                <a:spcPts val="0"/>
              </a:spcAft>
              <a:buClr>
                <a:schemeClr val="lt1"/>
              </a:buClr>
              <a:buSzPts val="6600"/>
              <a:buFont typeface="Roboto"/>
              <a:buNone/>
              <a:defRPr sz="6600">
                <a:solidFill>
                  <a:schemeClr val="lt1"/>
                </a:solidFill>
                <a:latin typeface="Roboto"/>
                <a:ea typeface="Roboto"/>
                <a:cs typeface="Roboto"/>
                <a:sym typeface="Roboto"/>
              </a:defRPr>
            </a:lvl5pPr>
            <a:lvl6pPr lvl="5"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6pPr>
            <a:lvl7pPr lvl="6"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7pPr>
            <a:lvl8pPr lvl="7"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8pPr>
            <a:lvl9pPr lvl="8" algn="r">
              <a:lnSpc>
                <a:spcPct val="90000"/>
              </a:lnSpc>
              <a:spcBef>
                <a:spcPts val="500"/>
              </a:spcBef>
              <a:spcAft>
                <a:spcPts val="0"/>
              </a:spcAft>
              <a:buClr>
                <a:schemeClr val="lt1"/>
              </a:buClr>
              <a:buSzPts val="6600"/>
              <a:buFont typeface="Roboto"/>
              <a:buNone/>
              <a:defRPr sz="6600">
                <a:solidFill>
                  <a:schemeClr val="lt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1" name="Shape 171"/>
        <p:cNvGrpSpPr/>
        <p:nvPr/>
      </p:nvGrpSpPr>
      <p:grpSpPr>
        <a:xfrm>
          <a:off x="0" y="0"/>
          <a:ext cx="0" cy="0"/>
          <a:chOff x="0" y="0"/>
          <a:chExt cx="0" cy="0"/>
        </a:xfrm>
      </p:grpSpPr>
      <p:sp>
        <p:nvSpPr>
          <p:cNvPr id="172" name="Google Shape;172;p62"/>
          <p:cNvSpPr txBox="1"/>
          <p:nvPr>
            <p:ph idx="1" type="body"/>
          </p:nvPr>
        </p:nvSpPr>
        <p:spPr>
          <a:xfrm>
            <a:off x="468313" y="1680589"/>
            <a:ext cx="8207400" cy="2943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200"/>
              <a:buNone/>
              <a:defRPr/>
            </a:lvl1pPr>
            <a:lvl2pPr indent="-304800" lvl="1" marL="914400" algn="l">
              <a:lnSpc>
                <a:spcPct val="100000"/>
              </a:lnSpc>
              <a:spcBef>
                <a:spcPts val="600"/>
              </a:spcBef>
              <a:spcAft>
                <a:spcPts val="0"/>
              </a:spcAft>
              <a:buClr>
                <a:schemeClr val="dk1"/>
              </a:buClr>
              <a:buSzPts val="1200"/>
              <a:buChar char="•"/>
              <a:defRPr/>
            </a:lvl2pPr>
            <a:lvl3pPr indent="-304800" lvl="2" marL="1371600" algn="l">
              <a:lnSpc>
                <a:spcPct val="100000"/>
              </a:lnSpc>
              <a:spcBef>
                <a:spcPts val="600"/>
              </a:spcBef>
              <a:spcAft>
                <a:spcPts val="0"/>
              </a:spcAft>
              <a:buClr>
                <a:schemeClr val="dk1"/>
              </a:buClr>
              <a:buSzPts val="1200"/>
              <a:buChar char="•"/>
              <a:defRPr/>
            </a:lvl3pPr>
            <a:lvl4pPr indent="-304800" lvl="3" marL="1828800" algn="l">
              <a:lnSpc>
                <a:spcPct val="100000"/>
              </a:lnSpc>
              <a:spcBef>
                <a:spcPts val="600"/>
              </a:spcBef>
              <a:spcAft>
                <a:spcPts val="0"/>
              </a:spcAft>
              <a:buClr>
                <a:schemeClr val="dk1"/>
              </a:buClr>
              <a:buSzPts val="1200"/>
              <a:buChar char="•"/>
              <a:defRPr/>
            </a:lvl4pPr>
            <a:lvl5pPr indent="-304800" lvl="4" marL="2286000" algn="l">
              <a:lnSpc>
                <a:spcPct val="100000"/>
              </a:lnSpc>
              <a:spcBef>
                <a:spcPts val="600"/>
              </a:spcBef>
              <a:spcAft>
                <a:spcPts val="0"/>
              </a:spcAft>
              <a:buClr>
                <a:schemeClr val="dk1"/>
              </a:buClr>
              <a:buSzPts val="1200"/>
              <a:buChar char="•"/>
              <a:defRPr/>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173" name="Google Shape;173;p62"/>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174" name="Google Shape;174;p62"/>
          <p:cNvSpPr txBox="1"/>
          <p:nvPr>
            <p:ph idx="2" type="subTitle"/>
          </p:nvPr>
        </p:nvSpPr>
        <p:spPr>
          <a:xfrm>
            <a:off x="468312" y="807113"/>
            <a:ext cx="60702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Font typeface="Roboto Medium"/>
              <a:buNone/>
              <a:defRPr sz="1600">
                <a:latin typeface="Roboto Medium"/>
                <a:ea typeface="Roboto Medium"/>
                <a:cs typeface="Roboto Medium"/>
                <a:sym typeface="Roboto Medium"/>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5" name="Google Shape;175;p62"/>
          <p:cNvSpPr txBox="1"/>
          <p:nvPr>
            <p:ph type="title"/>
          </p:nvPr>
        </p:nvSpPr>
        <p:spPr>
          <a:xfrm>
            <a:off x="468314" y="366713"/>
            <a:ext cx="82074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Image">
  <p:cSld name="Content with Image">
    <p:bg>
      <p:bgPr>
        <a:solidFill>
          <a:schemeClr val="lt1"/>
        </a:solidFill>
      </p:bgPr>
    </p:bg>
    <p:spTree>
      <p:nvGrpSpPr>
        <p:cNvPr id="176" name="Shape 176"/>
        <p:cNvGrpSpPr/>
        <p:nvPr/>
      </p:nvGrpSpPr>
      <p:grpSpPr>
        <a:xfrm>
          <a:off x="0" y="0"/>
          <a:ext cx="0" cy="0"/>
          <a:chOff x="0" y="0"/>
          <a:chExt cx="0" cy="0"/>
        </a:xfrm>
      </p:grpSpPr>
      <p:sp>
        <p:nvSpPr>
          <p:cNvPr id="177" name="Google Shape;177;p63"/>
          <p:cNvSpPr/>
          <p:nvPr>
            <p:ph idx="2" type="pic"/>
          </p:nvPr>
        </p:nvSpPr>
        <p:spPr>
          <a:xfrm>
            <a:off x="0" y="1"/>
            <a:ext cx="9144000" cy="5143500"/>
          </a:xfrm>
          <a:prstGeom prst="rect">
            <a:avLst/>
          </a:prstGeom>
          <a:solidFill>
            <a:schemeClr val="accent3"/>
          </a:solidFill>
          <a:ln>
            <a:noFill/>
          </a:ln>
        </p:spPr>
      </p:sp>
      <p:sp>
        <p:nvSpPr>
          <p:cNvPr id="178" name="Google Shape;178;p63"/>
          <p:cNvSpPr/>
          <p:nvPr/>
        </p:nvSpPr>
        <p:spPr>
          <a:xfrm>
            <a:off x="0" y="0"/>
            <a:ext cx="6896700" cy="3712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179" name="Google Shape;179;p63"/>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pic>
        <p:nvPicPr>
          <p:cNvPr id="180" name="Google Shape;180;p63"/>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sp>
        <p:nvSpPr>
          <p:cNvPr id="181" name="Google Shape;181;p63"/>
          <p:cNvSpPr txBox="1"/>
          <p:nvPr>
            <p:ph idx="1" type="body"/>
          </p:nvPr>
        </p:nvSpPr>
        <p:spPr>
          <a:xfrm>
            <a:off x="468315" y="1558650"/>
            <a:ext cx="2605200" cy="1741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100"/>
              <a:buNone/>
              <a:defRPr sz="1100">
                <a:solidFill>
                  <a:schemeClr val="dk1"/>
                </a:solidFill>
              </a:defRPr>
            </a:lvl1pPr>
            <a:lvl2pPr indent="-298450" lvl="1" marL="914400" algn="l">
              <a:lnSpc>
                <a:spcPct val="100000"/>
              </a:lnSpc>
              <a:spcBef>
                <a:spcPts val="600"/>
              </a:spcBef>
              <a:spcAft>
                <a:spcPts val="0"/>
              </a:spcAft>
              <a:buClr>
                <a:schemeClr val="dk1"/>
              </a:buClr>
              <a:buSzPts val="1100"/>
              <a:buChar char="•"/>
              <a:defRPr sz="1100">
                <a:solidFill>
                  <a:schemeClr val="dk1"/>
                </a:solidFill>
              </a:defRPr>
            </a:lvl2pPr>
            <a:lvl3pPr indent="-298450" lvl="2" marL="1371600" algn="l">
              <a:lnSpc>
                <a:spcPct val="100000"/>
              </a:lnSpc>
              <a:spcBef>
                <a:spcPts val="600"/>
              </a:spcBef>
              <a:spcAft>
                <a:spcPts val="0"/>
              </a:spcAft>
              <a:buClr>
                <a:schemeClr val="dk1"/>
              </a:buClr>
              <a:buSzPts val="1100"/>
              <a:buChar char="•"/>
              <a:defRPr sz="1100">
                <a:solidFill>
                  <a:schemeClr val="dk1"/>
                </a:solidFill>
              </a:defRPr>
            </a:lvl3pPr>
            <a:lvl4pPr indent="-298450" lvl="3" marL="1828800" algn="l">
              <a:lnSpc>
                <a:spcPct val="100000"/>
              </a:lnSpc>
              <a:spcBef>
                <a:spcPts val="600"/>
              </a:spcBef>
              <a:spcAft>
                <a:spcPts val="0"/>
              </a:spcAft>
              <a:buClr>
                <a:schemeClr val="dk1"/>
              </a:buClr>
              <a:buSzPts val="1100"/>
              <a:buChar char="•"/>
              <a:defRPr sz="1100">
                <a:solidFill>
                  <a:schemeClr val="dk1"/>
                </a:solidFill>
              </a:defRPr>
            </a:lvl4pPr>
            <a:lvl5pPr indent="-298450" lvl="4" marL="2286000" algn="l">
              <a:lnSpc>
                <a:spcPct val="100000"/>
              </a:lnSpc>
              <a:spcBef>
                <a:spcPts val="600"/>
              </a:spcBef>
              <a:spcAft>
                <a:spcPts val="0"/>
              </a:spcAft>
              <a:buClr>
                <a:schemeClr val="dk1"/>
              </a:buClr>
              <a:buSzPts val="1100"/>
              <a:buChar char="•"/>
              <a:defRPr sz="1100">
                <a:solidFill>
                  <a:schemeClr val="dk1"/>
                </a:solidFill>
              </a:defRPr>
            </a:lvl5pPr>
            <a:lvl6pPr indent="-298450" lvl="5" marL="2743200" algn="l">
              <a:lnSpc>
                <a:spcPct val="90000"/>
              </a:lnSpc>
              <a:spcBef>
                <a:spcPts val="500"/>
              </a:spcBef>
              <a:spcAft>
                <a:spcPts val="0"/>
              </a:spcAft>
              <a:buClr>
                <a:schemeClr val="dk1"/>
              </a:buClr>
              <a:buSzPts val="1100"/>
              <a:buChar char="•"/>
              <a:defRPr sz="1100"/>
            </a:lvl6pPr>
            <a:lvl7pPr indent="-298450" lvl="6" marL="3200400" algn="l">
              <a:lnSpc>
                <a:spcPct val="90000"/>
              </a:lnSpc>
              <a:spcBef>
                <a:spcPts val="500"/>
              </a:spcBef>
              <a:spcAft>
                <a:spcPts val="0"/>
              </a:spcAft>
              <a:buClr>
                <a:schemeClr val="dk1"/>
              </a:buClr>
              <a:buSzPts val="1100"/>
              <a:buChar char="•"/>
              <a:defRPr sz="1100"/>
            </a:lvl7pPr>
            <a:lvl8pPr indent="-298450" lvl="7" marL="3657600" algn="l">
              <a:lnSpc>
                <a:spcPct val="90000"/>
              </a:lnSpc>
              <a:spcBef>
                <a:spcPts val="500"/>
              </a:spcBef>
              <a:spcAft>
                <a:spcPts val="0"/>
              </a:spcAft>
              <a:buClr>
                <a:schemeClr val="dk1"/>
              </a:buClr>
              <a:buSzPts val="1100"/>
              <a:buChar char="•"/>
              <a:defRPr sz="1100"/>
            </a:lvl8pPr>
            <a:lvl9pPr indent="-298450" lvl="8" marL="4114800" algn="l">
              <a:lnSpc>
                <a:spcPct val="90000"/>
              </a:lnSpc>
              <a:spcBef>
                <a:spcPts val="500"/>
              </a:spcBef>
              <a:spcAft>
                <a:spcPts val="0"/>
              </a:spcAft>
              <a:buClr>
                <a:schemeClr val="dk1"/>
              </a:buClr>
              <a:buSzPts val="1100"/>
              <a:buChar char="•"/>
              <a:defRPr sz="1100"/>
            </a:lvl9pPr>
          </a:lstStyle>
          <a:p/>
        </p:txBody>
      </p:sp>
      <p:sp>
        <p:nvSpPr>
          <p:cNvPr id="182" name="Google Shape;182;p63"/>
          <p:cNvSpPr txBox="1"/>
          <p:nvPr>
            <p:ph idx="3" type="body"/>
          </p:nvPr>
        </p:nvSpPr>
        <p:spPr>
          <a:xfrm>
            <a:off x="3307800" y="1558650"/>
            <a:ext cx="2605200" cy="1741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100"/>
              <a:buNone/>
              <a:defRPr sz="1100">
                <a:solidFill>
                  <a:schemeClr val="dk1"/>
                </a:solidFill>
              </a:defRPr>
            </a:lvl1pPr>
            <a:lvl2pPr indent="-298450" lvl="1" marL="914400" algn="l">
              <a:lnSpc>
                <a:spcPct val="100000"/>
              </a:lnSpc>
              <a:spcBef>
                <a:spcPts val="600"/>
              </a:spcBef>
              <a:spcAft>
                <a:spcPts val="0"/>
              </a:spcAft>
              <a:buClr>
                <a:schemeClr val="dk1"/>
              </a:buClr>
              <a:buSzPts val="1100"/>
              <a:buChar char="•"/>
              <a:defRPr sz="1100">
                <a:solidFill>
                  <a:schemeClr val="dk1"/>
                </a:solidFill>
              </a:defRPr>
            </a:lvl2pPr>
            <a:lvl3pPr indent="-298450" lvl="2" marL="1371600" algn="l">
              <a:lnSpc>
                <a:spcPct val="100000"/>
              </a:lnSpc>
              <a:spcBef>
                <a:spcPts val="600"/>
              </a:spcBef>
              <a:spcAft>
                <a:spcPts val="0"/>
              </a:spcAft>
              <a:buClr>
                <a:schemeClr val="dk1"/>
              </a:buClr>
              <a:buSzPts val="1100"/>
              <a:buChar char="•"/>
              <a:defRPr sz="1100">
                <a:solidFill>
                  <a:schemeClr val="dk1"/>
                </a:solidFill>
              </a:defRPr>
            </a:lvl3pPr>
            <a:lvl4pPr indent="-298450" lvl="3" marL="1828800" algn="l">
              <a:lnSpc>
                <a:spcPct val="100000"/>
              </a:lnSpc>
              <a:spcBef>
                <a:spcPts val="600"/>
              </a:spcBef>
              <a:spcAft>
                <a:spcPts val="0"/>
              </a:spcAft>
              <a:buClr>
                <a:schemeClr val="dk1"/>
              </a:buClr>
              <a:buSzPts val="1100"/>
              <a:buChar char="•"/>
              <a:defRPr sz="1100">
                <a:solidFill>
                  <a:schemeClr val="dk1"/>
                </a:solidFill>
              </a:defRPr>
            </a:lvl4pPr>
            <a:lvl5pPr indent="-298450" lvl="4" marL="2286000" algn="l">
              <a:lnSpc>
                <a:spcPct val="100000"/>
              </a:lnSpc>
              <a:spcBef>
                <a:spcPts val="600"/>
              </a:spcBef>
              <a:spcAft>
                <a:spcPts val="0"/>
              </a:spcAft>
              <a:buClr>
                <a:schemeClr val="dk1"/>
              </a:buClr>
              <a:buSzPts val="1100"/>
              <a:buChar char="•"/>
              <a:defRPr sz="1100">
                <a:solidFill>
                  <a:schemeClr val="dk1"/>
                </a:solidFill>
              </a:defRPr>
            </a:lvl5pPr>
            <a:lvl6pPr indent="-298450" lvl="5" marL="2743200" algn="l">
              <a:lnSpc>
                <a:spcPct val="90000"/>
              </a:lnSpc>
              <a:spcBef>
                <a:spcPts val="500"/>
              </a:spcBef>
              <a:spcAft>
                <a:spcPts val="0"/>
              </a:spcAft>
              <a:buClr>
                <a:schemeClr val="dk1"/>
              </a:buClr>
              <a:buSzPts val="1100"/>
              <a:buChar char="•"/>
              <a:defRPr sz="1100"/>
            </a:lvl6pPr>
            <a:lvl7pPr indent="-298450" lvl="6" marL="3200400" algn="l">
              <a:lnSpc>
                <a:spcPct val="90000"/>
              </a:lnSpc>
              <a:spcBef>
                <a:spcPts val="500"/>
              </a:spcBef>
              <a:spcAft>
                <a:spcPts val="0"/>
              </a:spcAft>
              <a:buClr>
                <a:schemeClr val="dk1"/>
              </a:buClr>
              <a:buSzPts val="1100"/>
              <a:buChar char="•"/>
              <a:defRPr sz="1100"/>
            </a:lvl7pPr>
            <a:lvl8pPr indent="-298450" lvl="7" marL="3657600" algn="l">
              <a:lnSpc>
                <a:spcPct val="90000"/>
              </a:lnSpc>
              <a:spcBef>
                <a:spcPts val="500"/>
              </a:spcBef>
              <a:spcAft>
                <a:spcPts val="0"/>
              </a:spcAft>
              <a:buClr>
                <a:schemeClr val="dk1"/>
              </a:buClr>
              <a:buSzPts val="1100"/>
              <a:buChar char="•"/>
              <a:defRPr sz="1100"/>
            </a:lvl8pPr>
            <a:lvl9pPr indent="-298450" lvl="8" marL="4114800" algn="l">
              <a:lnSpc>
                <a:spcPct val="90000"/>
              </a:lnSpc>
              <a:spcBef>
                <a:spcPts val="500"/>
              </a:spcBef>
              <a:spcAft>
                <a:spcPts val="0"/>
              </a:spcAft>
              <a:buClr>
                <a:schemeClr val="dk1"/>
              </a:buClr>
              <a:buSzPts val="1100"/>
              <a:buChar char="•"/>
              <a:defRPr sz="1100"/>
            </a:lvl9pPr>
          </a:lstStyle>
          <a:p/>
        </p:txBody>
      </p:sp>
      <p:sp>
        <p:nvSpPr>
          <p:cNvPr id="183" name="Google Shape;183;p63"/>
          <p:cNvSpPr txBox="1"/>
          <p:nvPr>
            <p:ph idx="4" type="subTitle"/>
          </p:nvPr>
        </p:nvSpPr>
        <p:spPr>
          <a:xfrm>
            <a:off x="468311" y="883313"/>
            <a:ext cx="54447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Font typeface="Roboto SemiBold"/>
              <a:buNone/>
              <a:defRPr sz="2000">
                <a:latin typeface="Roboto SemiBold"/>
                <a:ea typeface="Roboto SemiBold"/>
                <a:cs typeface="Roboto SemiBold"/>
                <a:sym typeface="Roboto SemiBold"/>
              </a:defRPr>
            </a:lvl2pPr>
            <a:lvl3pPr lvl="2" algn="ctr">
              <a:lnSpc>
                <a:spcPct val="100000"/>
              </a:lnSpc>
              <a:spcBef>
                <a:spcPts val="600"/>
              </a:spcBef>
              <a:spcAft>
                <a:spcPts val="0"/>
              </a:spcAft>
              <a:buClr>
                <a:schemeClr val="dk1"/>
              </a:buClr>
              <a:buSzPts val="1800"/>
              <a:buFont typeface="Roboto SemiBold"/>
              <a:buNone/>
              <a:defRPr sz="1800">
                <a:latin typeface="Roboto SemiBold"/>
                <a:ea typeface="Roboto SemiBold"/>
                <a:cs typeface="Roboto SemiBold"/>
                <a:sym typeface="Roboto SemiBold"/>
              </a:defRPr>
            </a:lvl3pPr>
            <a:lvl4pPr lvl="3" algn="ctr">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4pPr>
            <a:lvl5pPr lvl="4" algn="ctr">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5pPr>
            <a:lvl6pPr lvl="5"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6pPr>
            <a:lvl7pPr lvl="6"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7pPr>
            <a:lvl8pPr lvl="7"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8pPr>
            <a:lvl9pPr lvl="8"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9pPr>
          </a:lstStyle>
          <a:p/>
        </p:txBody>
      </p:sp>
      <p:sp>
        <p:nvSpPr>
          <p:cNvPr id="184" name="Google Shape;184;p63"/>
          <p:cNvSpPr txBox="1"/>
          <p:nvPr>
            <p:ph type="title"/>
          </p:nvPr>
        </p:nvSpPr>
        <p:spPr>
          <a:xfrm>
            <a:off x="468314" y="519113"/>
            <a:ext cx="54447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185" name="Google Shape;185;p63"/>
          <p:cNvGrpSpPr/>
          <p:nvPr/>
        </p:nvGrpSpPr>
        <p:grpSpPr>
          <a:xfrm>
            <a:off x="7571555" y="109066"/>
            <a:ext cx="1395087" cy="441585"/>
            <a:chOff x="5991694" y="1720305"/>
            <a:chExt cx="1929047" cy="618207"/>
          </a:xfrm>
        </p:grpSpPr>
        <p:sp>
          <p:nvSpPr>
            <p:cNvPr id="186" name="Google Shape;186;p63"/>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63"/>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63"/>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63"/>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63"/>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63"/>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63"/>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63"/>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63"/>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3"/>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63"/>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63"/>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63"/>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3x Image_B">
  <p:cSld name="Content with 3x Image_B">
    <p:spTree>
      <p:nvGrpSpPr>
        <p:cNvPr id="199" name="Shape 199"/>
        <p:cNvGrpSpPr/>
        <p:nvPr/>
      </p:nvGrpSpPr>
      <p:grpSpPr>
        <a:xfrm>
          <a:off x="0" y="0"/>
          <a:ext cx="0" cy="0"/>
          <a:chOff x="0" y="0"/>
          <a:chExt cx="0" cy="0"/>
        </a:xfrm>
      </p:grpSpPr>
      <p:sp>
        <p:nvSpPr>
          <p:cNvPr id="200" name="Google Shape;200;p64"/>
          <p:cNvSpPr/>
          <p:nvPr>
            <p:ph idx="2" type="pic"/>
          </p:nvPr>
        </p:nvSpPr>
        <p:spPr>
          <a:xfrm>
            <a:off x="5906023" y="807113"/>
            <a:ext cx="3028200" cy="2052600"/>
          </a:xfrm>
          <a:prstGeom prst="rect">
            <a:avLst/>
          </a:prstGeom>
          <a:noFill/>
          <a:ln>
            <a:noFill/>
          </a:ln>
        </p:spPr>
      </p:sp>
      <p:sp>
        <p:nvSpPr>
          <p:cNvPr id="201" name="Google Shape;201;p64"/>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202" name="Google Shape;202;p64"/>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200"/>
              <a:buNone/>
              <a:defRPr/>
            </a:lvl1pPr>
            <a:lvl2pPr indent="-304800" lvl="1" marL="914400" algn="l">
              <a:lnSpc>
                <a:spcPct val="100000"/>
              </a:lnSpc>
              <a:spcBef>
                <a:spcPts val="600"/>
              </a:spcBef>
              <a:spcAft>
                <a:spcPts val="0"/>
              </a:spcAft>
              <a:buClr>
                <a:schemeClr val="dk1"/>
              </a:buClr>
              <a:buSzPts val="1200"/>
              <a:buChar char="•"/>
              <a:defRPr/>
            </a:lvl2pPr>
            <a:lvl3pPr indent="-304800" lvl="2" marL="1371600" algn="l">
              <a:lnSpc>
                <a:spcPct val="100000"/>
              </a:lnSpc>
              <a:spcBef>
                <a:spcPts val="600"/>
              </a:spcBef>
              <a:spcAft>
                <a:spcPts val="0"/>
              </a:spcAft>
              <a:buClr>
                <a:schemeClr val="dk1"/>
              </a:buClr>
              <a:buSzPts val="1200"/>
              <a:buChar char="•"/>
              <a:defRPr/>
            </a:lvl3pPr>
            <a:lvl4pPr indent="-304800" lvl="3" marL="1828800" algn="l">
              <a:lnSpc>
                <a:spcPct val="100000"/>
              </a:lnSpc>
              <a:spcBef>
                <a:spcPts val="600"/>
              </a:spcBef>
              <a:spcAft>
                <a:spcPts val="0"/>
              </a:spcAft>
              <a:buClr>
                <a:schemeClr val="dk1"/>
              </a:buClr>
              <a:buSzPts val="1200"/>
              <a:buChar char="•"/>
              <a:defRPr/>
            </a:lvl4pPr>
            <a:lvl5pPr indent="-304800" lvl="4" marL="2286000" algn="l">
              <a:lnSpc>
                <a:spcPct val="100000"/>
              </a:lnSpc>
              <a:spcBef>
                <a:spcPts val="600"/>
              </a:spcBef>
              <a:spcAft>
                <a:spcPts val="0"/>
              </a:spcAft>
              <a:buClr>
                <a:schemeClr val="dk1"/>
              </a:buClr>
              <a:buSzPts val="1200"/>
              <a:buChar char="•"/>
              <a:defRPr/>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203" name="Google Shape;203;p64"/>
          <p:cNvSpPr txBox="1"/>
          <p:nvPr>
            <p:ph idx="3" type="subTitle"/>
          </p:nvPr>
        </p:nvSpPr>
        <p:spPr>
          <a:xfrm>
            <a:off x="468312" y="807113"/>
            <a:ext cx="32364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Font typeface="Roboto SemiBold"/>
              <a:buNone/>
              <a:defRPr sz="2000">
                <a:latin typeface="Roboto SemiBold"/>
                <a:ea typeface="Roboto SemiBold"/>
                <a:cs typeface="Roboto SemiBold"/>
                <a:sym typeface="Roboto SemiBold"/>
              </a:defRPr>
            </a:lvl2pPr>
            <a:lvl3pPr lvl="2" algn="ctr">
              <a:lnSpc>
                <a:spcPct val="100000"/>
              </a:lnSpc>
              <a:spcBef>
                <a:spcPts val="600"/>
              </a:spcBef>
              <a:spcAft>
                <a:spcPts val="0"/>
              </a:spcAft>
              <a:buClr>
                <a:schemeClr val="dk1"/>
              </a:buClr>
              <a:buSzPts val="1800"/>
              <a:buFont typeface="Roboto SemiBold"/>
              <a:buNone/>
              <a:defRPr sz="1800">
                <a:latin typeface="Roboto SemiBold"/>
                <a:ea typeface="Roboto SemiBold"/>
                <a:cs typeface="Roboto SemiBold"/>
                <a:sym typeface="Roboto SemiBold"/>
              </a:defRPr>
            </a:lvl3pPr>
            <a:lvl4pPr lvl="3" algn="ctr">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4pPr>
            <a:lvl5pPr lvl="4" algn="ctr">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5pPr>
            <a:lvl6pPr lvl="5"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6pPr>
            <a:lvl7pPr lvl="6"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7pPr>
            <a:lvl8pPr lvl="7"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8pPr>
            <a:lvl9pPr lvl="8" algn="ctr">
              <a:lnSpc>
                <a:spcPct val="90000"/>
              </a:lnSpc>
              <a:spcBef>
                <a:spcPts val="500"/>
              </a:spcBef>
              <a:spcAft>
                <a:spcPts val="0"/>
              </a:spcAft>
              <a:buClr>
                <a:schemeClr val="dk1"/>
              </a:buClr>
              <a:buSzPts val="1600"/>
              <a:buFont typeface="Roboto SemiBold"/>
              <a:buNone/>
              <a:defRPr sz="1600">
                <a:latin typeface="Roboto SemiBold"/>
                <a:ea typeface="Roboto SemiBold"/>
                <a:cs typeface="Roboto SemiBold"/>
                <a:sym typeface="Roboto SemiBold"/>
              </a:defRPr>
            </a:lvl9pPr>
          </a:lstStyle>
          <a:p/>
        </p:txBody>
      </p:sp>
      <p:sp>
        <p:nvSpPr>
          <p:cNvPr id="204" name="Google Shape;204;p64"/>
          <p:cNvSpPr txBox="1"/>
          <p:nvPr>
            <p:ph type="title"/>
          </p:nvPr>
        </p:nvSpPr>
        <p:spPr>
          <a:xfrm>
            <a:off x="468332" y="519125"/>
            <a:ext cx="51723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64"/>
          <p:cNvSpPr/>
          <p:nvPr>
            <p:ph idx="4" type="pic"/>
          </p:nvPr>
        </p:nvSpPr>
        <p:spPr>
          <a:xfrm>
            <a:off x="5028624" y="1248724"/>
            <a:ext cx="3028200" cy="2052600"/>
          </a:xfrm>
          <a:prstGeom prst="rect">
            <a:avLst/>
          </a:prstGeom>
          <a:noFill/>
          <a:ln>
            <a:noFill/>
          </a:ln>
        </p:spPr>
      </p:sp>
      <p:sp>
        <p:nvSpPr>
          <p:cNvPr id="206" name="Google Shape;206;p64"/>
          <p:cNvSpPr/>
          <p:nvPr>
            <p:ph idx="5" type="pic"/>
          </p:nvPr>
        </p:nvSpPr>
        <p:spPr>
          <a:xfrm>
            <a:off x="4158412" y="2571750"/>
            <a:ext cx="3028200" cy="20526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3x Image_C">
  <p:cSld name="Content with 3x Image_C">
    <p:spTree>
      <p:nvGrpSpPr>
        <p:cNvPr id="207" name="Shape 207"/>
        <p:cNvGrpSpPr/>
        <p:nvPr/>
      </p:nvGrpSpPr>
      <p:grpSpPr>
        <a:xfrm>
          <a:off x="0" y="0"/>
          <a:ext cx="0" cy="0"/>
          <a:chOff x="0" y="0"/>
          <a:chExt cx="0" cy="0"/>
        </a:xfrm>
      </p:grpSpPr>
      <p:sp>
        <p:nvSpPr>
          <p:cNvPr id="208" name="Google Shape;208;p65"/>
          <p:cNvSpPr txBox="1"/>
          <p:nvPr>
            <p:ph idx="1" type="body"/>
          </p:nvPr>
        </p:nvSpPr>
        <p:spPr>
          <a:xfrm>
            <a:off x="4708899" y="1954474"/>
            <a:ext cx="3662100" cy="2209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200"/>
              <a:buNone/>
              <a:defRPr/>
            </a:lvl1pPr>
            <a:lvl2pPr indent="-304800" lvl="1" marL="914400" algn="l">
              <a:lnSpc>
                <a:spcPct val="100000"/>
              </a:lnSpc>
              <a:spcBef>
                <a:spcPts val="600"/>
              </a:spcBef>
              <a:spcAft>
                <a:spcPts val="0"/>
              </a:spcAft>
              <a:buClr>
                <a:schemeClr val="dk1"/>
              </a:buClr>
              <a:buSzPts val="1200"/>
              <a:buChar char="•"/>
              <a:defRPr/>
            </a:lvl2pPr>
            <a:lvl3pPr indent="-304800" lvl="2" marL="1371600" algn="l">
              <a:lnSpc>
                <a:spcPct val="100000"/>
              </a:lnSpc>
              <a:spcBef>
                <a:spcPts val="600"/>
              </a:spcBef>
              <a:spcAft>
                <a:spcPts val="0"/>
              </a:spcAft>
              <a:buClr>
                <a:schemeClr val="dk1"/>
              </a:buClr>
              <a:buSzPts val="1200"/>
              <a:buChar char="•"/>
              <a:defRPr/>
            </a:lvl3pPr>
            <a:lvl4pPr indent="-304800" lvl="3" marL="1828800" algn="l">
              <a:lnSpc>
                <a:spcPct val="100000"/>
              </a:lnSpc>
              <a:spcBef>
                <a:spcPts val="600"/>
              </a:spcBef>
              <a:spcAft>
                <a:spcPts val="0"/>
              </a:spcAft>
              <a:buClr>
                <a:schemeClr val="dk1"/>
              </a:buClr>
              <a:buSzPts val="1200"/>
              <a:buChar char="•"/>
              <a:defRPr/>
            </a:lvl4pPr>
            <a:lvl5pPr indent="-304800" lvl="4" marL="2286000" algn="l">
              <a:lnSpc>
                <a:spcPct val="100000"/>
              </a:lnSpc>
              <a:spcBef>
                <a:spcPts val="600"/>
              </a:spcBef>
              <a:spcAft>
                <a:spcPts val="0"/>
              </a:spcAft>
              <a:buClr>
                <a:schemeClr val="dk1"/>
              </a:buClr>
              <a:buSzPts val="1200"/>
              <a:buChar char="•"/>
              <a:defRPr/>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209" name="Google Shape;209;p65"/>
          <p:cNvSpPr/>
          <p:nvPr>
            <p:ph idx="2" type="pic"/>
          </p:nvPr>
        </p:nvSpPr>
        <p:spPr>
          <a:xfrm>
            <a:off x="0" y="0"/>
            <a:ext cx="2914200" cy="5132400"/>
          </a:xfrm>
          <a:prstGeom prst="rect">
            <a:avLst/>
          </a:prstGeom>
          <a:noFill/>
          <a:ln>
            <a:noFill/>
          </a:ln>
        </p:spPr>
      </p:sp>
      <p:sp>
        <p:nvSpPr>
          <p:cNvPr id="210" name="Google Shape;210;p65"/>
          <p:cNvSpPr/>
          <p:nvPr>
            <p:ph idx="3" type="pic"/>
          </p:nvPr>
        </p:nvSpPr>
        <p:spPr>
          <a:xfrm>
            <a:off x="1058500" y="534424"/>
            <a:ext cx="2313600" cy="4075200"/>
          </a:xfrm>
          <a:prstGeom prst="rect">
            <a:avLst/>
          </a:prstGeom>
          <a:noFill/>
          <a:ln>
            <a:noFill/>
          </a:ln>
        </p:spPr>
      </p:sp>
      <p:sp>
        <p:nvSpPr>
          <p:cNvPr id="211" name="Google Shape;211;p65"/>
          <p:cNvSpPr/>
          <p:nvPr>
            <p:ph idx="4" type="pic"/>
          </p:nvPr>
        </p:nvSpPr>
        <p:spPr>
          <a:xfrm>
            <a:off x="2132226" y="979887"/>
            <a:ext cx="1808100" cy="3184200"/>
          </a:xfrm>
          <a:prstGeom prst="rect">
            <a:avLst/>
          </a:prstGeom>
          <a:noFill/>
          <a:ln>
            <a:noFill/>
          </a:ln>
        </p:spPr>
      </p:sp>
      <p:sp>
        <p:nvSpPr>
          <p:cNvPr id="212" name="Google Shape;212;p65"/>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213" name="Google Shape;213;p65"/>
          <p:cNvSpPr txBox="1"/>
          <p:nvPr>
            <p:ph idx="5" type="subTitle"/>
          </p:nvPr>
        </p:nvSpPr>
        <p:spPr>
          <a:xfrm>
            <a:off x="4708895" y="1267226"/>
            <a:ext cx="36621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4" name="Google Shape;214;p65"/>
          <p:cNvSpPr txBox="1"/>
          <p:nvPr>
            <p:ph type="title"/>
          </p:nvPr>
        </p:nvSpPr>
        <p:spPr>
          <a:xfrm>
            <a:off x="4708900" y="979225"/>
            <a:ext cx="40611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ontent Half">
  <p:cSld name="Image and Content Half">
    <p:spTree>
      <p:nvGrpSpPr>
        <p:cNvPr id="215" name="Shape 215"/>
        <p:cNvGrpSpPr/>
        <p:nvPr/>
      </p:nvGrpSpPr>
      <p:grpSpPr>
        <a:xfrm>
          <a:off x="0" y="0"/>
          <a:ext cx="0" cy="0"/>
          <a:chOff x="0" y="0"/>
          <a:chExt cx="0" cy="0"/>
        </a:xfrm>
      </p:grpSpPr>
      <p:sp>
        <p:nvSpPr>
          <p:cNvPr id="216" name="Google Shape;216;p66"/>
          <p:cNvSpPr/>
          <p:nvPr>
            <p:ph idx="2" type="pic"/>
          </p:nvPr>
        </p:nvSpPr>
        <p:spPr>
          <a:xfrm>
            <a:off x="0" y="0"/>
            <a:ext cx="4320600" cy="5132400"/>
          </a:xfrm>
          <a:prstGeom prst="rect">
            <a:avLst/>
          </a:prstGeom>
          <a:noFill/>
          <a:ln>
            <a:noFill/>
          </a:ln>
        </p:spPr>
      </p:sp>
      <p:sp>
        <p:nvSpPr>
          <p:cNvPr id="217" name="Google Shape;217;p66"/>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218" name="Google Shape;218;p66"/>
          <p:cNvSpPr txBox="1"/>
          <p:nvPr>
            <p:ph idx="1" type="body"/>
          </p:nvPr>
        </p:nvSpPr>
        <p:spPr>
          <a:xfrm>
            <a:off x="4708899" y="1954474"/>
            <a:ext cx="3662100" cy="2209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200"/>
              <a:buNone/>
              <a:defRPr/>
            </a:lvl1pPr>
            <a:lvl2pPr indent="-304800" lvl="1" marL="914400" algn="l">
              <a:lnSpc>
                <a:spcPct val="100000"/>
              </a:lnSpc>
              <a:spcBef>
                <a:spcPts val="600"/>
              </a:spcBef>
              <a:spcAft>
                <a:spcPts val="0"/>
              </a:spcAft>
              <a:buClr>
                <a:schemeClr val="dk1"/>
              </a:buClr>
              <a:buSzPts val="1200"/>
              <a:buChar char="•"/>
              <a:defRPr/>
            </a:lvl2pPr>
            <a:lvl3pPr indent="-304800" lvl="2" marL="1371600" algn="l">
              <a:lnSpc>
                <a:spcPct val="100000"/>
              </a:lnSpc>
              <a:spcBef>
                <a:spcPts val="600"/>
              </a:spcBef>
              <a:spcAft>
                <a:spcPts val="0"/>
              </a:spcAft>
              <a:buClr>
                <a:schemeClr val="dk1"/>
              </a:buClr>
              <a:buSzPts val="1200"/>
              <a:buChar char="•"/>
              <a:defRPr/>
            </a:lvl3pPr>
            <a:lvl4pPr indent="-304800" lvl="3" marL="1828800" algn="l">
              <a:lnSpc>
                <a:spcPct val="100000"/>
              </a:lnSpc>
              <a:spcBef>
                <a:spcPts val="600"/>
              </a:spcBef>
              <a:spcAft>
                <a:spcPts val="0"/>
              </a:spcAft>
              <a:buClr>
                <a:schemeClr val="dk1"/>
              </a:buClr>
              <a:buSzPts val="1200"/>
              <a:buChar char="•"/>
              <a:defRPr/>
            </a:lvl4pPr>
            <a:lvl5pPr indent="-304800" lvl="4" marL="2286000" algn="l">
              <a:lnSpc>
                <a:spcPct val="100000"/>
              </a:lnSpc>
              <a:spcBef>
                <a:spcPts val="600"/>
              </a:spcBef>
              <a:spcAft>
                <a:spcPts val="0"/>
              </a:spcAft>
              <a:buClr>
                <a:schemeClr val="dk1"/>
              </a:buClr>
              <a:buSzPts val="1200"/>
              <a:buChar char="•"/>
              <a:defRPr/>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219" name="Google Shape;219;p66"/>
          <p:cNvSpPr txBox="1"/>
          <p:nvPr>
            <p:ph idx="3" type="subTitle"/>
          </p:nvPr>
        </p:nvSpPr>
        <p:spPr>
          <a:xfrm>
            <a:off x="4708895" y="1267226"/>
            <a:ext cx="36621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0" name="Google Shape;220;p66"/>
          <p:cNvSpPr txBox="1"/>
          <p:nvPr>
            <p:ph type="title"/>
          </p:nvPr>
        </p:nvSpPr>
        <p:spPr>
          <a:xfrm>
            <a:off x="4708900" y="979225"/>
            <a:ext cx="40611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and Image">
  <p:cSld name="2 Column and Image">
    <p:spTree>
      <p:nvGrpSpPr>
        <p:cNvPr id="221" name="Shape 221"/>
        <p:cNvGrpSpPr/>
        <p:nvPr/>
      </p:nvGrpSpPr>
      <p:grpSpPr>
        <a:xfrm>
          <a:off x="0" y="0"/>
          <a:ext cx="0" cy="0"/>
          <a:chOff x="0" y="0"/>
          <a:chExt cx="0" cy="0"/>
        </a:xfrm>
      </p:grpSpPr>
      <p:sp>
        <p:nvSpPr>
          <p:cNvPr id="222" name="Google Shape;222;p67"/>
          <p:cNvSpPr/>
          <p:nvPr>
            <p:ph idx="2" type="pic"/>
          </p:nvPr>
        </p:nvSpPr>
        <p:spPr>
          <a:xfrm>
            <a:off x="6964600" y="0"/>
            <a:ext cx="2179500" cy="5143500"/>
          </a:xfrm>
          <a:prstGeom prst="rect">
            <a:avLst/>
          </a:prstGeom>
          <a:noFill/>
          <a:ln>
            <a:noFill/>
          </a:ln>
        </p:spPr>
      </p:sp>
      <p:sp>
        <p:nvSpPr>
          <p:cNvPr id="223" name="Google Shape;223;p67"/>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224" name="Google Shape;224;p67"/>
          <p:cNvSpPr txBox="1"/>
          <p:nvPr>
            <p:ph idx="1" type="body"/>
          </p:nvPr>
        </p:nvSpPr>
        <p:spPr>
          <a:xfrm>
            <a:off x="468315" y="1558650"/>
            <a:ext cx="2896500" cy="30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200"/>
              <a:buNone/>
              <a:defRPr/>
            </a:lvl1pPr>
            <a:lvl2pPr indent="-304800" lvl="1" marL="914400" algn="l">
              <a:lnSpc>
                <a:spcPct val="100000"/>
              </a:lnSpc>
              <a:spcBef>
                <a:spcPts val="600"/>
              </a:spcBef>
              <a:spcAft>
                <a:spcPts val="0"/>
              </a:spcAft>
              <a:buClr>
                <a:schemeClr val="dk1"/>
              </a:buClr>
              <a:buSzPts val="1200"/>
              <a:buChar char="•"/>
              <a:defRPr/>
            </a:lvl2pPr>
            <a:lvl3pPr indent="-304800" lvl="2" marL="1371600" algn="l">
              <a:lnSpc>
                <a:spcPct val="100000"/>
              </a:lnSpc>
              <a:spcBef>
                <a:spcPts val="600"/>
              </a:spcBef>
              <a:spcAft>
                <a:spcPts val="0"/>
              </a:spcAft>
              <a:buClr>
                <a:schemeClr val="dk1"/>
              </a:buClr>
              <a:buSzPts val="1200"/>
              <a:buChar char="•"/>
              <a:defRPr/>
            </a:lvl3pPr>
            <a:lvl4pPr indent="-304800" lvl="3" marL="1828800" algn="l">
              <a:lnSpc>
                <a:spcPct val="100000"/>
              </a:lnSpc>
              <a:spcBef>
                <a:spcPts val="600"/>
              </a:spcBef>
              <a:spcAft>
                <a:spcPts val="0"/>
              </a:spcAft>
              <a:buClr>
                <a:schemeClr val="dk1"/>
              </a:buClr>
              <a:buSzPts val="1200"/>
              <a:buChar char="•"/>
              <a:defRPr/>
            </a:lvl4pPr>
            <a:lvl5pPr indent="-304800" lvl="4" marL="2286000" algn="l">
              <a:lnSpc>
                <a:spcPct val="100000"/>
              </a:lnSpc>
              <a:spcBef>
                <a:spcPts val="600"/>
              </a:spcBef>
              <a:spcAft>
                <a:spcPts val="0"/>
              </a:spcAft>
              <a:buClr>
                <a:schemeClr val="dk1"/>
              </a:buClr>
              <a:buSzPts val="1200"/>
              <a:buChar char="•"/>
              <a:defRPr/>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225" name="Google Shape;225;p67"/>
          <p:cNvSpPr txBox="1"/>
          <p:nvPr>
            <p:ph idx="3" type="body"/>
          </p:nvPr>
        </p:nvSpPr>
        <p:spPr>
          <a:xfrm>
            <a:off x="3704735" y="1558650"/>
            <a:ext cx="2896500" cy="30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200"/>
              <a:buNone/>
              <a:defRPr/>
            </a:lvl1pPr>
            <a:lvl2pPr indent="-304800" lvl="1" marL="914400" algn="l">
              <a:lnSpc>
                <a:spcPct val="100000"/>
              </a:lnSpc>
              <a:spcBef>
                <a:spcPts val="600"/>
              </a:spcBef>
              <a:spcAft>
                <a:spcPts val="0"/>
              </a:spcAft>
              <a:buClr>
                <a:schemeClr val="dk1"/>
              </a:buClr>
              <a:buSzPts val="1200"/>
              <a:buChar char="•"/>
              <a:defRPr/>
            </a:lvl2pPr>
            <a:lvl3pPr indent="-304800" lvl="2" marL="1371600" algn="l">
              <a:lnSpc>
                <a:spcPct val="100000"/>
              </a:lnSpc>
              <a:spcBef>
                <a:spcPts val="600"/>
              </a:spcBef>
              <a:spcAft>
                <a:spcPts val="0"/>
              </a:spcAft>
              <a:buClr>
                <a:schemeClr val="dk1"/>
              </a:buClr>
              <a:buSzPts val="1200"/>
              <a:buChar char="•"/>
              <a:defRPr/>
            </a:lvl3pPr>
            <a:lvl4pPr indent="-304800" lvl="3" marL="1828800" algn="l">
              <a:lnSpc>
                <a:spcPct val="100000"/>
              </a:lnSpc>
              <a:spcBef>
                <a:spcPts val="600"/>
              </a:spcBef>
              <a:spcAft>
                <a:spcPts val="0"/>
              </a:spcAft>
              <a:buClr>
                <a:schemeClr val="dk1"/>
              </a:buClr>
              <a:buSzPts val="1200"/>
              <a:buChar char="•"/>
              <a:defRPr/>
            </a:lvl4pPr>
            <a:lvl5pPr indent="-304800" lvl="4" marL="2286000" algn="l">
              <a:lnSpc>
                <a:spcPct val="100000"/>
              </a:lnSpc>
              <a:spcBef>
                <a:spcPts val="600"/>
              </a:spcBef>
              <a:spcAft>
                <a:spcPts val="0"/>
              </a:spcAft>
              <a:buClr>
                <a:schemeClr val="dk1"/>
              </a:buClr>
              <a:buSzPts val="1200"/>
              <a:buChar char="•"/>
              <a:defRPr/>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226" name="Google Shape;226;p67"/>
          <p:cNvSpPr txBox="1"/>
          <p:nvPr>
            <p:ph idx="4" type="subTitle"/>
          </p:nvPr>
        </p:nvSpPr>
        <p:spPr>
          <a:xfrm>
            <a:off x="468311" y="807113"/>
            <a:ext cx="61329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7" name="Google Shape;227;p67"/>
          <p:cNvSpPr txBox="1"/>
          <p:nvPr>
            <p:ph type="title"/>
          </p:nvPr>
        </p:nvSpPr>
        <p:spPr>
          <a:xfrm>
            <a:off x="468313" y="519113"/>
            <a:ext cx="61329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28" name="Google Shape;228;p67"/>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grpSp>
        <p:nvGrpSpPr>
          <p:cNvPr id="229" name="Google Shape;229;p67"/>
          <p:cNvGrpSpPr/>
          <p:nvPr/>
        </p:nvGrpSpPr>
        <p:grpSpPr>
          <a:xfrm>
            <a:off x="7571555" y="109066"/>
            <a:ext cx="1395087" cy="441585"/>
            <a:chOff x="5991694" y="1720305"/>
            <a:chExt cx="1929047" cy="618207"/>
          </a:xfrm>
        </p:grpSpPr>
        <p:sp>
          <p:nvSpPr>
            <p:cNvPr id="230" name="Google Shape;230;p67"/>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67"/>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67"/>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67"/>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67"/>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67"/>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67"/>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67"/>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67"/>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67"/>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67"/>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67"/>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67"/>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Third Content">
  <p:cSld name="One-Third Content">
    <p:spTree>
      <p:nvGrpSpPr>
        <p:cNvPr id="243" name="Shape 243"/>
        <p:cNvGrpSpPr/>
        <p:nvPr/>
      </p:nvGrpSpPr>
      <p:grpSpPr>
        <a:xfrm>
          <a:off x="0" y="0"/>
          <a:ext cx="0" cy="0"/>
          <a:chOff x="0" y="0"/>
          <a:chExt cx="0" cy="0"/>
        </a:xfrm>
      </p:grpSpPr>
      <p:sp>
        <p:nvSpPr>
          <p:cNvPr id="244" name="Google Shape;244;p68"/>
          <p:cNvSpPr/>
          <p:nvPr/>
        </p:nvSpPr>
        <p:spPr>
          <a:xfrm>
            <a:off x="0" y="-4175"/>
            <a:ext cx="3483000" cy="5143500"/>
          </a:xfrm>
          <a:prstGeom prst="rect">
            <a:avLst/>
          </a:prstGeom>
          <a:solidFill>
            <a:srgbClr val="5495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45" name="Google Shape;245;p68"/>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246" name="Google Shape;246;p68"/>
          <p:cNvSpPr txBox="1"/>
          <p:nvPr>
            <p:ph idx="1" type="body"/>
          </p:nvPr>
        </p:nvSpPr>
        <p:spPr>
          <a:xfrm>
            <a:off x="3951315" y="1558649"/>
            <a:ext cx="4724400" cy="261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200"/>
              <a:buNone/>
              <a:defRPr/>
            </a:lvl1pPr>
            <a:lvl2pPr indent="-304800" lvl="1" marL="914400" algn="l">
              <a:lnSpc>
                <a:spcPct val="100000"/>
              </a:lnSpc>
              <a:spcBef>
                <a:spcPts val="600"/>
              </a:spcBef>
              <a:spcAft>
                <a:spcPts val="0"/>
              </a:spcAft>
              <a:buClr>
                <a:schemeClr val="dk1"/>
              </a:buClr>
              <a:buSzPts val="1200"/>
              <a:buChar char="•"/>
              <a:defRPr/>
            </a:lvl2pPr>
            <a:lvl3pPr indent="-304800" lvl="2" marL="1371600" algn="l">
              <a:lnSpc>
                <a:spcPct val="100000"/>
              </a:lnSpc>
              <a:spcBef>
                <a:spcPts val="600"/>
              </a:spcBef>
              <a:spcAft>
                <a:spcPts val="0"/>
              </a:spcAft>
              <a:buClr>
                <a:schemeClr val="dk1"/>
              </a:buClr>
              <a:buSzPts val="1200"/>
              <a:buChar char="•"/>
              <a:defRPr/>
            </a:lvl3pPr>
            <a:lvl4pPr indent="-304800" lvl="3" marL="1828800" algn="l">
              <a:lnSpc>
                <a:spcPct val="100000"/>
              </a:lnSpc>
              <a:spcBef>
                <a:spcPts val="600"/>
              </a:spcBef>
              <a:spcAft>
                <a:spcPts val="0"/>
              </a:spcAft>
              <a:buClr>
                <a:schemeClr val="dk1"/>
              </a:buClr>
              <a:buSzPts val="1200"/>
              <a:buChar char="•"/>
              <a:defRPr/>
            </a:lvl4pPr>
            <a:lvl5pPr indent="-304800" lvl="4" marL="2286000" algn="l">
              <a:lnSpc>
                <a:spcPct val="100000"/>
              </a:lnSpc>
              <a:spcBef>
                <a:spcPts val="600"/>
              </a:spcBef>
              <a:spcAft>
                <a:spcPts val="0"/>
              </a:spcAft>
              <a:buClr>
                <a:schemeClr val="dk1"/>
              </a:buClr>
              <a:buSzPts val="1200"/>
              <a:buChar char="•"/>
              <a:defRPr/>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247" name="Google Shape;247;p68"/>
          <p:cNvSpPr txBox="1"/>
          <p:nvPr>
            <p:ph idx="2" type="subTitle"/>
          </p:nvPr>
        </p:nvSpPr>
        <p:spPr>
          <a:xfrm>
            <a:off x="468312" y="2452848"/>
            <a:ext cx="2553600" cy="441600"/>
          </a:xfrm>
          <a:prstGeom prst="rect">
            <a:avLst/>
          </a:prstGeom>
          <a:noFill/>
          <a:ln>
            <a:noFill/>
          </a:ln>
        </p:spPr>
        <p:txBody>
          <a:bodyPr anchorCtr="0" anchor="t" bIns="0" lIns="0" spcFirstLastPara="1" rIns="0" wrap="square" tIns="0">
            <a:spAutoFit/>
          </a:bodyPr>
          <a:lstStyle>
            <a:lvl1pPr lvl="0" algn="l">
              <a:lnSpc>
                <a:spcPct val="100000"/>
              </a:lnSpc>
              <a:spcBef>
                <a:spcPts val="600"/>
              </a:spcBef>
              <a:spcAft>
                <a:spcPts val="0"/>
              </a:spcAft>
              <a:buClr>
                <a:schemeClr val="lt1"/>
              </a:buClr>
              <a:buSzPts val="1600"/>
              <a:buFont typeface="Roboto SemiBold"/>
              <a:buNone/>
              <a:defRPr sz="1600">
                <a:solidFill>
                  <a:schemeClr val="lt1"/>
                </a:solidFill>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8" name="Google Shape;248;p68"/>
          <p:cNvSpPr txBox="1"/>
          <p:nvPr>
            <p:ph type="title"/>
          </p:nvPr>
        </p:nvSpPr>
        <p:spPr>
          <a:xfrm>
            <a:off x="468315" y="1555248"/>
            <a:ext cx="2553600" cy="2880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600"/>
              <a:buFont typeface="Roboto Medium"/>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x Column and Table">
  <p:cSld name="3x Column and Table">
    <p:spTree>
      <p:nvGrpSpPr>
        <p:cNvPr id="249" name="Shape 249"/>
        <p:cNvGrpSpPr/>
        <p:nvPr/>
      </p:nvGrpSpPr>
      <p:grpSpPr>
        <a:xfrm>
          <a:off x="0" y="0"/>
          <a:ext cx="0" cy="0"/>
          <a:chOff x="0" y="0"/>
          <a:chExt cx="0" cy="0"/>
        </a:xfrm>
      </p:grpSpPr>
      <p:sp>
        <p:nvSpPr>
          <p:cNvPr id="250" name="Google Shape;250;p69"/>
          <p:cNvSpPr/>
          <p:nvPr/>
        </p:nvSpPr>
        <p:spPr>
          <a:xfrm>
            <a:off x="0" y="2615774"/>
            <a:ext cx="9144000" cy="2527800"/>
          </a:xfrm>
          <a:prstGeom prst="rect">
            <a:avLst/>
          </a:prstGeom>
          <a:solidFill>
            <a:srgbClr val="5495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51" name="Google Shape;251;p69"/>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pic>
        <p:nvPicPr>
          <p:cNvPr id="252" name="Google Shape;252;p69"/>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cxnSp>
        <p:nvCxnSpPr>
          <p:cNvPr id="253" name="Google Shape;253;p69"/>
          <p:cNvCxnSpPr/>
          <p:nvPr/>
        </p:nvCxnSpPr>
        <p:spPr>
          <a:xfrm rot="10800000">
            <a:off x="5879874" y="1361275"/>
            <a:ext cx="0" cy="677400"/>
          </a:xfrm>
          <a:prstGeom prst="straightConnector1">
            <a:avLst/>
          </a:prstGeom>
          <a:noFill/>
          <a:ln cap="flat" cmpd="sng" w="9525">
            <a:solidFill>
              <a:schemeClr val="accent1"/>
            </a:solidFill>
            <a:prstDash val="solid"/>
            <a:round/>
            <a:headEnd len="sm" w="sm" type="none"/>
            <a:tailEnd len="sm" w="sm" type="none"/>
          </a:ln>
        </p:spPr>
      </p:cxnSp>
      <p:sp>
        <p:nvSpPr>
          <p:cNvPr id="254" name="Google Shape;254;p69"/>
          <p:cNvSpPr txBox="1"/>
          <p:nvPr>
            <p:ph idx="1" type="body"/>
          </p:nvPr>
        </p:nvSpPr>
        <p:spPr>
          <a:xfrm>
            <a:off x="468365" y="1372751"/>
            <a:ext cx="2605200" cy="677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100"/>
              <a:buNone/>
              <a:defRPr sz="1100">
                <a:solidFill>
                  <a:schemeClr val="dk1"/>
                </a:solidFill>
              </a:defRPr>
            </a:lvl1pPr>
            <a:lvl2pPr indent="-298450" lvl="1" marL="914400" algn="l">
              <a:lnSpc>
                <a:spcPct val="100000"/>
              </a:lnSpc>
              <a:spcBef>
                <a:spcPts val="600"/>
              </a:spcBef>
              <a:spcAft>
                <a:spcPts val="0"/>
              </a:spcAft>
              <a:buClr>
                <a:schemeClr val="dk1"/>
              </a:buClr>
              <a:buSzPts val="1100"/>
              <a:buChar char="•"/>
              <a:defRPr sz="1100">
                <a:solidFill>
                  <a:schemeClr val="dk1"/>
                </a:solidFill>
              </a:defRPr>
            </a:lvl2pPr>
            <a:lvl3pPr indent="-298450" lvl="2" marL="1371600" algn="l">
              <a:lnSpc>
                <a:spcPct val="100000"/>
              </a:lnSpc>
              <a:spcBef>
                <a:spcPts val="600"/>
              </a:spcBef>
              <a:spcAft>
                <a:spcPts val="0"/>
              </a:spcAft>
              <a:buClr>
                <a:schemeClr val="dk1"/>
              </a:buClr>
              <a:buSzPts val="1100"/>
              <a:buChar char="•"/>
              <a:defRPr sz="1100">
                <a:solidFill>
                  <a:schemeClr val="dk1"/>
                </a:solidFill>
              </a:defRPr>
            </a:lvl3pPr>
            <a:lvl4pPr indent="-298450" lvl="3" marL="1828800" algn="l">
              <a:lnSpc>
                <a:spcPct val="100000"/>
              </a:lnSpc>
              <a:spcBef>
                <a:spcPts val="600"/>
              </a:spcBef>
              <a:spcAft>
                <a:spcPts val="0"/>
              </a:spcAft>
              <a:buClr>
                <a:schemeClr val="dk1"/>
              </a:buClr>
              <a:buSzPts val="1100"/>
              <a:buChar char="•"/>
              <a:defRPr sz="1100">
                <a:solidFill>
                  <a:schemeClr val="dk1"/>
                </a:solidFill>
              </a:defRPr>
            </a:lvl4pPr>
            <a:lvl5pPr indent="-298450" lvl="4" marL="2286000" algn="l">
              <a:lnSpc>
                <a:spcPct val="100000"/>
              </a:lnSpc>
              <a:spcBef>
                <a:spcPts val="600"/>
              </a:spcBef>
              <a:spcAft>
                <a:spcPts val="0"/>
              </a:spcAft>
              <a:buClr>
                <a:schemeClr val="dk1"/>
              </a:buClr>
              <a:buSzPts val="1100"/>
              <a:buChar char="•"/>
              <a:defRPr sz="1100">
                <a:solidFill>
                  <a:schemeClr val="dk1"/>
                </a:solidFill>
              </a:defRPr>
            </a:lvl5pPr>
            <a:lvl6pPr indent="-298450" lvl="5" marL="2743200" algn="l">
              <a:lnSpc>
                <a:spcPct val="90000"/>
              </a:lnSpc>
              <a:spcBef>
                <a:spcPts val="500"/>
              </a:spcBef>
              <a:spcAft>
                <a:spcPts val="0"/>
              </a:spcAft>
              <a:buClr>
                <a:schemeClr val="dk1"/>
              </a:buClr>
              <a:buSzPts val="1100"/>
              <a:buChar char="•"/>
              <a:defRPr sz="1100"/>
            </a:lvl6pPr>
            <a:lvl7pPr indent="-298450" lvl="6" marL="3200400" algn="l">
              <a:lnSpc>
                <a:spcPct val="90000"/>
              </a:lnSpc>
              <a:spcBef>
                <a:spcPts val="500"/>
              </a:spcBef>
              <a:spcAft>
                <a:spcPts val="0"/>
              </a:spcAft>
              <a:buClr>
                <a:schemeClr val="dk1"/>
              </a:buClr>
              <a:buSzPts val="1100"/>
              <a:buChar char="•"/>
              <a:defRPr sz="1100"/>
            </a:lvl7pPr>
            <a:lvl8pPr indent="-298450" lvl="7" marL="3657600" algn="l">
              <a:lnSpc>
                <a:spcPct val="90000"/>
              </a:lnSpc>
              <a:spcBef>
                <a:spcPts val="500"/>
              </a:spcBef>
              <a:spcAft>
                <a:spcPts val="0"/>
              </a:spcAft>
              <a:buClr>
                <a:schemeClr val="dk1"/>
              </a:buClr>
              <a:buSzPts val="1100"/>
              <a:buChar char="•"/>
              <a:defRPr sz="1100"/>
            </a:lvl8pPr>
            <a:lvl9pPr indent="-298450" lvl="8" marL="4114800" algn="l">
              <a:lnSpc>
                <a:spcPct val="90000"/>
              </a:lnSpc>
              <a:spcBef>
                <a:spcPts val="500"/>
              </a:spcBef>
              <a:spcAft>
                <a:spcPts val="0"/>
              </a:spcAft>
              <a:buClr>
                <a:schemeClr val="dk1"/>
              </a:buClr>
              <a:buSzPts val="1100"/>
              <a:buChar char="•"/>
              <a:defRPr sz="1100"/>
            </a:lvl9pPr>
          </a:lstStyle>
          <a:p/>
        </p:txBody>
      </p:sp>
      <p:sp>
        <p:nvSpPr>
          <p:cNvPr id="255" name="Google Shape;255;p69"/>
          <p:cNvSpPr txBox="1"/>
          <p:nvPr>
            <p:ph idx="2" type="body"/>
          </p:nvPr>
        </p:nvSpPr>
        <p:spPr>
          <a:xfrm>
            <a:off x="3269390" y="1372751"/>
            <a:ext cx="2605200" cy="677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100"/>
              <a:buNone/>
              <a:defRPr sz="1100">
                <a:solidFill>
                  <a:schemeClr val="dk1"/>
                </a:solidFill>
              </a:defRPr>
            </a:lvl1pPr>
            <a:lvl2pPr indent="-298450" lvl="1" marL="914400" algn="l">
              <a:lnSpc>
                <a:spcPct val="100000"/>
              </a:lnSpc>
              <a:spcBef>
                <a:spcPts val="600"/>
              </a:spcBef>
              <a:spcAft>
                <a:spcPts val="0"/>
              </a:spcAft>
              <a:buClr>
                <a:schemeClr val="dk1"/>
              </a:buClr>
              <a:buSzPts val="1100"/>
              <a:buChar char="•"/>
              <a:defRPr sz="1100">
                <a:solidFill>
                  <a:schemeClr val="dk1"/>
                </a:solidFill>
              </a:defRPr>
            </a:lvl2pPr>
            <a:lvl3pPr indent="-298450" lvl="2" marL="1371600" algn="l">
              <a:lnSpc>
                <a:spcPct val="100000"/>
              </a:lnSpc>
              <a:spcBef>
                <a:spcPts val="600"/>
              </a:spcBef>
              <a:spcAft>
                <a:spcPts val="0"/>
              </a:spcAft>
              <a:buClr>
                <a:schemeClr val="dk1"/>
              </a:buClr>
              <a:buSzPts val="1100"/>
              <a:buChar char="•"/>
              <a:defRPr sz="1100">
                <a:solidFill>
                  <a:schemeClr val="dk1"/>
                </a:solidFill>
              </a:defRPr>
            </a:lvl3pPr>
            <a:lvl4pPr indent="-298450" lvl="3" marL="1828800" algn="l">
              <a:lnSpc>
                <a:spcPct val="100000"/>
              </a:lnSpc>
              <a:spcBef>
                <a:spcPts val="600"/>
              </a:spcBef>
              <a:spcAft>
                <a:spcPts val="0"/>
              </a:spcAft>
              <a:buClr>
                <a:schemeClr val="dk1"/>
              </a:buClr>
              <a:buSzPts val="1100"/>
              <a:buChar char="•"/>
              <a:defRPr sz="1100">
                <a:solidFill>
                  <a:schemeClr val="dk1"/>
                </a:solidFill>
              </a:defRPr>
            </a:lvl4pPr>
            <a:lvl5pPr indent="-298450" lvl="4" marL="2286000" algn="l">
              <a:lnSpc>
                <a:spcPct val="100000"/>
              </a:lnSpc>
              <a:spcBef>
                <a:spcPts val="600"/>
              </a:spcBef>
              <a:spcAft>
                <a:spcPts val="0"/>
              </a:spcAft>
              <a:buClr>
                <a:schemeClr val="dk1"/>
              </a:buClr>
              <a:buSzPts val="1100"/>
              <a:buChar char="•"/>
              <a:defRPr sz="1100">
                <a:solidFill>
                  <a:schemeClr val="dk1"/>
                </a:solidFill>
              </a:defRPr>
            </a:lvl5pPr>
            <a:lvl6pPr indent="-298450" lvl="5" marL="2743200" algn="l">
              <a:lnSpc>
                <a:spcPct val="90000"/>
              </a:lnSpc>
              <a:spcBef>
                <a:spcPts val="500"/>
              </a:spcBef>
              <a:spcAft>
                <a:spcPts val="0"/>
              </a:spcAft>
              <a:buClr>
                <a:schemeClr val="dk1"/>
              </a:buClr>
              <a:buSzPts val="1100"/>
              <a:buChar char="•"/>
              <a:defRPr sz="1100"/>
            </a:lvl6pPr>
            <a:lvl7pPr indent="-298450" lvl="6" marL="3200400" algn="l">
              <a:lnSpc>
                <a:spcPct val="90000"/>
              </a:lnSpc>
              <a:spcBef>
                <a:spcPts val="500"/>
              </a:spcBef>
              <a:spcAft>
                <a:spcPts val="0"/>
              </a:spcAft>
              <a:buClr>
                <a:schemeClr val="dk1"/>
              </a:buClr>
              <a:buSzPts val="1100"/>
              <a:buChar char="•"/>
              <a:defRPr sz="1100"/>
            </a:lvl7pPr>
            <a:lvl8pPr indent="-298450" lvl="7" marL="3657600" algn="l">
              <a:lnSpc>
                <a:spcPct val="90000"/>
              </a:lnSpc>
              <a:spcBef>
                <a:spcPts val="500"/>
              </a:spcBef>
              <a:spcAft>
                <a:spcPts val="0"/>
              </a:spcAft>
              <a:buClr>
                <a:schemeClr val="dk1"/>
              </a:buClr>
              <a:buSzPts val="1100"/>
              <a:buChar char="•"/>
              <a:defRPr sz="1100"/>
            </a:lvl8pPr>
            <a:lvl9pPr indent="-298450" lvl="8" marL="4114800" algn="l">
              <a:lnSpc>
                <a:spcPct val="90000"/>
              </a:lnSpc>
              <a:spcBef>
                <a:spcPts val="500"/>
              </a:spcBef>
              <a:spcAft>
                <a:spcPts val="0"/>
              </a:spcAft>
              <a:buClr>
                <a:schemeClr val="dk1"/>
              </a:buClr>
              <a:buSzPts val="1100"/>
              <a:buChar char="•"/>
              <a:defRPr sz="1100"/>
            </a:lvl9pPr>
          </a:lstStyle>
          <a:p/>
        </p:txBody>
      </p:sp>
      <p:sp>
        <p:nvSpPr>
          <p:cNvPr id="256" name="Google Shape;256;p69"/>
          <p:cNvSpPr txBox="1"/>
          <p:nvPr>
            <p:ph idx="3" type="body"/>
          </p:nvPr>
        </p:nvSpPr>
        <p:spPr>
          <a:xfrm>
            <a:off x="6070415" y="1372751"/>
            <a:ext cx="2605200" cy="677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accent1"/>
              </a:buClr>
              <a:buSzPts val="1100"/>
              <a:buNone/>
              <a:defRPr sz="1100">
                <a:solidFill>
                  <a:schemeClr val="accent1"/>
                </a:solidFill>
              </a:defRPr>
            </a:lvl1pPr>
            <a:lvl2pPr indent="-298450" lvl="1" marL="914400" algn="l">
              <a:lnSpc>
                <a:spcPct val="100000"/>
              </a:lnSpc>
              <a:spcBef>
                <a:spcPts val="600"/>
              </a:spcBef>
              <a:spcAft>
                <a:spcPts val="0"/>
              </a:spcAft>
              <a:buClr>
                <a:schemeClr val="accent1"/>
              </a:buClr>
              <a:buSzPts val="1100"/>
              <a:buChar char="•"/>
              <a:defRPr sz="1100">
                <a:solidFill>
                  <a:schemeClr val="accent1"/>
                </a:solidFill>
              </a:defRPr>
            </a:lvl2pPr>
            <a:lvl3pPr indent="-298450" lvl="2" marL="1371600" algn="l">
              <a:lnSpc>
                <a:spcPct val="100000"/>
              </a:lnSpc>
              <a:spcBef>
                <a:spcPts val="600"/>
              </a:spcBef>
              <a:spcAft>
                <a:spcPts val="0"/>
              </a:spcAft>
              <a:buClr>
                <a:schemeClr val="accent1"/>
              </a:buClr>
              <a:buSzPts val="1100"/>
              <a:buChar char="•"/>
              <a:defRPr sz="1100">
                <a:solidFill>
                  <a:schemeClr val="accent1"/>
                </a:solidFill>
              </a:defRPr>
            </a:lvl3pPr>
            <a:lvl4pPr indent="-298450" lvl="3" marL="1828800" algn="l">
              <a:lnSpc>
                <a:spcPct val="100000"/>
              </a:lnSpc>
              <a:spcBef>
                <a:spcPts val="600"/>
              </a:spcBef>
              <a:spcAft>
                <a:spcPts val="0"/>
              </a:spcAft>
              <a:buClr>
                <a:schemeClr val="accent1"/>
              </a:buClr>
              <a:buSzPts val="1100"/>
              <a:buChar char="•"/>
              <a:defRPr sz="1100">
                <a:solidFill>
                  <a:schemeClr val="accent1"/>
                </a:solidFill>
              </a:defRPr>
            </a:lvl4pPr>
            <a:lvl5pPr indent="-298450" lvl="4" marL="2286000" algn="l">
              <a:lnSpc>
                <a:spcPct val="100000"/>
              </a:lnSpc>
              <a:spcBef>
                <a:spcPts val="600"/>
              </a:spcBef>
              <a:spcAft>
                <a:spcPts val="0"/>
              </a:spcAft>
              <a:buClr>
                <a:schemeClr val="accent1"/>
              </a:buClr>
              <a:buSzPts val="1100"/>
              <a:buChar char="•"/>
              <a:defRPr sz="1100">
                <a:solidFill>
                  <a:schemeClr val="accent1"/>
                </a:solidFill>
              </a:defRPr>
            </a:lvl5pPr>
            <a:lvl6pPr indent="-298450" lvl="5" marL="2743200" algn="l">
              <a:lnSpc>
                <a:spcPct val="90000"/>
              </a:lnSpc>
              <a:spcBef>
                <a:spcPts val="500"/>
              </a:spcBef>
              <a:spcAft>
                <a:spcPts val="0"/>
              </a:spcAft>
              <a:buClr>
                <a:schemeClr val="accent1"/>
              </a:buClr>
              <a:buSzPts val="1100"/>
              <a:buChar char="•"/>
              <a:defRPr sz="1100">
                <a:solidFill>
                  <a:schemeClr val="accent1"/>
                </a:solidFill>
              </a:defRPr>
            </a:lvl6pPr>
            <a:lvl7pPr indent="-298450" lvl="6" marL="3200400" algn="l">
              <a:lnSpc>
                <a:spcPct val="90000"/>
              </a:lnSpc>
              <a:spcBef>
                <a:spcPts val="500"/>
              </a:spcBef>
              <a:spcAft>
                <a:spcPts val="0"/>
              </a:spcAft>
              <a:buClr>
                <a:schemeClr val="accent1"/>
              </a:buClr>
              <a:buSzPts val="1100"/>
              <a:buChar char="•"/>
              <a:defRPr sz="1100">
                <a:solidFill>
                  <a:schemeClr val="accent1"/>
                </a:solidFill>
              </a:defRPr>
            </a:lvl7pPr>
            <a:lvl8pPr indent="-298450" lvl="7" marL="3657600" algn="l">
              <a:lnSpc>
                <a:spcPct val="90000"/>
              </a:lnSpc>
              <a:spcBef>
                <a:spcPts val="500"/>
              </a:spcBef>
              <a:spcAft>
                <a:spcPts val="0"/>
              </a:spcAft>
              <a:buClr>
                <a:schemeClr val="accent1"/>
              </a:buClr>
              <a:buSzPts val="1100"/>
              <a:buChar char="•"/>
              <a:defRPr sz="1100">
                <a:solidFill>
                  <a:schemeClr val="accent1"/>
                </a:solidFill>
              </a:defRPr>
            </a:lvl8pPr>
            <a:lvl9pPr indent="-298450" lvl="8" marL="4114800" algn="l">
              <a:lnSpc>
                <a:spcPct val="90000"/>
              </a:lnSpc>
              <a:spcBef>
                <a:spcPts val="500"/>
              </a:spcBef>
              <a:spcAft>
                <a:spcPts val="0"/>
              </a:spcAft>
              <a:buClr>
                <a:schemeClr val="accent1"/>
              </a:buClr>
              <a:buSzPts val="1100"/>
              <a:buChar char="•"/>
              <a:defRPr sz="1100">
                <a:solidFill>
                  <a:schemeClr val="accent1"/>
                </a:solidFill>
              </a:defRPr>
            </a:lvl9pPr>
          </a:lstStyle>
          <a:p/>
        </p:txBody>
      </p:sp>
      <p:sp>
        <p:nvSpPr>
          <p:cNvPr id="257" name="Google Shape;257;p69"/>
          <p:cNvSpPr txBox="1"/>
          <p:nvPr>
            <p:ph idx="4" type="subTitle"/>
          </p:nvPr>
        </p:nvSpPr>
        <p:spPr>
          <a:xfrm>
            <a:off x="468311" y="807113"/>
            <a:ext cx="54063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8" name="Google Shape;258;p69"/>
          <p:cNvSpPr txBox="1"/>
          <p:nvPr>
            <p:ph type="title"/>
          </p:nvPr>
        </p:nvSpPr>
        <p:spPr>
          <a:xfrm>
            <a:off x="468314" y="366713"/>
            <a:ext cx="82074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9" name="Google Shape;259;p69"/>
          <p:cNvSpPr txBox="1"/>
          <p:nvPr>
            <p:ph idx="5" type="body"/>
          </p:nvPr>
        </p:nvSpPr>
        <p:spPr>
          <a:xfrm>
            <a:off x="468313" y="3100425"/>
            <a:ext cx="8211300" cy="1243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lt1"/>
              </a:buClr>
              <a:buSzPts val="1200"/>
              <a:buNone/>
              <a:defRPr sz="1200">
                <a:solidFill>
                  <a:schemeClr val="lt1"/>
                </a:solidFill>
              </a:defRPr>
            </a:lvl1pPr>
            <a:lvl2pPr indent="-304800" lvl="1" marL="914400" algn="l">
              <a:lnSpc>
                <a:spcPct val="100000"/>
              </a:lnSpc>
              <a:spcBef>
                <a:spcPts val="600"/>
              </a:spcBef>
              <a:spcAft>
                <a:spcPts val="0"/>
              </a:spcAft>
              <a:buClr>
                <a:schemeClr val="lt1"/>
              </a:buClr>
              <a:buSzPts val="1200"/>
              <a:buChar char="•"/>
              <a:defRPr sz="1200">
                <a:solidFill>
                  <a:schemeClr val="lt1"/>
                </a:solidFill>
              </a:defRPr>
            </a:lvl2pPr>
            <a:lvl3pPr indent="-304800" lvl="2" marL="1371600" algn="l">
              <a:lnSpc>
                <a:spcPct val="100000"/>
              </a:lnSpc>
              <a:spcBef>
                <a:spcPts val="600"/>
              </a:spcBef>
              <a:spcAft>
                <a:spcPts val="0"/>
              </a:spcAft>
              <a:buClr>
                <a:schemeClr val="lt1"/>
              </a:buClr>
              <a:buSzPts val="1200"/>
              <a:buChar char="•"/>
              <a:defRPr sz="1200">
                <a:solidFill>
                  <a:schemeClr val="lt1"/>
                </a:solidFill>
              </a:defRPr>
            </a:lvl3pPr>
            <a:lvl4pPr indent="-304800" lvl="3" marL="1828800" algn="l">
              <a:lnSpc>
                <a:spcPct val="100000"/>
              </a:lnSpc>
              <a:spcBef>
                <a:spcPts val="600"/>
              </a:spcBef>
              <a:spcAft>
                <a:spcPts val="0"/>
              </a:spcAft>
              <a:buClr>
                <a:schemeClr val="lt1"/>
              </a:buClr>
              <a:buSzPts val="1200"/>
              <a:buChar char="•"/>
              <a:defRPr sz="1200">
                <a:solidFill>
                  <a:schemeClr val="lt1"/>
                </a:solidFill>
              </a:defRPr>
            </a:lvl4pPr>
            <a:lvl5pPr indent="-304800" lvl="4" marL="2286000" algn="l">
              <a:lnSpc>
                <a:spcPct val="100000"/>
              </a:lnSpc>
              <a:spcBef>
                <a:spcPts val="600"/>
              </a:spcBef>
              <a:spcAft>
                <a:spcPts val="0"/>
              </a:spcAft>
              <a:buClr>
                <a:schemeClr val="lt1"/>
              </a:buClr>
              <a:buSzPts val="1200"/>
              <a:buChar char="•"/>
              <a:defRPr sz="1200">
                <a:solidFill>
                  <a:schemeClr val="lt1"/>
                </a:solidFill>
              </a:defRPr>
            </a:lvl5pPr>
            <a:lvl6pPr indent="-342900" lvl="5" marL="2743200" algn="l">
              <a:lnSpc>
                <a:spcPct val="90000"/>
              </a:lnSpc>
              <a:spcBef>
                <a:spcPts val="500"/>
              </a:spcBef>
              <a:spcAft>
                <a:spcPts val="0"/>
              </a:spcAft>
              <a:buClr>
                <a:schemeClr val="lt1"/>
              </a:buClr>
              <a:buSzPts val="1800"/>
              <a:buChar char="•"/>
              <a:defRPr>
                <a:solidFill>
                  <a:schemeClr val="lt1"/>
                </a:solidFill>
              </a:defRPr>
            </a:lvl6pPr>
            <a:lvl7pPr indent="-342900" lvl="6" marL="3200400" algn="l">
              <a:lnSpc>
                <a:spcPct val="90000"/>
              </a:lnSpc>
              <a:spcBef>
                <a:spcPts val="500"/>
              </a:spcBef>
              <a:spcAft>
                <a:spcPts val="0"/>
              </a:spcAft>
              <a:buClr>
                <a:schemeClr val="lt1"/>
              </a:buClr>
              <a:buSzPts val="1800"/>
              <a:buChar char="•"/>
              <a:defRPr>
                <a:solidFill>
                  <a:schemeClr val="lt1"/>
                </a:solidFill>
              </a:defRPr>
            </a:lvl7pPr>
            <a:lvl8pPr indent="-342900" lvl="7" marL="3657600" algn="l">
              <a:lnSpc>
                <a:spcPct val="90000"/>
              </a:lnSpc>
              <a:spcBef>
                <a:spcPts val="500"/>
              </a:spcBef>
              <a:spcAft>
                <a:spcPts val="0"/>
              </a:spcAft>
              <a:buClr>
                <a:schemeClr val="lt1"/>
              </a:buClr>
              <a:buSzPts val="1800"/>
              <a:buChar char="•"/>
              <a:defRPr>
                <a:solidFill>
                  <a:schemeClr val="lt1"/>
                </a:solidFill>
              </a:defRPr>
            </a:lvl8pPr>
            <a:lvl9pPr indent="-342900" lvl="8" marL="4114800" algn="l">
              <a:lnSpc>
                <a:spcPct val="90000"/>
              </a:lnSpc>
              <a:spcBef>
                <a:spcPts val="500"/>
              </a:spcBef>
              <a:spcAft>
                <a:spcPts val="0"/>
              </a:spcAft>
              <a:buClr>
                <a:schemeClr val="lt1"/>
              </a:buClr>
              <a:buSzPts val="1800"/>
              <a:buChar char="•"/>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and Content">
  <p:cSld name="Chart and Content">
    <p:spTree>
      <p:nvGrpSpPr>
        <p:cNvPr id="260" name="Shape 260"/>
        <p:cNvGrpSpPr/>
        <p:nvPr/>
      </p:nvGrpSpPr>
      <p:grpSpPr>
        <a:xfrm>
          <a:off x="0" y="0"/>
          <a:ext cx="0" cy="0"/>
          <a:chOff x="0" y="0"/>
          <a:chExt cx="0" cy="0"/>
        </a:xfrm>
      </p:grpSpPr>
      <p:sp>
        <p:nvSpPr>
          <p:cNvPr id="261" name="Google Shape;261;p70"/>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262" name="Google Shape;262;p70"/>
          <p:cNvSpPr/>
          <p:nvPr/>
        </p:nvSpPr>
        <p:spPr>
          <a:xfrm>
            <a:off x="5661000" y="-1"/>
            <a:ext cx="3483000" cy="5143500"/>
          </a:xfrm>
          <a:prstGeom prst="rect">
            <a:avLst/>
          </a:prstGeom>
          <a:solidFill>
            <a:srgbClr val="5495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63" name="Google Shape;263;p70"/>
          <p:cNvSpPr txBox="1"/>
          <p:nvPr>
            <p:ph idx="1" type="body"/>
          </p:nvPr>
        </p:nvSpPr>
        <p:spPr>
          <a:xfrm>
            <a:off x="6112284" y="1558649"/>
            <a:ext cx="2577000" cy="30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lt1"/>
              </a:buClr>
              <a:buSzPts val="1100"/>
              <a:buNone/>
              <a:defRPr sz="1100">
                <a:solidFill>
                  <a:schemeClr val="lt1"/>
                </a:solidFill>
              </a:defRPr>
            </a:lvl1pPr>
            <a:lvl2pPr indent="-298450" lvl="1" marL="914400" algn="l">
              <a:lnSpc>
                <a:spcPct val="100000"/>
              </a:lnSpc>
              <a:spcBef>
                <a:spcPts val="600"/>
              </a:spcBef>
              <a:spcAft>
                <a:spcPts val="0"/>
              </a:spcAft>
              <a:buClr>
                <a:schemeClr val="lt1"/>
              </a:buClr>
              <a:buSzPts val="1100"/>
              <a:buChar char="•"/>
              <a:defRPr sz="1100">
                <a:solidFill>
                  <a:schemeClr val="lt1"/>
                </a:solidFill>
              </a:defRPr>
            </a:lvl2pPr>
            <a:lvl3pPr indent="-298450" lvl="2" marL="1371600" algn="l">
              <a:lnSpc>
                <a:spcPct val="100000"/>
              </a:lnSpc>
              <a:spcBef>
                <a:spcPts val="600"/>
              </a:spcBef>
              <a:spcAft>
                <a:spcPts val="0"/>
              </a:spcAft>
              <a:buClr>
                <a:schemeClr val="lt1"/>
              </a:buClr>
              <a:buSzPts val="1100"/>
              <a:buChar char="•"/>
              <a:defRPr sz="1100">
                <a:solidFill>
                  <a:schemeClr val="lt1"/>
                </a:solidFill>
              </a:defRPr>
            </a:lvl3pPr>
            <a:lvl4pPr indent="-298450" lvl="3" marL="1828800" algn="l">
              <a:lnSpc>
                <a:spcPct val="100000"/>
              </a:lnSpc>
              <a:spcBef>
                <a:spcPts val="600"/>
              </a:spcBef>
              <a:spcAft>
                <a:spcPts val="0"/>
              </a:spcAft>
              <a:buClr>
                <a:schemeClr val="lt1"/>
              </a:buClr>
              <a:buSzPts val="1100"/>
              <a:buChar char="•"/>
              <a:defRPr sz="1100">
                <a:solidFill>
                  <a:schemeClr val="lt1"/>
                </a:solidFill>
              </a:defRPr>
            </a:lvl4pPr>
            <a:lvl5pPr indent="-298450" lvl="4" marL="2286000" algn="l">
              <a:lnSpc>
                <a:spcPct val="100000"/>
              </a:lnSpc>
              <a:spcBef>
                <a:spcPts val="600"/>
              </a:spcBef>
              <a:spcAft>
                <a:spcPts val="0"/>
              </a:spcAft>
              <a:buClr>
                <a:schemeClr val="lt1"/>
              </a:buClr>
              <a:buSzPts val="1100"/>
              <a:buChar char="•"/>
              <a:defRPr sz="1100">
                <a:solidFill>
                  <a:schemeClr val="lt1"/>
                </a:solidFill>
              </a:defRPr>
            </a:lvl5pPr>
            <a:lvl6pPr indent="-298450" lvl="5" marL="2743200" algn="l">
              <a:lnSpc>
                <a:spcPct val="90000"/>
              </a:lnSpc>
              <a:spcBef>
                <a:spcPts val="500"/>
              </a:spcBef>
              <a:spcAft>
                <a:spcPts val="0"/>
              </a:spcAft>
              <a:buClr>
                <a:schemeClr val="lt1"/>
              </a:buClr>
              <a:buSzPts val="1100"/>
              <a:buChar char="•"/>
              <a:defRPr sz="1100">
                <a:solidFill>
                  <a:schemeClr val="lt1"/>
                </a:solidFill>
              </a:defRPr>
            </a:lvl6pPr>
            <a:lvl7pPr indent="-298450" lvl="6" marL="3200400" algn="l">
              <a:lnSpc>
                <a:spcPct val="90000"/>
              </a:lnSpc>
              <a:spcBef>
                <a:spcPts val="500"/>
              </a:spcBef>
              <a:spcAft>
                <a:spcPts val="0"/>
              </a:spcAft>
              <a:buClr>
                <a:schemeClr val="lt1"/>
              </a:buClr>
              <a:buSzPts val="1100"/>
              <a:buChar char="•"/>
              <a:defRPr sz="1100">
                <a:solidFill>
                  <a:schemeClr val="lt1"/>
                </a:solidFill>
              </a:defRPr>
            </a:lvl7pPr>
            <a:lvl8pPr indent="-298450" lvl="7" marL="3657600" algn="l">
              <a:lnSpc>
                <a:spcPct val="90000"/>
              </a:lnSpc>
              <a:spcBef>
                <a:spcPts val="500"/>
              </a:spcBef>
              <a:spcAft>
                <a:spcPts val="0"/>
              </a:spcAft>
              <a:buClr>
                <a:schemeClr val="lt1"/>
              </a:buClr>
              <a:buSzPts val="1100"/>
              <a:buChar char="•"/>
              <a:defRPr sz="1100">
                <a:solidFill>
                  <a:schemeClr val="lt1"/>
                </a:solidFill>
              </a:defRPr>
            </a:lvl8pPr>
            <a:lvl9pPr indent="-298450" lvl="8" marL="4114800" algn="l">
              <a:lnSpc>
                <a:spcPct val="90000"/>
              </a:lnSpc>
              <a:spcBef>
                <a:spcPts val="500"/>
              </a:spcBef>
              <a:spcAft>
                <a:spcPts val="0"/>
              </a:spcAft>
              <a:buClr>
                <a:schemeClr val="lt1"/>
              </a:buClr>
              <a:buSzPts val="1100"/>
              <a:buChar char="•"/>
              <a:defRPr sz="1100">
                <a:solidFill>
                  <a:schemeClr val="lt1"/>
                </a:solidFill>
              </a:defRPr>
            </a:lvl9pPr>
          </a:lstStyle>
          <a:p/>
        </p:txBody>
      </p:sp>
      <p:pic>
        <p:nvPicPr>
          <p:cNvPr id="264" name="Google Shape;264;p70"/>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sp>
        <p:nvSpPr>
          <p:cNvPr id="265" name="Google Shape;265;p70"/>
          <p:cNvSpPr txBox="1"/>
          <p:nvPr>
            <p:ph idx="2" type="subTitle"/>
          </p:nvPr>
        </p:nvSpPr>
        <p:spPr>
          <a:xfrm>
            <a:off x="468311" y="807113"/>
            <a:ext cx="47379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Font typeface="Roboto SemiBold"/>
              <a:buNone/>
              <a:defRPr sz="1600">
                <a:latin typeface="Roboto SemiBold"/>
                <a:ea typeface="Roboto SemiBold"/>
                <a:cs typeface="Roboto SemiBold"/>
                <a:sym typeface="Roboto SemiBold"/>
              </a:defRPr>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6" name="Google Shape;266;p70"/>
          <p:cNvSpPr txBox="1"/>
          <p:nvPr>
            <p:ph type="title"/>
          </p:nvPr>
        </p:nvSpPr>
        <p:spPr>
          <a:xfrm>
            <a:off x="468313" y="519113"/>
            <a:ext cx="47379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 name="Google Shape;267;p70"/>
          <p:cNvSpPr txBox="1"/>
          <p:nvPr>
            <p:ph idx="3" type="body"/>
          </p:nvPr>
        </p:nvSpPr>
        <p:spPr>
          <a:xfrm>
            <a:off x="468330" y="1558650"/>
            <a:ext cx="4737900" cy="3065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200"/>
              <a:buNone/>
              <a:defRPr/>
            </a:lvl1pPr>
            <a:lvl2pPr indent="-304800" lvl="1" marL="914400" algn="l">
              <a:lnSpc>
                <a:spcPct val="100000"/>
              </a:lnSpc>
              <a:spcBef>
                <a:spcPts val="600"/>
              </a:spcBef>
              <a:spcAft>
                <a:spcPts val="0"/>
              </a:spcAft>
              <a:buClr>
                <a:schemeClr val="dk1"/>
              </a:buClr>
              <a:buSzPts val="1200"/>
              <a:buChar char="•"/>
              <a:defRPr/>
            </a:lvl2pPr>
            <a:lvl3pPr indent="-304800" lvl="2" marL="1371600" algn="l">
              <a:lnSpc>
                <a:spcPct val="100000"/>
              </a:lnSpc>
              <a:spcBef>
                <a:spcPts val="600"/>
              </a:spcBef>
              <a:spcAft>
                <a:spcPts val="0"/>
              </a:spcAft>
              <a:buClr>
                <a:schemeClr val="dk1"/>
              </a:buClr>
              <a:buSzPts val="1200"/>
              <a:buChar char="•"/>
              <a:defRPr/>
            </a:lvl3pPr>
            <a:lvl4pPr indent="-304800" lvl="3" marL="1828800" algn="l">
              <a:lnSpc>
                <a:spcPct val="100000"/>
              </a:lnSpc>
              <a:spcBef>
                <a:spcPts val="600"/>
              </a:spcBef>
              <a:spcAft>
                <a:spcPts val="0"/>
              </a:spcAft>
              <a:buClr>
                <a:schemeClr val="dk1"/>
              </a:buClr>
              <a:buSzPts val="1200"/>
              <a:buChar char="•"/>
              <a:defRPr/>
            </a:lvl4pPr>
            <a:lvl5pPr indent="-304800" lvl="4" marL="2286000" algn="l">
              <a:lnSpc>
                <a:spcPct val="100000"/>
              </a:lnSpc>
              <a:spcBef>
                <a:spcPts val="600"/>
              </a:spcBef>
              <a:spcAft>
                <a:spcPts val="0"/>
              </a:spcAft>
              <a:buClr>
                <a:schemeClr val="dk1"/>
              </a:buClr>
              <a:buSzPts val="1200"/>
              <a:buChar char="•"/>
              <a:defRPr/>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268" name="Google Shape;268;p70"/>
          <p:cNvSpPr txBox="1"/>
          <p:nvPr/>
        </p:nvSpPr>
        <p:spPr>
          <a:xfrm>
            <a:off x="0" y="-534925"/>
            <a:ext cx="7980300" cy="354000"/>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12121"/>
                </a:solidFill>
                <a:latin typeface="Arial"/>
                <a:ea typeface="Arial"/>
                <a:cs typeface="Arial"/>
                <a:sym typeface="Arial"/>
              </a:rPr>
              <a:t> Notice : Charts are used from “insert” option and colors are updated manually.</a:t>
            </a:r>
            <a:endParaRPr b="0" i="0" sz="1400" u="none" cap="none" strike="noStrike">
              <a:solidFill>
                <a:srgbClr val="000000"/>
              </a:solidFill>
              <a:latin typeface="Poppins Light"/>
              <a:ea typeface="Poppins Light"/>
              <a:cs typeface="Poppins Light"/>
              <a:sym typeface="Poppins Light"/>
            </a:endParaRPr>
          </a:p>
        </p:txBody>
      </p:sp>
      <p:grpSp>
        <p:nvGrpSpPr>
          <p:cNvPr id="269" name="Google Shape;269;p70"/>
          <p:cNvGrpSpPr/>
          <p:nvPr/>
        </p:nvGrpSpPr>
        <p:grpSpPr>
          <a:xfrm>
            <a:off x="7571555" y="109066"/>
            <a:ext cx="1395087" cy="441585"/>
            <a:chOff x="5991694" y="1720305"/>
            <a:chExt cx="1929047" cy="618207"/>
          </a:xfrm>
        </p:grpSpPr>
        <p:sp>
          <p:nvSpPr>
            <p:cNvPr id="270" name="Google Shape;270;p70"/>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70"/>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70"/>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70"/>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70"/>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70"/>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70"/>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70"/>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70"/>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70"/>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70"/>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70"/>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70"/>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283" name="Shape 283"/>
        <p:cNvGrpSpPr/>
        <p:nvPr/>
      </p:nvGrpSpPr>
      <p:grpSpPr>
        <a:xfrm>
          <a:off x="0" y="0"/>
          <a:ext cx="0" cy="0"/>
          <a:chOff x="0" y="0"/>
          <a:chExt cx="0" cy="0"/>
        </a:xfrm>
      </p:grpSpPr>
      <p:sp>
        <p:nvSpPr>
          <p:cNvPr id="284" name="Google Shape;284;p71"/>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sp>
        <p:nvSpPr>
          <p:cNvPr id="285" name="Google Shape;285;p71"/>
          <p:cNvSpPr txBox="1"/>
          <p:nvPr>
            <p:ph idx="1" type="body"/>
          </p:nvPr>
        </p:nvSpPr>
        <p:spPr>
          <a:xfrm>
            <a:off x="468313" y="1636440"/>
            <a:ext cx="1795800" cy="207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600"/>
              </a:spcBef>
              <a:spcAft>
                <a:spcPts val="0"/>
              </a:spcAft>
              <a:buClr>
                <a:schemeClr val="dk1"/>
              </a:buClr>
              <a:buSzPts val="1100"/>
              <a:buFont typeface="Arial"/>
              <a:buNone/>
              <a:defRPr sz="1100">
                <a:solidFill>
                  <a:schemeClr val="dk1"/>
                </a:solidFill>
                <a:latin typeface="Roboto Medium"/>
                <a:ea typeface="Roboto Medium"/>
                <a:cs typeface="Roboto Medium"/>
                <a:sym typeface="Roboto Medium"/>
              </a:defRPr>
            </a:lvl1pPr>
            <a:lvl2pPr indent="-228600" lvl="1" marL="914400" algn="ctr">
              <a:lnSpc>
                <a:spcPct val="100000"/>
              </a:lnSpc>
              <a:spcBef>
                <a:spcPts val="600"/>
              </a:spcBef>
              <a:spcAft>
                <a:spcPts val="0"/>
              </a:spcAft>
              <a:buClr>
                <a:schemeClr val="dk1"/>
              </a:buClr>
              <a:buSzPts val="1100"/>
              <a:buNone/>
              <a:defRPr sz="1100">
                <a:solidFill>
                  <a:schemeClr val="dk1"/>
                </a:solidFill>
              </a:defRPr>
            </a:lvl2pPr>
            <a:lvl3pPr indent="-228600" lvl="2" marL="1371600" algn="ctr">
              <a:lnSpc>
                <a:spcPct val="100000"/>
              </a:lnSpc>
              <a:spcBef>
                <a:spcPts val="600"/>
              </a:spcBef>
              <a:spcAft>
                <a:spcPts val="0"/>
              </a:spcAft>
              <a:buClr>
                <a:schemeClr val="dk1"/>
              </a:buClr>
              <a:buSzPts val="1100"/>
              <a:buNone/>
              <a:defRPr sz="1100">
                <a:solidFill>
                  <a:schemeClr val="dk1"/>
                </a:solidFill>
              </a:defRPr>
            </a:lvl3pPr>
            <a:lvl4pPr indent="-228600" lvl="3" marL="1828800" algn="ctr">
              <a:lnSpc>
                <a:spcPct val="100000"/>
              </a:lnSpc>
              <a:spcBef>
                <a:spcPts val="600"/>
              </a:spcBef>
              <a:spcAft>
                <a:spcPts val="0"/>
              </a:spcAft>
              <a:buClr>
                <a:schemeClr val="dk1"/>
              </a:buClr>
              <a:buSzPts val="1100"/>
              <a:buNone/>
              <a:defRPr sz="1100">
                <a:solidFill>
                  <a:schemeClr val="dk1"/>
                </a:solidFill>
              </a:defRPr>
            </a:lvl4pPr>
            <a:lvl5pPr indent="-228600" lvl="4" marL="2286000" algn="ctr">
              <a:lnSpc>
                <a:spcPct val="100000"/>
              </a:lnSpc>
              <a:spcBef>
                <a:spcPts val="600"/>
              </a:spcBef>
              <a:spcAft>
                <a:spcPts val="0"/>
              </a:spcAft>
              <a:buClr>
                <a:schemeClr val="dk1"/>
              </a:buClr>
              <a:buSzPts val="1100"/>
              <a:buNone/>
              <a:defRPr sz="11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71"/>
          <p:cNvSpPr txBox="1"/>
          <p:nvPr>
            <p:ph idx="2" type="body"/>
          </p:nvPr>
        </p:nvSpPr>
        <p:spPr>
          <a:xfrm>
            <a:off x="2605466" y="1636440"/>
            <a:ext cx="1795800" cy="207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600"/>
              </a:spcBef>
              <a:spcAft>
                <a:spcPts val="0"/>
              </a:spcAft>
              <a:buClr>
                <a:schemeClr val="dk1"/>
              </a:buClr>
              <a:buSzPts val="1100"/>
              <a:buFont typeface="Arial"/>
              <a:buNone/>
              <a:defRPr sz="1100">
                <a:solidFill>
                  <a:schemeClr val="dk1"/>
                </a:solidFill>
                <a:latin typeface="Roboto Medium"/>
                <a:ea typeface="Roboto Medium"/>
                <a:cs typeface="Roboto Medium"/>
                <a:sym typeface="Roboto Medium"/>
              </a:defRPr>
            </a:lvl1pPr>
            <a:lvl2pPr indent="-228600" lvl="1" marL="914400" algn="ctr">
              <a:lnSpc>
                <a:spcPct val="100000"/>
              </a:lnSpc>
              <a:spcBef>
                <a:spcPts val="600"/>
              </a:spcBef>
              <a:spcAft>
                <a:spcPts val="0"/>
              </a:spcAft>
              <a:buClr>
                <a:schemeClr val="dk1"/>
              </a:buClr>
              <a:buSzPts val="1100"/>
              <a:buNone/>
              <a:defRPr sz="1100">
                <a:solidFill>
                  <a:schemeClr val="dk1"/>
                </a:solidFill>
              </a:defRPr>
            </a:lvl2pPr>
            <a:lvl3pPr indent="-228600" lvl="2" marL="1371600" algn="ctr">
              <a:lnSpc>
                <a:spcPct val="100000"/>
              </a:lnSpc>
              <a:spcBef>
                <a:spcPts val="600"/>
              </a:spcBef>
              <a:spcAft>
                <a:spcPts val="0"/>
              </a:spcAft>
              <a:buClr>
                <a:schemeClr val="dk1"/>
              </a:buClr>
              <a:buSzPts val="1100"/>
              <a:buNone/>
              <a:defRPr sz="1100">
                <a:solidFill>
                  <a:schemeClr val="dk1"/>
                </a:solidFill>
              </a:defRPr>
            </a:lvl3pPr>
            <a:lvl4pPr indent="-228600" lvl="3" marL="1828800" algn="ctr">
              <a:lnSpc>
                <a:spcPct val="100000"/>
              </a:lnSpc>
              <a:spcBef>
                <a:spcPts val="600"/>
              </a:spcBef>
              <a:spcAft>
                <a:spcPts val="0"/>
              </a:spcAft>
              <a:buClr>
                <a:schemeClr val="dk1"/>
              </a:buClr>
              <a:buSzPts val="1100"/>
              <a:buNone/>
              <a:defRPr sz="1100">
                <a:solidFill>
                  <a:schemeClr val="dk1"/>
                </a:solidFill>
              </a:defRPr>
            </a:lvl4pPr>
            <a:lvl5pPr indent="-228600" lvl="4" marL="2286000" algn="ctr">
              <a:lnSpc>
                <a:spcPct val="100000"/>
              </a:lnSpc>
              <a:spcBef>
                <a:spcPts val="600"/>
              </a:spcBef>
              <a:spcAft>
                <a:spcPts val="0"/>
              </a:spcAft>
              <a:buClr>
                <a:schemeClr val="dk1"/>
              </a:buClr>
              <a:buSzPts val="1100"/>
              <a:buNone/>
              <a:defRPr sz="11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71"/>
          <p:cNvSpPr txBox="1"/>
          <p:nvPr>
            <p:ph idx="3" type="body"/>
          </p:nvPr>
        </p:nvSpPr>
        <p:spPr>
          <a:xfrm>
            <a:off x="4742619" y="1636440"/>
            <a:ext cx="1795800" cy="207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600"/>
              </a:spcBef>
              <a:spcAft>
                <a:spcPts val="0"/>
              </a:spcAft>
              <a:buClr>
                <a:schemeClr val="dk1"/>
              </a:buClr>
              <a:buSzPts val="1100"/>
              <a:buFont typeface="Arial"/>
              <a:buNone/>
              <a:defRPr sz="1100">
                <a:solidFill>
                  <a:schemeClr val="dk1"/>
                </a:solidFill>
                <a:latin typeface="Roboto Medium"/>
                <a:ea typeface="Roboto Medium"/>
                <a:cs typeface="Roboto Medium"/>
                <a:sym typeface="Roboto Medium"/>
              </a:defRPr>
            </a:lvl1pPr>
            <a:lvl2pPr indent="-228600" lvl="1" marL="914400" algn="ctr">
              <a:lnSpc>
                <a:spcPct val="100000"/>
              </a:lnSpc>
              <a:spcBef>
                <a:spcPts val="600"/>
              </a:spcBef>
              <a:spcAft>
                <a:spcPts val="0"/>
              </a:spcAft>
              <a:buClr>
                <a:schemeClr val="dk1"/>
              </a:buClr>
              <a:buSzPts val="1100"/>
              <a:buNone/>
              <a:defRPr sz="1100">
                <a:solidFill>
                  <a:schemeClr val="dk1"/>
                </a:solidFill>
              </a:defRPr>
            </a:lvl2pPr>
            <a:lvl3pPr indent="-228600" lvl="2" marL="1371600" algn="ctr">
              <a:lnSpc>
                <a:spcPct val="100000"/>
              </a:lnSpc>
              <a:spcBef>
                <a:spcPts val="600"/>
              </a:spcBef>
              <a:spcAft>
                <a:spcPts val="0"/>
              </a:spcAft>
              <a:buClr>
                <a:schemeClr val="dk1"/>
              </a:buClr>
              <a:buSzPts val="1100"/>
              <a:buNone/>
              <a:defRPr sz="1100">
                <a:solidFill>
                  <a:schemeClr val="dk1"/>
                </a:solidFill>
              </a:defRPr>
            </a:lvl3pPr>
            <a:lvl4pPr indent="-228600" lvl="3" marL="1828800" algn="ctr">
              <a:lnSpc>
                <a:spcPct val="100000"/>
              </a:lnSpc>
              <a:spcBef>
                <a:spcPts val="600"/>
              </a:spcBef>
              <a:spcAft>
                <a:spcPts val="0"/>
              </a:spcAft>
              <a:buClr>
                <a:schemeClr val="dk1"/>
              </a:buClr>
              <a:buSzPts val="1100"/>
              <a:buNone/>
              <a:defRPr sz="1100">
                <a:solidFill>
                  <a:schemeClr val="dk1"/>
                </a:solidFill>
              </a:defRPr>
            </a:lvl4pPr>
            <a:lvl5pPr indent="-228600" lvl="4" marL="2286000" algn="ctr">
              <a:lnSpc>
                <a:spcPct val="100000"/>
              </a:lnSpc>
              <a:spcBef>
                <a:spcPts val="600"/>
              </a:spcBef>
              <a:spcAft>
                <a:spcPts val="0"/>
              </a:spcAft>
              <a:buClr>
                <a:schemeClr val="dk1"/>
              </a:buClr>
              <a:buSzPts val="1100"/>
              <a:buNone/>
              <a:defRPr sz="11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 name="Google Shape;288;p71"/>
          <p:cNvSpPr txBox="1"/>
          <p:nvPr>
            <p:ph idx="4" type="body"/>
          </p:nvPr>
        </p:nvSpPr>
        <p:spPr>
          <a:xfrm>
            <a:off x="6879773" y="1636440"/>
            <a:ext cx="1795800" cy="2070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600"/>
              </a:spcBef>
              <a:spcAft>
                <a:spcPts val="0"/>
              </a:spcAft>
              <a:buClr>
                <a:schemeClr val="accent1"/>
              </a:buClr>
              <a:buSzPts val="1100"/>
              <a:buFont typeface="Arial"/>
              <a:buNone/>
              <a:defRPr sz="1100">
                <a:solidFill>
                  <a:schemeClr val="accent1"/>
                </a:solidFill>
                <a:latin typeface="Roboto Medium"/>
                <a:ea typeface="Roboto Medium"/>
                <a:cs typeface="Roboto Medium"/>
                <a:sym typeface="Roboto Medium"/>
              </a:defRPr>
            </a:lvl1pPr>
            <a:lvl2pPr indent="-228600" lvl="1" marL="914400" algn="ctr">
              <a:lnSpc>
                <a:spcPct val="100000"/>
              </a:lnSpc>
              <a:spcBef>
                <a:spcPts val="600"/>
              </a:spcBef>
              <a:spcAft>
                <a:spcPts val="0"/>
              </a:spcAft>
              <a:buClr>
                <a:schemeClr val="dk1"/>
              </a:buClr>
              <a:buSzPts val="1100"/>
              <a:buNone/>
              <a:defRPr sz="1100">
                <a:solidFill>
                  <a:schemeClr val="dk1"/>
                </a:solidFill>
              </a:defRPr>
            </a:lvl2pPr>
            <a:lvl3pPr indent="-228600" lvl="2" marL="1371600" algn="ctr">
              <a:lnSpc>
                <a:spcPct val="100000"/>
              </a:lnSpc>
              <a:spcBef>
                <a:spcPts val="600"/>
              </a:spcBef>
              <a:spcAft>
                <a:spcPts val="0"/>
              </a:spcAft>
              <a:buClr>
                <a:schemeClr val="dk1"/>
              </a:buClr>
              <a:buSzPts val="1100"/>
              <a:buNone/>
              <a:defRPr sz="1100">
                <a:solidFill>
                  <a:schemeClr val="dk1"/>
                </a:solidFill>
              </a:defRPr>
            </a:lvl3pPr>
            <a:lvl4pPr indent="-228600" lvl="3" marL="1828800" algn="ctr">
              <a:lnSpc>
                <a:spcPct val="100000"/>
              </a:lnSpc>
              <a:spcBef>
                <a:spcPts val="600"/>
              </a:spcBef>
              <a:spcAft>
                <a:spcPts val="0"/>
              </a:spcAft>
              <a:buClr>
                <a:schemeClr val="dk1"/>
              </a:buClr>
              <a:buSzPts val="1100"/>
              <a:buNone/>
              <a:defRPr sz="1100">
                <a:solidFill>
                  <a:schemeClr val="dk1"/>
                </a:solidFill>
              </a:defRPr>
            </a:lvl4pPr>
            <a:lvl5pPr indent="-228600" lvl="4" marL="2286000" algn="ctr">
              <a:lnSpc>
                <a:spcPct val="100000"/>
              </a:lnSpc>
              <a:spcBef>
                <a:spcPts val="600"/>
              </a:spcBef>
              <a:spcAft>
                <a:spcPts val="0"/>
              </a:spcAft>
              <a:buClr>
                <a:schemeClr val="dk1"/>
              </a:buClr>
              <a:buSzPts val="1100"/>
              <a:buNone/>
              <a:defRPr sz="11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 name="Google Shape;289;p71"/>
          <p:cNvSpPr txBox="1"/>
          <p:nvPr>
            <p:ph idx="5" type="body"/>
          </p:nvPr>
        </p:nvSpPr>
        <p:spPr>
          <a:xfrm>
            <a:off x="468313" y="2106702"/>
            <a:ext cx="1795800" cy="677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100"/>
              <a:buNone/>
              <a:defRPr sz="1100">
                <a:solidFill>
                  <a:schemeClr val="dk1"/>
                </a:solidFill>
              </a:defRPr>
            </a:lvl1pPr>
            <a:lvl2pPr indent="-298450" lvl="1" marL="914400" algn="l">
              <a:lnSpc>
                <a:spcPct val="100000"/>
              </a:lnSpc>
              <a:spcBef>
                <a:spcPts val="600"/>
              </a:spcBef>
              <a:spcAft>
                <a:spcPts val="0"/>
              </a:spcAft>
              <a:buClr>
                <a:schemeClr val="dk1"/>
              </a:buClr>
              <a:buSzPts val="1100"/>
              <a:buChar char="•"/>
              <a:defRPr sz="1100">
                <a:solidFill>
                  <a:schemeClr val="dk1"/>
                </a:solidFill>
              </a:defRPr>
            </a:lvl2pPr>
            <a:lvl3pPr indent="-298450" lvl="2" marL="1371600" algn="l">
              <a:lnSpc>
                <a:spcPct val="100000"/>
              </a:lnSpc>
              <a:spcBef>
                <a:spcPts val="600"/>
              </a:spcBef>
              <a:spcAft>
                <a:spcPts val="0"/>
              </a:spcAft>
              <a:buClr>
                <a:schemeClr val="dk1"/>
              </a:buClr>
              <a:buSzPts val="1100"/>
              <a:buChar char="•"/>
              <a:defRPr sz="1100">
                <a:solidFill>
                  <a:schemeClr val="dk1"/>
                </a:solidFill>
              </a:defRPr>
            </a:lvl3pPr>
            <a:lvl4pPr indent="-298450" lvl="3" marL="1828800" algn="l">
              <a:lnSpc>
                <a:spcPct val="100000"/>
              </a:lnSpc>
              <a:spcBef>
                <a:spcPts val="600"/>
              </a:spcBef>
              <a:spcAft>
                <a:spcPts val="0"/>
              </a:spcAft>
              <a:buClr>
                <a:schemeClr val="dk1"/>
              </a:buClr>
              <a:buSzPts val="1100"/>
              <a:buChar char="•"/>
              <a:defRPr sz="1100">
                <a:solidFill>
                  <a:schemeClr val="dk1"/>
                </a:solidFill>
              </a:defRPr>
            </a:lvl4pPr>
            <a:lvl5pPr indent="-298450" lvl="4" marL="2286000" algn="l">
              <a:lnSpc>
                <a:spcPct val="100000"/>
              </a:lnSpc>
              <a:spcBef>
                <a:spcPts val="600"/>
              </a:spcBef>
              <a:spcAft>
                <a:spcPts val="0"/>
              </a:spcAft>
              <a:buClr>
                <a:schemeClr val="dk1"/>
              </a:buClr>
              <a:buSzPts val="1100"/>
              <a:buChar char="•"/>
              <a:defRPr sz="1100">
                <a:solidFill>
                  <a:schemeClr val="dk1"/>
                </a:solidFill>
              </a:defRPr>
            </a:lvl5pPr>
            <a:lvl6pPr indent="-298450" lvl="5" marL="2743200" algn="l">
              <a:lnSpc>
                <a:spcPct val="90000"/>
              </a:lnSpc>
              <a:spcBef>
                <a:spcPts val="500"/>
              </a:spcBef>
              <a:spcAft>
                <a:spcPts val="0"/>
              </a:spcAft>
              <a:buClr>
                <a:schemeClr val="dk1"/>
              </a:buClr>
              <a:buSzPts val="1100"/>
              <a:buChar char="•"/>
              <a:defRPr sz="1100"/>
            </a:lvl6pPr>
            <a:lvl7pPr indent="-298450" lvl="6" marL="3200400" algn="l">
              <a:lnSpc>
                <a:spcPct val="90000"/>
              </a:lnSpc>
              <a:spcBef>
                <a:spcPts val="500"/>
              </a:spcBef>
              <a:spcAft>
                <a:spcPts val="0"/>
              </a:spcAft>
              <a:buClr>
                <a:schemeClr val="dk1"/>
              </a:buClr>
              <a:buSzPts val="1100"/>
              <a:buChar char="•"/>
              <a:defRPr sz="1100"/>
            </a:lvl7pPr>
            <a:lvl8pPr indent="-298450" lvl="7" marL="3657600" algn="l">
              <a:lnSpc>
                <a:spcPct val="90000"/>
              </a:lnSpc>
              <a:spcBef>
                <a:spcPts val="500"/>
              </a:spcBef>
              <a:spcAft>
                <a:spcPts val="0"/>
              </a:spcAft>
              <a:buClr>
                <a:schemeClr val="dk1"/>
              </a:buClr>
              <a:buSzPts val="1100"/>
              <a:buChar char="•"/>
              <a:defRPr sz="1100"/>
            </a:lvl8pPr>
            <a:lvl9pPr indent="-298450" lvl="8" marL="4114800" algn="l">
              <a:lnSpc>
                <a:spcPct val="90000"/>
              </a:lnSpc>
              <a:spcBef>
                <a:spcPts val="500"/>
              </a:spcBef>
              <a:spcAft>
                <a:spcPts val="0"/>
              </a:spcAft>
              <a:buClr>
                <a:schemeClr val="dk1"/>
              </a:buClr>
              <a:buSzPts val="1100"/>
              <a:buChar char="•"/>
              <a:defRPr sz="1100"/>
            </a:lvl9pPr>
          </a:lstStyle>
          <a:p/>
        </p:txBody>
      </p:sp>
      <p:sp>
        <p:nvSpPr>
          <p:cNvPr id="290" name="Google Shape;290;p71"/>
          <p:cNvSpPr txBox="1"/>
          <p:nvPr>
            <p:ph idx="6" type="body"/>
          </p:nvPr>
        </p:nvSpPr>
        <p:spPr>
          <a:xfrm>
            <a:off x="2605466" y="2106702"/>
            <a:ext cx="1795800" cy="677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100"/>
              <a:buNone/>
              <a:defRPr sz="1100">
                <a:solidFill>
                  <a:schemeClr val="dk1"/>
                </a:solidFill>
              </a:defRPr>
            </a:lvl1pPr>
            <a:lvl2pPr indent="-298450" lvl="1" marL="914400" algn="l">
              <a:lnSpc>
                <a:spcPct val="100000"/>
              </a:lnSpc>
              <a:spcBef>
                <a:spcPts val="600"/>
              </a:spcBef>
              <a:spcAft>
                <a:spcPts val="0"/>
              </a:spcAft>
              <a:buClr>
                <a:schemeClr val="dk1"/>
              </a:buClr>
              <a:buSzPts val="1100"/>
              <a:buChar char="•"/>
              <a:defRPr sz="1100">
                <a:solidFill>
                  <a:schemeClr val="dk1"/>
                </a:solidFill>
              </a:defRPr>
            </a:lvl2pPr>
            <a:lvl3pPr indent="-298450" lvl="2" marL="1371600" algn="l">
              <a:lnSpc>
                <a:spcPct val="100000"/>
              </a:lnSpc>
              <a:spcBef>
                <a:spcPts val="600"/>
              </a:spcBef>
              <a:spcAft>
                <a:spcPts val="0"/>
              </a:spcAft>
              <a:buClr>
                <a:schemeClr val="dk1"/>
              </a:buClr>
              <a:buSzPts val="1100"/>
              <a:buChar char="•"/>
              <a:defRPr sz="1100">
                <a:solidFill>
                  <a:schemeClr val="dk1"/>
                </a:solidFill>
              </a:defRPr>
            </a:lvl3pPr>
            <a:lvl4pPr indent="-298450" lvl="3" marL="1828800" algn="l">
              <a:lnSpc>
                <a:spcPct val="100000"/>
              </a:lnSpc>
              <a:spcBef>
                <a:spcPts val="600"/>
              </a:spcBef>
              <a:spcAft>
                <a:spcPts val="0"/>
              </a:spcAft>
              <a:buClr>
                <a:schemeClr val="dk1"/>
              </a:buClr>
              <a:buSzPts val="1100"/>
              <a:buChar char="•"/>
              <a:defRPr sz="1100">
                <a:solidFill>
                  <a:schemeClr val="dk1"/>
                </a:solidFill>
              </a:defRPr>
            </a:lvl4pPr>
            <a:lvl5pPr indent="-298450" lvl="4" marL="2286000" algn="l">
              <a:lnSpc>
                <a:spcPct val="100000"/>
              </a:lnSpc>
              <a:spcBef>
                <a:spcPts val="600"/>
              </a:spcBef>
              <a:spcAft>
                <a:spcPts val="0"/>
              </a:spcAft>
              <a:buClr>
                <a:schemeClr val="dk1"/>
              </a:buClr>
              <a:buSzPts val="1100"/>
              <a:buChar char="•"/>
              <a:defRPr sz="1100">
                <a:solidFill>
                  <a:schemeClr val="dk1"/>
                </a:solidFill>
              </a:defRPr>
            </a:lvl5pPr>
            <a:lvl6pPr indent="-298450" lvl="5" marL="2743200" algn="l">
              <a:lnSpc>
                <a:spcPct val="90000"/>
              </a:lnSpc>
              <a:spcBef>
                <a:spcPts val="500"/>
              </a:spcBef>
              <a:spcAft>
                <a:spcPts val="0"/>
              </a:spcAft>
              <a:buClr>
                <a:schemeClr val="dk1"/>
              </a:buClr>
              <a:buSzPts val="1100"/>
              <a:buChar char="•"/>
              <a:defRPr sz="1100"/>
            </a:lvl6pPr>
            <a:lvl7pPr indent="-298450" lvl="6" marL="3200400" algn="l">
              <a:lnSpc>
                <a:spcPct val="90000"/>
              </a:lnSpc>
              <a:spcBef>
                <a:spcPts val="500"/>
              </a:spcBef>
              <a:spcAft>
                <a:spcPts val="0"/>
              </a:spcAft>
              <a:buClr>
                <a:schemeClr val="dk1"/>
              </a:buClr>
              <a:buSzPts val="1100"/>
              <a:buChar char="•"/>
              <a:defRPr sz="1100"/>
            </a:lvl7pPr>
            <a:lvl8pPr indent="-298450" lvl="7" marL="3657600" algn="l">
              <a:lnSpc>
                <a:spcPct val="90000"/>
              </a:lnSpc>
              <a:spcBef>
                <a:spcPts val="500"/>
              </a:spcBef>
              <a:spcAft>
                <a:spcPts val="0"/>
              </a:spcAft>
              <a:buClr>
                <a:schemeClr val="dk1"/>
              </a:buClr>
              <a:buSzPts val="1100"/>
              <a:buChar char="•"/>
              <a:defRPr sz="1100"/>
            </a:lvl8pPr>
            <a:lvl9pPr indent="-298450" lvl="8" marL="4114800" algn="l">
              <a:lnSpc>
                <a:spcPct val="90000"/>
              </a:lnSpc>
              <a:spcBef>
                <a:spcPts val="500"/>
              </a:spcBef>
              <a:spcAft>
                <a:spcPts val="0"/>
              </a:spcAft>
              <a:buClr>
                <a:schemeClr val="dk1"/>
              </a:buClr>
              <a:buSzPts val="1100"/>
              <a:buChar char="•"/>
              <a:defRPr sz="1100"/>
            </a:lvl9pPr>
          </a:lstStyle>
          <a:p/>
        </p:txBody>
      </p:sp>
      <p:sp>
        <p:nvSpPr>
          <p:cNvPr id="291" name="Google Shape;291;p71"/>
          <p:cNvSpPr txBox="1"/>
          <p:nvPr>
            <p:ph idx="7" type="body"/>
          </p:nvPr>
        </p:nvSpPr>
        <p:spPr>
          <a:xfrm>
            <a:off x="4742619" y="2106702"/>
            <a:ext cx="1795800" cy="677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100"/>
              <a:buNone/>
              <a:defRPr sz="1100">
                <a:solidFill>
                  <a:schemeClr val="dk1"/>
                </a:solidFill>
              </a:defRPr>
            </a:lvl1pPr>
            <a:lvl2pPr indent="-298450" lvl="1" marL="914400" algn="l">
              <a:lnSpc>
                <a:spcPct val="100000"/>
              </a:lnSpc>
              <a:spcBef>
                <a:spcPts val="600"/>
              </a:spcBef>
              <a:spcAft>
                <a:spcPts val="0"/>
              </a:spcAft>
              <a:buClr>
                <a:schemeClr val="dk1"/>
              </a:buClr>
              <a:buSzPts val="1100"/>
              <a:buChar char="•"/>
              <a:defRPr sz="1100">
                <a:solidFill>
                  <a:schemeClr val="dk1"/>
                </a:solidFill>
              </a:defRPr>
            </a:lvl2pPr>
            <a:lvl3pPr indent="-298450" lvl="2" marL="1371600" algn="l">
              <a:lnSpc>
                <a:spcPct val="100000"/>
              </a:lnSpc>
              <a:spcBef>
                <a:spcPts val="600"/>
              </a:spcBef>
              <a:spcAft>
                <a:spcPts val="0"/>
              </a:spcAft>
              <a:buClr>
                <a:schemeClr val="dk1"/>
              </a:buClr>
              <a:buSzPts val="1100"/>
              <a:buChar char="•"/>
              <a:defRPr sz="1100">
                <a:solidFill>
                  <a:schemeClr val="dk1"/>
                </a:solidFill>
              </a:defRPr>
            </a:lvl3pPr>
            <a:lvl4pPr indent="-298450" lvl="3" marL="1828800" algn="l">
              <a:lnSpc>
                <a:spcPct val="100000"/>
              </a:lnSpc>
              <a:spcBef>
                <a:spcPts val="600"/>
              </a:spcBef>
              <a:spcAft>
                <a:spcPts val="0"/>
              </a:spcAft>
              <a:buClr>
                <a:schemeClr val="dk1"/>
              </a:buClr>
              <a:buSzPts val="1100"/>
              <a:buChar char="•"/>
              <a:defRPr sz="1100">
                <a:solidFill>
                  <a:schemeClr val="dk1"/>
                </a:solidFill>
              </a:defRPr>
            </a:lvl4pPr>
            <a:lvl5pPr indent="-298450" lvl="4" marL="2286000" algn="l">
              <a:lnSpc>
                <a:spcPct val="100000"/>
              </a:lnSpc>
              <a:spcBef>
                <a:spcPts val="600"/>
              </a:spcBef>
              <a:spcAft>
                <a:spcPts val="0"/>
              </a:spcAft>
              <a:buClr>
                <a:schemeClr val="dk1"/>
              </a:buClr>
              <a:buSzPts val="1100"/>
              <a:buChar char="•"/>
              <a:defRPr sz="1100">
                <a:solidFill>
                  <a:schemeClr val="dk1"/>
                </a:solidFill>
              </a:defRPr>
            </a:lvl5pPr>
            <a:lvl6pPr indent="-298450" lvl="5" marL="2743200" algn="l">
              <a:lnSpc>
                <a:spcPct val="90000"/>
              </a:lnSpc>
              <a:spcBef>
                <a:spcPts val="500"/>
              </a:spcBef>
              <a:spcAft>
                <a:spcPts val="0"/>
              </a:spcAft>
              <a:buClr>
                <a:schemeClr val="dk1"/>
              </a:buClr>
              <a:buSzPts val="1100"/>
              <a:buChar char="•"/>
              <a:defRPr sz="1100"/>
            </a:lvl6pPr>
            <a:lvl7pPr indent="-298450" lvl="6" marL="3200400" algn="l">
              <a:lnSpc>
                <a:spcPct val="90000"/>
              </a:lnSpc>
              <a:spcBef>
                <a:spcPts val="500"/>
              </a:spcBef>
              <a:spcAft>
                <a:spcPts val="0"/>
              </a:spcAft>
              <a:buClr>
                <a:schemeClr val="dk1"/>
              </a:buClr>
              <a:buSzPts val="1100"/>
              <a:buChar char="•"/>
              <a:defRPr sz="1100"/>
            </a:lvl7pPr>
            <a:lvl8pPr indent="-298450" lvl="7" marL="3657600" algn="l">
              <a:lnSpc>
                <a:spcPct val="90000"/>
              </a:lnSpc>
              <a:spcBef>
                <a:spcPts val="500"/>
              </a:spcBef>
              <a:spcAft>
                <a:spcPts val="0"/>
              </a:spcAft>
              <a:buClr>
                <a:schemeClr val="dk1"/>
              </a:buClr>
              <a:buSzPts val="1100"/>
              <a:buChar char="•"/>
              <a:defRPr sz="1100"/>
            </a:lvl8pPr>
            <a:lvl9pPr indent="-298450" lvl="8" marL="4114800" algn="l">
              <a:lnSpc>
                <a:spcPct val="90000"/>
              </a:lnSpc>
              <a:spcBef>
                <a:spcPts val="500"/>
              </a:spcBef>
              <a:spcAft>
                <a:spcPts val="0"/>
              </a:spcAft>
              <a:buClr>
                <a:schemeClr val="dk1"/>
              </a:buClr>
              <a:buSzPts val="1100"/>
              <a:buChar char="•"/>
              <a:defRPr sz="1100"/>
            </a:lvl9pPr>
          </a:lstStyle>
          <a:p/>
        </p:txBody>
      </p:sp>
      <p:sp>
        <p:nvSpPr>
          <p:cNvPr id="292" name="Google Shape;292;p71"/>
          <p:cNvSpPr txBox="1"/>
          <p:nvPr>
            <p:ph idx="8" type="body"/>
          </p:nvPr>
        </p:nvSpPr>
        <p:spPr>
          <a:xfrm>
            <a:off x="6879773" y="2106702"/>
            <a:ext cx="1795800" cy="677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100"/>
              <a:buNone/>
              <a:defRPr sz="1100">
                <a:solidFill>
                  <a:schemeClr val="dk1"/>
                </a:solidFill>
              </a:defRPr>
            </a:lvl1pPr>
            <a:lvl2pPr indent="-298450" lvl="1" marL="914400" algn="l">
              <a:lnSpc>
                <a:spcPct val="100000"/>
              </a:lnSpc>
              <a:spcBef>
                <a:spcPts val="600"/>
              </a:spcBef>
              <a:spcAft>
                <a:spcPts val="0"/>
              </a:spcAft>
              <a:buClr>
                <a:schemeClr val="dk1"/>
              </a:buClr>
              <a:buSzPts val="1100"/>
              <a:buChar char="•"/>
              <a:defRPr sz="1100">
                <a:solidFill>
                  <a:schemeClr val="dk1"/>
                </a:solidFill>
              </a:defRPr>
            </a:lvl2pPr>
            <a:lvl3pPr indent="-298450" lvl="2" marL="1371600" algn="l">
              <a:lnSpc>
                <a:spcPct val="100000"/>
              </a:lnSpc>
              <a:spcBef>
                <a:spcPts val="600"/>
              </a:spcBef>
              <a:spcAft>
                <a:spcPts val="0"/>
              </a:spcAft>
              <a:buClr>
                <a:schemeClr val="dk1"/>
              </a:buClr>
              <a:buSzPts val="1100"/>
              <a:buChar char="•"/>
              <a:defRPr sz="1100">
                <a:solidFill>
                  <a:schemeClr val="dk1"/>
                </a:solidFill>
              </a:defRPr>
            </a:lvl3pPr>
            <a:lvl4pPr indent="-298450" lvl="3" marL="1828800" algn="l">
              <a:lnSpc>
                <a:spcPct val="100000"/>
              </a:lnSpc>
              <a:spcBef>
                <a:spcPts val="600"/>
              </a:spcBef>
              <a:spcAft>
                <a:spcPts val="0"/>
              </a:spcAft>
              <a:buClr>
                <a:schemeClr val="dk1"/>
              </a:buClr>
              <a:buSzPts val="1100"/>
              <a:buChar char="•"/>
              <a:defRPr sz="1100">
                <a:solidFill>
                  <a:schemeClr val="dk1"/>
                </a:solidFill>
              </a:defRPr>
            </a:lvl4pPr>
            <a:lvl5pPr indent="-298450" lvl="4" marL="2286000" algn="l">
              <a:lnSpc>
                <a:spcPct val="100000"/>
              </a:lnSpc>
              <a:spcBef>
                <a:spcPts val="600"/>
              </a:spcBef>
              <a:spcAft>
                <a:spcPts val="0"/>
              </a:spcAft>
              <a:buClr>
                <a:schemeClr val="dk1"/>
              </a:buClr>
              <a:buSzPts val="1100"/>
              <a:buChar char="•"/>
              <a:defRPr sz="1100">
                <a:solidFill>
                  <a:schemeClr val="dk1"/>
                </a:solidFill>
              </a:defRPr>
            </a:lvl5pPr>
            <a:lvl6pPr indent="-298450" lvl="5" marL="2743200" algn="l">
              <a:lnSpc>
                <a:spcPct val="90000"/>
              </a:lnSpc>
              <a:spcBef>
                <a:spcPts val="500"/>
              </a:spcBef>
              <a:spcAft>
                <a:spcPts val="0"/>
              </a:spcAft>
              <a:buClr>
                <a:schemeClr val="dk1"/>
              </a:buClr>
              <a:buSzPts val="1100"/>
              <a:buChar char="•"/>
              <a:defRPr sz="1100"/>
            </a:lvl6pPr>
            <a:lvl7pPr indent="-298450" lvl="6" marL="3200400" algn="l">
              <a:lnSpc>
                <a:spcPct val="90000"/>
              </a:lnSpc>
              <a:spcBef>
                <a:spcPts val="500"/>
              </a:spcBef>
              <a:spcAft>
                <a:spcPts val="0"/>
              </a:spcAft>
              <a:buClr>
                <a:schemeClr val="dk1"/>
              </a:buClr>
              <a:buSzPts val="1100"/>
              <a:buChar char="•"/>
              <a:defRPr sz="1100"/>
            </a:lvl7pPr>
            <a:lvl8pPr indent="-298450" lvl="7" marL="3657600" algn="l">
              <a:lnSpc>
                <a:spcPct val="90000"/>
              </a:lnSpc>
              <a:spcBef>
                <a:spcPts val="500"/>
              </a:spcBef>
              <a:spcAft>
                <a:spcPts val="0"/>
              </a:spcAft>
              <a:buClr>
                <a:schemeClr val="dk1"/>
              </a:buClr>
              <a:buSzPts val="1100"/>
              <a:buChar char="•"/>
              <a:defRPr sz="1100"/>
            </a:lvl8pPr>
            <a:lvl9pPr indent="-298450" lvl="8" marL="4114800" algn="l">
              <a:lnSpc>
                <a:spcPct val="90000"/>
              </a:lnSpc>
              <a:spcBef>
                <a:spcPts val="500"/>
              </a:spcBef>
              <a:spcAft>
                <a:spcPts val="0"/>
              </a:spcAft>
              <a:buClr>
                <a:schemeClr val="dk1"/>
              </a:buClr>
              <a:buSzPts val="1100"/>
              <a:buChar char="•"/>
              <a:defRPr sz="1100"/>
            </a:lvl9pPr>
          </a:lstStyle>
          <a:p/>
        </p:txBody>
      </p:sp>
      <p:sp>
        <p:nvSpPr>
          <p:cNvPr id="293" name="Google Shape;293;p71"/>
          <p:cNvSpPr txBox="1"/>
          <p:nvPr>
            <p:ph idx="9" type="body"/>
          </p:nvPr>
        </p:nvSpPr>
        <p:spPr>
          <a:xfrm>
            <a:off x="4946469" y="3419510"/>
            <a:ext cx="3729300" cy="677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accent1"/>
              </a:buClr>
              <a:buSzPts val="1100"/>
              <a:buNone/>
              <a:defRPr sz="1100">
                <a:solidFill>
                  <a:schemeClr val="accent1"/>
                </a:solidFill>
              </a:defRPr>
            </a:lvl1pPr>
            <a:lvl2pPr indent="-298450" lvl="1" marL="914400" algn="l">
              <a:lnSpc>
                <a:spcPct val="100000"/>
              </a:lnSpc>
              <a:spcBef>
                <a:spcPts val="600"/>
              </a:spcBef>
              <a:spcAft>
                <a:spcPts val="0"/>
              </a:spcAft>
              <a:buClr>
                <a:schemeClr val="accent1"/>
              </a:buClr>
              <a:buSzPts val="1100"/>
              <a:buChar char="•"/>
              <a:defRPr sz="1100">
                <a:solidFill>
                  <a:schemeClr val="accent1"/>
                </a:solidFill>
              </a:defRPr>
            </a:lvl2pPr>
            <a:lvl3pPr indent="-298450" lvl="2" marL="1371600" algn="l">
              <a:lnSpc>
                <a:spcPct val="100000"/>
              </a:lnSpc>
              <a:spcBef>
                <a:spcPts val="600"/>
              </a:spcBef>
              <a:spcAft>
                <a:spcPts val="0"/>
              </a:spcAft>
              <a:buClr>
                <a:schemeClr val="accent1"/>
              </a:buClr>
              <a:buSzPts val="1100"/>
              <a:buChar char="•"/>
              <a:defRPr sz="1100">
                <a:solidFill>
                  <a:schemeClr val="accent1"/>
                </a:solidFill>
              </a:defRPr>
            </a:lvl3pPr>
            <a:lvl4pPr indent="-298450" lvl="3" marL="1828800" algn="l">
              <a:lnSpc>
                <a:spcPct val="100000"/>
              </a:lnSpc>
              <a:spcBef>
                <a:spcPts val="600"/>
              </a:spcBef>
              <a:spcAft>
                <a:spcPts val="0"/>
              </a:spcAft>
              <a:buClr>
                <a:schemeClr val="accent1"/>
              </a:buClr>
              <a:buSzPts val="1100"/>
              <a:buChar char="•"/>
              <a:defRPr sz="1100">
                <a:solidFill>
                  <a:schemeClr val="accent1"/>
                </a:solidFill>
              </a:defRPr>
            </a:lvl4pPr>
            <a:lvl5pPr indent="-298450" lvl="4" marL="2286000" algn="l">
              <a:lnSpc>
                <a:spcPct val="100000"/>
              </a:lnSpc>
              <a:spcBef>
                <a:spcPts val="600"/>
              </a:spcBef>
              <a:spcAft>
                <a:spcPts val="0"/>
              </a:spcAft>
              <a:buClr>
                <a:schemeClr val="accent1"/>
              </a:buClr>
              <a:buSzPts val="1100"/>
              <a:buChar char="•"/>
              <a:defRPr sz="1100">
                <a:solidFill>
                  <a:schemeClr val="accent1"/>
                </a:solidFill>
              </a:defRPr>
            </a:lvl5pPr>
            <a:lvl6pPr indent="-298450" lvl="5" marL="2743200" algn="l">
              <a:lnSpc>
                <a:spcPct val="90000"/>
              </a:lnSpc>
              <a:spcBef>
                <a:spcPts val="500"/>
              </a:spcBef>
              <a:spcAft>
                <a:spcPts val="0"/>
              </a:spcAft>
              <a:buClr>
                <a:schemeClr val="dk1"/>
              </a:buClr>
              <a:buSzPts val="1100"/>
              <a:buChar char="•"/>
              <a:defRPr sz="1100"/>
            </a:lvl6pPr>
            <a:lvl7pPr indent="-298450" lvl="6" marL="3200400" algn="l">
              <a:lnSpc>
                <a:spcPct val="90000"/>
              </a:lnSpc>
              <a:spcBef>
                <a:spcPts val="500"/>
              </a:spcBef>
              <a:spcAft>
                <a:spcPts val="0"/>
              </a:spcAft>
              <a:buClr>
                <a:schemeClr val="dk1"/>
              </a:buClr>
              <a:buSzPts val="1100"/>
              <a:buChar char="•"/>
              <a:defRPr sz="1100"/>
            </a:lvl7pPr>
            <a:lvl8pPr indent="-298450" lvl="7" marL="3657600" algn="l">
              <a:lnSpc>
                <a:spcPct val="90000"/>
              </a:lnSpc>
              <a:spcBef>
                <a:spcPts val="500"/>
              </a:spcBef>
              <a:spcAft>
                <a:spcPts val="0"/>
              </a:spcAft>
              <a:buClr>
                <a:schemeClr val="dk1"/>
              </a:buClr>
              <a:buSzPts val="1100"/>
              <a:buChar char="•"/>
              <a:defRPr sz="1100"/>
            </a:lvl8pPr>
            <a:lvl9pPr indent="-298450" lvl="8" marL="4114800" algn="l">
              <a:lnSpc>
                <a:spcPct val="90000"/>
              </a:lnSpc>
              <a:spcBef>
                <a:spcPts val="500"/>
              </a:spcBef>
              <a:spcAft>
                <a:spcPts val="0"/>
              </a:spcAft>
              <a:buClr>
                <a:schemeClr val="dk1"/>
              </a:buClr>
              <a:buSzPts val="1100"/>
              <a:buChar char="•"/>
              <a:defRPr sz="1100"/>
            </a:lvl9pPr>
          </a:lstStyle>
          <a:p/>
        </p:txBody>
      </p:sp>
      <p:cxnSp>
        <p:nvCxnSpPr>
          <p:cNvPr id="294" name="Google Shape;294;p71"/>
          <p:cNvCxnSpPr/>
          <p:nvPr/>
        </p:nvCxnSpPr>
        <p:spPr>
          <a:xfrm rot="10800000">
            <a:off x="4742619" y="3419510"/>
            <a:ext cx="0" cy="677400"/>
          </a:xfrm>
          <a:prstGeom prst="straightConnector1">
            <a:avLst/>
          </a:prstGeom>
          <a:noFill/>
          <a:ln cap="flat" cmpd="sng" w="9525">
            <a:solidFill>
              <a:schemeClr val="accent1"/>
            </a:solidFill>
            <a:prstDash val="solid"/>
            <a:round/>
            <a:headEnd len="sm" w="sm" type="none"/>
            <a:tailEnd len="sm" w="sm" type="none"/>
          </a:ln>
        </p:spPr>
      </p:cxnSp>
      <p:sp>
        <p:nvSpPr>
          <p:cNvPr id="295" name="Google Shape;295;p71"/>
          <p:cNvSpPr txBox="1"/>
          <p:nvPr>
            <p:ph idx="13" type="subTitle"/>
          </p:nvPr>
        </p:nvSpPr>
        <p:spPr>
          <a:xfrm>
            <a:off x="468312" y="807113"/>
            <a:ext cx="6070200" cy="441600"/>
          </a:xfrm>
          <a:prstGeom prst="rect">
            <a:avLst/>
          </a:prstGeom>
          <a:noFill/>
          <a:ln>
            <a:noFill/>
          </a:ln>
        </p:spPr>
        <p:txBody>
          <a:bodyPr anchorCtr="0" anchor="t" bIns="0" lIns="0" spcFirstLastPara="1" rIns="0" wrap="square" tIns="0">
            <a:noAutofit/>
          </a:bodyPr>
          <a:lstStyle>
            <a:lvl1pPr lvl="0" algn="l">
              <a:lnSpc>
                <a:spcPct val="100000"/>
              </a:lnSpc>
              <a:spcBef>
                <a:spcPts val="600"/>
              </a:spcBef>
              <a:spcAft>
                <a:spcPts val="0"/>
              </a:spcAft>
              <a:buClr>
                <a:schemeClr val="dk1"/>
              </a:buClr>
              <a:buSzPts val="1600"/>
              <a:buNone/>
              <a:defRPr sz="16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6" name="Google Shape;296;p71"/>
          <p:cNvSpPr txBox="1"/>
          <p:nvPr>
            <p:ph type="title"/>
          </p:nvPr>
        </p:nvSpPr>
        <p:spPr>
          <a:xfrm>
            <a:off x="468314" y="366713"/>
            <a:ext cx="8207400" cy="288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600"/>
              <a:buFont typeface="Roboto Medium"/>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 showMasterSp="0">
  <p:cSld name="Summary ">
    <p:bg>
      <p:bgPr>
        <a:solidFill>
          <a:schemeClr val="accent1"/>
        </a:solidFill>
      </p:bgPr>
    </p:bg>
    <p:spTree>
      <p:nvGrpSpPr>
        <p:cNvPr id="297" name="Shape 297"/>
        <p:cNvGrpSpPr/>
        <p:nvPr/>
      </p:nvGrpSpPr>
      <p:grpSpPr>
        <a:xfrm>
          <a:off x="0" y="0"/>
          <a:ext cx="0" cy="0"/>
          <a:chOff x="0" y="0"/>
          <a:chExt cx="0" cy="0"/>
        </a:xfrm>
      </p:grpSpPr>
      <p:sp>
        <p:nvSpPr>
          <p:cNvPr id="298" name="Google Shape;298;p72"/>
          <p:cNvSpPr/>
          <p:nvPr>
            <p:ph idx="2" type="pic"/>
          </p:nvPr>
        </p:nvSpPr>
        <p:spPr>
          <a:xfrm>
            <a:off x="0" y="1"/>
            <a:ext cx="9144000" cy="5143500"/>
          </a:xfrm>
          <a:prstGeom prst="rect">
            <a:avLst/>
          </a:prstGeom>
          <a:solidFill>
            <a:schemeClr val="accent3"/>
          </a:solidFill>
          <a:ln>
            <a:noFill/>
          </a:ln>
        </p:spPr>
      </p:sp>
      <p:sp>
        <p:nvSpPr>
          <p:cNvPr id="299" name="Google Shape;299;p72"/>
          <p:cNvSpPr/>
          <p:nvPr/>
        </p:nvSpPr>
        <p:spPr>
          <a:xfrm>
            <a:off x="0" y="838075"/>
            <a:ext cx="5982300" cy="3314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00" name="Google Shape;300;p72"/>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grpSp>
        <p:nvGrpSpPr>
          <p:cNvPr id="301" name="Google Shape;301;p72"/>
          <p:cNvGrpSpPr/>
          <p:nvPr/>
        </p:nvGrpSpPr>
        <p:grpSpPr>
          <a:xfrm>
            <a:off x="0" y="-142745"/>
            <a:ext cx="3633257" cy="65100"/>
            <a:chOff x="0" y="-244475"/>
            <a:chExt cx="3633257" cy="65100"/>
          </a:xfrm>
        </p:grpSpPr>
        <p:sp>
          <p:nvSpPr>
            <p:cNvPr id="302" name="Google Shape;302;p72"/>
            <p:cNvSpPr/>
            <p:nvPr/>
          </p:nvSpPr>
          <p:spPr>
            <a:xfrm>
              <a:off x="0" y="-244475"/>
              <a:ext cx="272100" cy="65100"/>
            </a:xfrm>
            <a:prstGeom prst="rect">
              <a:avLst/>
            </a:prstGeom>
            <a:solidFill>
              <a:srgbClr val="5495F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3" name="Google Shape;303;p72"/>
            <p:cNvSpPr/>
            <p:nvPr/>
          </p:nvSpPr>
          <p:spPr>
            <a:xfrm>
              <a:off x="305560" y="-244475"/>
              <a:ext cx="272100" cy="65100"/>
            </a:xfrm>
            <a:prstGeom prst="rect">
              <a:avLst/>
            </a:prstGeom>
            <a:solidFill>
              <a:srgbClr val="7DAC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4" name="Google Shape;304;p72"/>
            <p:cNvSpPr/>
            <p:nvPr/>
          </p:nvSpPr>
          <p:spPr>
            <a:xfrm>
              <a:off x="611119" y="-244475"/>
              <a:ext cx="272100" cy="65100"/>
            </a:xfrm>
            <a:prstGeom prst="rect">
              <a:avLst/>
            </a:prstGeom>
            <a:solidFill>
              <a:srgbClr val="A6CCE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5" name="Google Shape;305;p72"/>
            <p:cNvSpPr/>
            <p:nvPr/>
          </p:nvSpPr>
          <p:spPr>
            <a:xfrm>
              <a:off x="916679" y="-244475"/>
              <a:ext cx="272100" cy="65100"/>
            </a:xfrm>
            <a:prstGeom prst="rect">
              <a:avLst/>
            </a:prstGeom>
            <a:solidFill>
              <a:srgbClr val="FF6D6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6" name="Google Shape;306;p72"/>
            <p:cNvSpPr/>
            <p:nvPr/>
          </p:nvSpPr>
          <p:spPr>
            <a:xfrm>
              <a:off x="1222239" y="-244475"/>
              <a:ext cx="272100" cy="65100"/>
            </a:xfrm>
            <a:prstGeom prst="rect">
              <a:avLst/>
            </a:prstGeom>
            <a:solidFill>
              <a:srgbClr val="F390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7" name="Google Shape;307;p72"/>
            <p:cNvSpPr/>
            <p:nvPr/>
          </p:nvSpPr>
          <p:spPr>
            <a:xfrm>
              <a:off x="1527798" y="-244475"/>
              <a:ext cx="272100" cy="65100"/>
            </a:xfrm>
            <a:prstGeom prst="rect">
              <a:avLst/>
            </a:prstGeom>
            <a:solidFill>
              <a:srgbClr val="E6B2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8" name="Google Shape;308;p72"/>
            <p:cNvSpPr/>
            <p:nvPr/>
          </p:nvSpPr>
          <p:spPr>
            <a:xfrm>
              <a:off x="1833358" y="-244475"/>
              <a:ext cx="272100" cy="65100"/>
            </a:xfrm>
            <a:prstGeom prst="rect">
              <a:avLst/>
            </a:prstGeom>
            <a:solidFill>
              <a:srgbClr val="4F23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9" name="Google Shape;309;p72"/>
            <p:cNvSpPr/>
            <p:nvPr/>
          </p:nvSpPr>
          <p:spPr>
            <a:xfrm>
              <a:off x="2138918" y="-244475"/>
              <a:ext cx="272100" cy="65100"/>
            </a:xfrm>
            <a:prstGeom prst="rect">
              <a:avLst/>
            </a:prstGeom>
            <a:solidFill>
              <a:srgbClr val="60396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0" name="Google Shape;310;p72"/>
            <p:cNvSpPr/>
            <p:nvPr/>
          </p:nvSpPr>
          <p:spPr>
            <a:xfrm>
              <a:off x="2444478" y="-244475"/>
              <a:ext cx="272100" cy="65100"/>
            </a:xfrm>
            <a:prstGeom prst="rect">
              <a:avLst/>
            </a:prstGeom>
            <a:solidFill>
              <a:srgbClr val="724F7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1" name="Google Shape;311;p72"/>
            <p:cNvSpPr/>
            <p:nvPr/>
          </p:nvSpPr>
          <p:spPr>
            <a:xfrm>
              <a:off x="2750037" y="-244475"/>
              <a:ext cx="272100" cy="65100"/>
            </a:xfrm>
            <a:prstGeom prst="rect">
              <a:avLst/>
            </a:prstGeom>
            <a:solidFill>
              <a:srgbClr val="3798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2" name="Google Shape;312;p72"/>
            <p:cNvSpPr/>
            <p:nvPr/>
          </p:nvSpPr>
          <p:spPr>
            <a:xfrm>
              <a:off x="3055597" y="-244475"/>
              <a:ext cx="272100" cy="65100"/>
            </a:xfrm>
            <a:prstGeom prst="rect">
              <a:avLst/>
            </a:prstGeom>
            <a:solidFill>
              <a:srgbClr val="68AE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3" name="Google Shape;313;p72"/>
            <p:cNvSpPr/>
            <p:nvPr/>
          </p:nvSpPr>
          <p:spPr>
            <a:xfrm>
              <a:off x="3361157" y="-244475"/>
              <a:ext cx="272100" cy="65100"/>
            </a:xfrm>
            <a:prstGeom prst="rect">
              <a:avLst/>
            </a:prstGeom>
            <a:solidFill>
              <a:srgbClr val="7DB68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14" name="Google Shape;314;p72"/>
          <p:cNvSpPr txBox="1"/>
          <p:nvPr>
            <p:ph type="title"/>
          </p:nvPr>
        </p:nvSpPr>
        <p:spPr>
          <a:xfrm>
            <a:off x="468314" y="1413354"/>
            <a:ext cx="2023800" cy="69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000"/>
              <a:buFont typeface="Roboto Medium"/>
              <a:buNone/>
              <a:defRPr sz="2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15" name="Google Shape;315;p72"/>
          <p:cNvPicPr preferRelativeResize="0"/>
          <p:nvPr/>
        </p:nvPicPr>
        <p:blipFill rotWithShape="1">
          <a:blip r:embed="rId2">
            <a:alphaModFix/>
          </a:blip>
          <a:srcRect b="0" l="0" r="0" t="0"/>
          <a:stretch/>
        </p:blipFill>
        <p:spPr>
          <a:xfrm>
            <a:off x="7779464" y="4728124"/>
            <a:ext cx="896225" cy="148675"/>
          </a:xfrm>
          <a:prstGeom prst="rect">
            <a:avLst/>
          </a:prstGeom>
          <a:noFill/>
          <a:ln>
            <a:noFill/>
          </a:ln>
        </p:spPr>
      </p:pic>
      <p:sp>
        <p:nvSpPr>
          <p:cNvPr id="316" name="Google Shape;316;p72"/>
          <p:cNvSpPr txBox="1"/>
          <p:nvPr>
            <p:ph idx="1" type="body"/>
          </p:nvPr>
        </p:nvSpPr>
        <p:spPr>
          <a:xfrm>
            <a:off x="2778732" y="1413353"/>
            <a:ext cx="690300" cy="3324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indent="-228600" lvl="1" marL="914400" algn="l">
              <a:lnSpc>
                <a:spcPct val="100000"/>
              </a:lnSpc>
              <a:spcBef>
                <a:spcPts val="600"/>
              </a:spcBef>
              <a:spcAft>
                <a:spcPts val="0"/>
              </a:spcAft>
              <a:buClr>
                <a:schemeClr val="lt1"/>
              </a:buClr>
              <a:buSzPts val="1400"/>
              <a:buNone/>
              <a:defRPr/>
            </a:lvl2pPr>
            <a:lvl3pPr indent="-228600" lvl="2" marL="1371600" algn="l">
              <a:lnSpc>
                <a:spcPct val="100000"/>
              </a:lnSpc>
              <a:spcBef>
                <a:spcPts val="600"/>
              </a:spcBef>
              <a:spcAft>
                <a:spcPts val="0"/>
              </a:spcAft>
              <a:buClr>
                <a:schemeClr val="lt1"/>
              </a:buClr>
              <a:buSzPts val="1400"/>
              <a:buNone/>
              <a:defRPr/>
            </a:lvl3pPr>
            <a:lvl4pPr indent="-228600" lvl="3" marL="1828800" algn="l">
              <a:lnSpc>
                <a:spcPct val="100000"/>
              </a:lnSpc>
              <a:spcBef>
                <a:spcPts val="600"/>
              </a:spcBef>
              <a:spcAft>
                <a:spcPts val="0"/>
              </a:spcAft>
              <a:buClr>
                <a:schemeClr val="lt1"/>
              </a:buClr>
              <a:buSzPts val="1400"/>
              <a:buNone/>
              <a:defRPr/>
            </a:lvl4pPr>
            <a:lvl5pPr indent="-228600" lvl="4" marL="2286000" algn="l">
              <a:lnSpc>
                <a:spcPct val="100000"/>
              </a:lnSpc>
              <a:spcBef>
                <a:spcPts val="6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7" name="Google Shape;317;p72"/>
          <p:cNvSpPr txBox="1"/>
          <p:nvPr>
            <p:ph idx="3" type="body"/>
          </p:nvPr>
        </p:nvSpPr>
        <p:spPr>
          <a:xfrm>
            <a:off x="3633278" y="1410000"/>
            <a:ext cx="1887300" cy="179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8" name="Google Shape;318;p72"/>
          <p:cNvSpPr txBox="1"/>
          <p:nvPr>
            <p:ph idx="4" type="body"/>
          </p:nvPr>
        </p:nvSpPr>
        <p:spPr>
          <a:xfrm>
            <a:off x="3633278" y="1589249"/>
            <a:ext cx="1887300" cy="156600"/>
          </a:xfrm>
          <a:prstGeom prst="rect">
            <a:avLst/>
          </a:prstGeom>
          <a:noFill/>
          <a:ln>
            <a:noFill/>
          </a:ln>
        </p:spPr>
        <p:txBody>
          <a:bodyPr anchorCtr="0" anchor="b" bIns="0" lIns="0" spcFirstLastPara="1" rIns="0" wrap="square" tIns="0">
            <a:noAutofit/>
          </a:bodyPr>
          <a:lstStyle>
            <a:lvl1pPr indent="-228600" lvl="0" marL="4572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9" name="Google Shape;319;p72"/>
          <p:cNvSpPr txBox="1"/>
          <p:nvPr>
            <p:ph idx="5" type="body"/>
          </p:nvPr>
        </p:nvSpPr>
        <p:spPr>
          <a:xfrm>
            <a:off x="2778732" y="1909458"/>
            <a:ext cx="690300" cy="3324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indent="-228600" lvl="1" marL="914400" algn="l">
              <a:lnSpc>
                <a:spcPct val="100000"/>
              </a:lnSpc>
              <a:spcBef>
                <a:spcPts val="600"/>
              </a:spcBef>
              <a:spcAft>
                <a:spcPts val="0"/>
              </a:spcAft>
              <a:buClr>
                <a:schemeClr val="lt1"/>
              </a:buClr>
              <a:buSzPts val="1400"/>
              <a:buNone/>
              <a:defRPr/>
            </a:lvl2pPr>
            <a:lvl3pPr indent="-228600" lvl="2" marL="1371600" algn="l">
              <a:lnSpc>
                <a:spcPct val="100000"/>
              </a:lnSpc>
              <a:spcBef>
                <a:spcPts val="600"/>
              </a:spcBef>
              <a:spcAft>
                <a:spcPts val="0"/>
              </a:spcAft>
              <a:buClr>
                <a:schemeClr val="lt1"/>
              </a:buClr>
              <a:buSzPts val="1400"/>
              <a:buNone/>
              <a:defRPr/>
            </a:lvl3pPr>
            <a:lvl4pPr indent="-228600" lvl="3" marL="1828800" algn="l">
              <a:lnSpc>
                <a:spcPct val="100000"/>
              </a:lnSpc>
              <a:spcBef>
                <a:spcPts val="600"/>
              </a:spcBef>
              <a:spcAft>
                <a:spcPts val="0"/>
              </a:spcAft>
              <a:buClr>
                <a:schemeClr val="lt1"/>
              </a:buClr>
              <a:buSzPts val="1400"/>
              <a:buNone/>
              <a:defRPr/>
            </a:lvl4pPr>
            <a:lvl5pPr indent="-228600" lvl="4" marL="2286000" algn="l">
              <a:lnSpc>
                <a:spcPct val="100000"/>
              </a:lnSpc>
              <a:spcBef>
                <a:spcPts val="6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0" name="Google Shape;320;p72"/>
          <p:cNvSpPr txBox="1"/>
          <p:nvPr>
            <p:ph idx="6" type="body"/>
          </p:nvPr>
        </p:nvSpPr>
        <p:spPr>
          <a:xfrm>
            <a:off x="3633278" y="1908766"/>
            <a:ext cx="1887300" cy="179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1" name="Google Shape;321;p72"/>
          <p:cNvSpPr txBox="1"/>
          <p:nvPr>
            <p:ph idx="7" type="body"/>
          </p:nvPr>
        </p:nvSpPr>
        <p:spPr>
          <a:xfrm>
            <a:off x="3633278" y="2088015"/>
            <a:ext cx="1887300" cy="156600"/>
          </a:xfrm>
          <a:prstGeom prst="rect">
            <a:avLst/>
          </a:prstGeom>
          <a:noFill/>
          <a:ln>
            <a:noFill/>
          </a:ln>
        </p:spPr>
        <p:txBody>
          <a:bodyPr anchorCtr="0" anchor="b" bIns="0" lIns="0" spcFirstLastPara="1" rIns="0" wrap="square" tIns="0">
            <a:noAutofit/>
          </a:bodyPr>
          <a:lstStyle>
            <a:lvl1pPr indent="-228600" lvl="0" marL="4572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2" name="Google Shape;322;p72"/>
          <p:cNvSpPr txBox="1"/>
          <p:nvPr>
            <p:ph idx="8" type="body"/>
          </p:nvPr>
        </p:nvSpPr>
        <p:spPr>
          <a:xfrm>
            <a:off x="2778732" y="2405563"/>
            <a:ext cx="690300" cy="3324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indent="-228600" lvl="1" marL="914400" algn="l">
              <a:lnSpc>
                <a:spcPct val="100000"/>
              </a:lnSpc>
              <a:spcBef>
                <a:spcPts val="600"/>
              </a:spcBef>
              <a:spcAft>
                <a:spcPts val="0"/>
              </a:spcAft>
              <a:buClr>
                <a:schemeClr val="lt1"/>
              </a:buClr>
              <a:buSzPts val="1400"/>
              <a:buNone/>
              <a:defRPr/>
            </a:lvl2pPr>
            <a:lvl3pPr indent="-228600" lvl="2" marL="1371600" algn="l">
              <a:lnSpc>
                <a:spcPct val="100000"/>
              </a:lnSpc>
              <a:spcBef>
                <a:spcPts val="600"/>
              </a:spcBef>
              <a:spcAft>
                <a:spcPts val="0"/>
              </a:spcAft>
              <a:buClr>
                <a:schemeClr val="lt1"/>
              </a:buClr>
              <a:buSzPts val="1400"/>
              <a:buNone/>
              <a:defRPr/>
            </a:lvl3pPr>
            <a:lvl4pPr indent="-228600" lvl="3" marL="1828800" algn="l">
              <a:lnSpc>
                <a:spcPct val="100000"/>
              </a:lnSpc>
              <a:spcBef>
                <a:spcPts val="600"/>
              </a:spcBef>
              <a:spcAft>
                <a:spcPts val="0"/>
              </a:spcAft>
              <a:buClr>
                <a:schemeClr val="lt1"/>
              </a:buClr>
              <a:buSzPts val="1400"/>
              <a:buNone/>
              <a:defRPr/>
            </a:lvl4pPr>
            <a:lvl5pPr indent="-228600" lvl="4" marL="2286000" algn="l">
              <a:lnSpc>
                <a:spcPct val="100000"/>
              </a:lnSpc>
              <a:spcBef>
                <a:spcPts val="6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3" name="Google Shape;323;p72"/>
          <p:cNvSpPr txBox="1"/>
          <p:nvPr>
            <p:ph idx="9" type="body"/>
          </p:nvPr>
        </p:nvSpPr>
        <p:spPr>
          <a:xfrm>
            <a:off x="3633278" y="2405563"/>
            <a:ext cx="1887300" cy="179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4" name="Google Shape;324;p72"/>
          <p:cNvSpPr txBox="1"/>
          <p:nvPr>
            <p:ph idx="13" type="body"/>
          </p:nvPr>
        </p:nvSpPr>
        <p:spPr>
          <a:xfrm>
            <a:off x="3633278" y="2584812"/>
            <a:ext cx="1887300" cy="156600"/>
          </a:xfrm>
          <a:prstGeom prst="rect">
            <a:avLst/>
          </a:prstGeom>
          <a:noFill/>
          <a:ln>
            <a:noFill/>
          </a:ln>
        </p:spPr>
        <p:txBody>
          <a:bodyPr anchorCtr="0" anchor="b" bIns="0" lIns="0" spcFirstLastPara="1" rIns="0" wrap="square" tIns="0">
            <a:noAutofit/>
          </a:bodyPr>
          <a:lstStyle>
            <a:lvl1pPr indent="-228600" lvl="0" marL="4572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5" name="Google Shape;325;p72"/>
          <p:cNvSpPr txBox="1"/>
          <p:nvPr>
            <p:ph idx="14" type="body"/>
          </p:nvPr>
        </p:nvSpPr>
        <p:spPr>
          <a:xfrm>
            <a:off x="2778732" y="2901668"/>
            <a:ext cx="690300" cy="3324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indent="-228600" lvl="1" marL="914400" algn="l">
              <a:lnSpc>
                <a:spcPct val="100000"/>
              </a:lnSpc>
              <a:spcBef>
                <a:spcPts val="600"/>
              </a:spcBef>
              <a:spcAft>
                <a:spcPts val="0"/>
              </a:spcAft>
              <a:buClr>
                <a:schemeClr val="lt1"/>
              </a:buClr>
              <a:buSzPts val="1400"/>
              <a:buNone/>
              <a:defRPr/>
            </a:lvl2pPr>
            <a:lvl3pPr indent="-228600" lvl="2" marL="1371600" algn="l">
              <a:lnSpc>
                <a:spcPct val="100000"/>
              </a:lnSpc>
              <a:spcBef>
                <a:spcPts val="600"/>
              </a:spcBef>
              <a:spcAft>
                <a:spcPts val="0"/>
              </a:spcAft>
              <a:buClr>
                <a:schemeClr val="lt1"/>
              </a:buClr>
              <a:buSzPts val="1400"/>
              <a:buNone/>
              <a:defRPr/>
            </a:lvl3pPr>
            <a:lvl4pPr indent="-228600" lvl="3" marL="1828800" algn="l">
              <a:lnSpc>
                <a:spcPct val="100000"/>
              </a:lnSpc>
              <a:spcBef>
                <a:spcPts val="600"/>
              </a:spcBef>
              <a:spcAft>
                <a:spcPts val="0"/>
              </a:spcAft>
              <a:buClr>
                <a:schemeClr val="lt1"/>
              </a:buClr>
              <a:buSzPts val="1400"/>
              <a:buNone/>
              <a:defRPr/>
            </a:lvl4pPr>
            <a:lvl5pPr indent="-228600" lvl="4" marL="2286000" algn="l">
              <a:lnSpc>
                <a:spcPct val="100000"/>
              </a:lnSpc>
              <a:spcBef>
                <a:spcPts val="6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6" name="Google Shape;326;p72"/>
          <p:cNvSpPr txBox="1"/>
          <p:nvPr>
            <p:ph idx="15" type="body"/>
          </p:nvPr>
        </p:nvSpPr>
        <p:spPr>
          <a:xfrm>
            <a:off x="3633278" y="2901453"/>
            <a:ext cx="1887300" cy="179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7" name="Google Shape;327;p72"/>
          <p:cNvSpPr txBox="1"/>
          <p:nvPr>
            <p:ph idx="16" type="body"/>
          </p:nvPr>
        </p:nvSpPr>
        <p:spPr>
          <a:xfrm>
            <a:off x="3633278" y="3080702"/>
            <a:ext cx="1887300" cy="156600"/>
          </a:xfrm>
          <a:prstGeom prst="rect">
            <a:avLst/>
          </a:prstGeom>
          <a:noFill/>
          <a:ln>
            <a:noFill/>
          </a:ln>
        </p:spPr>
        <p:txBody>
          <a:bodyPr anchorCtr="0" anchor="b" bIns="0" lIns="0" spcFirstLastPara="1" rIns="0" wrap="square" tIns="0">
            <a:noAutofit/>
          </a:bodyPr>
          <a:lstStyle>
            <a:lvl1pPr indent="-228600" lvl="0" marL="4572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8" name="Google Shape;328;p72"/>
          <p:cNvSpPr txBox="1"/>
          <p:nvPr>
            <p:ph idx="17" type="body"/>
          </p:nvPr>
        </p:nvSpPr>
        <p:spPr>
          <a:xfrm>
            <a:off x="2778732" y="3397774"/>
            <a:ext cx="690300" cy="3324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600"/>
              </a:spcBef>
              <a:spcAft>
                <a:spcPts val="0"/>
              </a:spcAft>
              <a:buClr>
                <a:schemeClr val="lt1"/>
              </a:buClr>
              <a:buSzPts val="3200"/>
              <a:buFont typeface="Arial"/>
              <a:buNone/>
              <a:defRPr sz="3200">
                <a:solidFill>
                  <a:schemeClr val="lt1"/>
                </a:solidFill>
                <a:latin typeface="Roboto"/>
                <a:ea typeface="Roboto"/>
                <a:cs typeface="Roboto"/>
                <a:sym typeface="Roboto"/>
              </a:defRPr>
            </a:lvl1pPr>
            <a:lvl2pPr indent="-228600" lvl="1" marL="914400" algn="l">
              <a:lnSpc>
                <a:spcPct val="100000"/>
              </a:lnSpc>
              <a:spcBef>
                <a:spcPts val="600"/>
              </a:spcBef>
              <a:spcAft>
                <a:spcPts val="0"/>
              </a:spcAft>
              <a:buClr>
                <a:schemeClr val="lt1"/>
              </a:buClr>
              <a:buSzPts val="1400"/>
              <a:buNone/>
              <a:defRPr/>
            </a:lvl2pPr>
            <a:lvl3pPr indent="-228600" lvl="2" marL="1371600" algn="l">
              <a:lnSpc>
                <a:spcPct val="100000"/>
              </a:lnSpc>
              <a:spcBef>
                <a:spcPts val="600"/>
              </a:spcBef>
              <a:spcAft>
                <a:spcPts val="0"/>
              </a:spcAft>
              <a:buClr>
                <a:schemeClr val="lt1"/>
              </a:buClr>
              <a:buSzPts val="1400"/>
              <a:buNone/>
              <a:defRPr/>
            </a:lvl3pPr>
            <a:lvl4pPr indent="-228600" lvl="3" marL="1828800" algn="l">
              <a:lnSpc>
                <a:spcPct val="100000"/>
              </a:lnSpc>
              <a:spcBef>
                <a:spcPts val="600"/>
              </a:spcBef>
              <a:spcAft>
                <a:spcPts val="0"/>
              </a:spcAft>
              <a:buClr>
                <a:schemeClr val="lt1"/>
              </a:buClr>
              <a:buSzPts val="1400"/>
              <a:buNone/>
              <a:defRPr/>
            </a:lvl4pPr>
            <a:lvl5pPr indent="-228600" lvl="4" marL="2286000" algn="l">
              <a:lnSpc>
                <a:spcPct val="100000"/>
              </a:lnSpc>
              <a:spcBef>
                <a:spcPts val="6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9" name="Google Shape;329;p72"/>
          <p:cNvSpPr txBox="1"/>
          <p:nvPr>
            <p:ph idx="18" type="body"/>
          </p:nvPr>
        </p:nvSpPr>
        <p:spPr>
          <a:xfrm>
            <a:off x="3633278" y="3397774"/>
            <a:ext cx="1887300" cy="179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600"/>
              </a:spcBef>
              <a:spcAft>
                <a:spcPts val="0"/>
              </a:spcAft>
              <a:buClr>
                <a:schemeClr val="lt1"/>
              </a:buClr>
              <a:buSzPts val="1200"/>
              <a:buFont typeface="Arial"/>
              <a:buNone/>
              <a:defRPr sz="1200">
                <a:solidFill>
                  <a:schemeClr val="lt1"/>
                </a:solidFill>
                <a:latin typeface="Roboto Medium"/>
                <a:ea typeface="Roboto Medium"/>
                <a:cs typeface="Roboto Medium"/>
                <a:sym typeface="Roboto Medium"/>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0" name="Google Shape;330;p72"/>
          <p:cNvSpPr txBox="1"/>
          <p:nvPr>
            <p:ph idx="19" type="body"/>
          </p:nvPr>
        </p:nvSpPr>
        <p:spPr>
          <a:xfrm>
            <a:off x="3633278" y="3577023"/>
            <a:ext cx="1887300" cy="156600"/>
          </a:xfrm>
          <a:prstGeom prst="rect">
            <a:avLst/>
          </a:prstGeom>
          <a:noFill/>
          <a:ln>
            <a:noFill/>
          </a:ln>
        </p:spPr>
        <p:txBody>
          <a:bodyPr anchorCtr="0" anchor="b" bIns="0" lIns="0" spcFirstLastPara="1" rIns="0" wrap="square" tIns="0">
            <a:noAutofit/>
          </a:bodyPr>
          <a:lstStyle>
            <a:lvl1pPr indent="-228600" lvl="0" marL="457200" algn="r">
              <a:lnSpc>
                <a:spcPct val="100000"/>
              </a:lnSpc>
              <a:spcBef>
                <a:spcPts val="600"/>
              </a:spcBef>
              <a:spcAft>
                <a:spcPts val="0"/>
              </a:spcAft>
              <a:buClr>
                <a:schemeClr val="lt1"/>
              </a:buClr>
              <a:buSzPts val="900"/>
              <a:buFont typeface="Arial"/>
              <a:buNone/>
              <a:defRPr sz="900">
                <a:solidFill>
                  <a:schemeClr val="lt1"/>
                </a:solidFill>
                <a:latin typeface="Roboto Light"/>
                <a:ea typeface="Roboto Light"/>
                <a:cs typeface="Roboto Light"/>
                <a:sym typeface="Roboto Light"/>
              </a:defRPr>
            </a:lvl1pPr>
            <a:lvl2pPr indent="-228600" lvl="1" marL="914400" algn="l">
              <a:lnSpc>
                <a:spcPct val="100000"/>
              </a:lnSpc>
              <a:spcBef>
                <a:spcPts val="600"/>
              </a:spcBef>
              <a:spcAft>
                <a:spcPts val="0"/>
              </a:spcAft>
              <a:buClr>
                <a:schemeClr val="lt1"/>
              </a:buClr>
              <a:buSzPts val="1100"/>
              <a:buNone/>
              <a:defRPr sz="1100">
                <a:solidFill>
                  <a:schemeClr val="lt1"/>
                </a:solidFill>
              </a:defRPr>
            </a:lvl2pPr>
            <a:lvl3pPr indent="-228600" lvl="2" marL="1371600" algn="l">
              <a:lnSpc>
                <a:spcPct val="100000"/>
              </a:lnSpc>
              <a:spcBef>
                <a:spcPts val="600"/>
              </a:spcBef>
              <a:spcAft>
                <a:spcPts val="0"/>
              </a:spcAft>
              <a:buClr>
                <a:schemeClr val="lt1"/>
              </a:buClr>
              <a:buSzPts val="1100"/>
              <a:buNone/>
              <a:defRPr sz="1100">
                <a:solidFill>
                  <a:schemeClr val="lt1"/>
                </a:solidFill>
              </a:defRPr>
            </a:lvl3pPr>
            <a:lvl4pPr indent="-228600" lvl="3" marL="1828800" algn="l">
              <a:lnSpc>
                <a:spcPct val="100000"/>
              </a:lnSpc>
              <a:spcBef>
                <a:spcPts val="600"/>
              </a:spcBef>
              <a:spcAft>
                <a:spcPts val="0"/>
              </a:spcAft>
              <a:buClr>
                <a:schemeClr val="lt1"/>
              </a:buClr>
              <a:buSzPts val="1100"/>
              <a:buNone/>
              <a:defRPr sz="1100">
                <a:solidFill>
                  <a:schemeClr val="lt1"/>
                </a:solidFill>
              </a:defRPr>
            </a:lvl4pPr>
            <a:lvl5pPr indent="-228600" lvl="4" marL="2286000" algn="l">
              <a:lnSpc>
                <a:spcPct val="100000"/>
              </a:lnSpc>
              <a:spcBef>
                <a:spcPts val="600"/>
              </a:spcBef>
              <a:spcAft>
                <a:spcPts val="0"/>
              </a:spcAft>
              <a:buClr>
                <a:schemeClr val="lt1"/>
              </a:buClr>
              <a:buSzPts val="1100"/>
              <a:buNone/>
              <a:defRPr sz="11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331" name="Shape 331"/>
        <p:cNvGrpSpPr/>
        <p:nvPr/>
      </p:nvGrpSpPr>
      <p:grpSpPr>
        <a:xfrm>
          <a:off x="0" y="0"/>
          <a:ext cx="0" cy="0"/>
          <a:chOff x="0" y="0"/>
          <a:chExt cx="0" cy="0"/>
        </a:xfrm>
      </p:grpSpPr>
      <p:sp>
        <p:nvSpPr>
          <p:cNvPr id="332" name="Google Shape;332;p7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33" name="Google Shape;333;p7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34" name="Google Shape;334;p73"/>
          <p:cNvSpPr txBox="1"/>
          <p:nvPr>
            <p:ph idx="12" type="sldNum"/>
          </p:nvPr>
        </p:nvSpPr>
        <p:spPr>
          <a:xfrm>
            <a:off x="6583680" y="4783455"/>
            <a:ext cx="2103000" cy="1848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Roboto Light"/>
                <a:ea typeface="Roboto Light"/>
                <a:cs typeface="Roboto Light"/>
                <a:sym typeface="Roboto Light"/>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Roboto Light"/>
                <a:ea typeface="Roboto Light"/>
                <a:cs typeface="Roboto Light"/>
                <a:sym typeface="Roboto Light"/>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Roboto Light"/>
                <a:ea typeface="Roboto Light"/>
                <a:cs typeface="Roboto Light"/>
                <a:sym typeface="Roboto Light"/>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Roboto Light"/>
                <a:ea typeface="Roboto Light"/>
                <a:cs typeface="Roboto Light"/>
                <a:sym typeface="Roboto Light"/>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Roboto Light"/>
                <a:ea typeface="Roboto Light"/>
                <a:cs typeface="Roboto Light"/>
                <a:sym typeface="Roboto Light"/>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Roboto Light"/>
                <a:ea typeface="Roboto Light"/>
                <a:cs typeface="Roboto Light"/>
                <a:sym typeface="Roboto Light"/>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Roboto Light"/>
                <a:ea typeface="Roboto Light"/>
                <a:cs typeface="Roboto Light"/>
                <a:sym typeface="Roboto Light"/>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Roboto Light"/>
                <a:ea typeface="Roboto Light"/>
                <a:cs typeface="Roboto Light"/>
                <a:sym typeface="Roboto Light"/>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solidFill>
                <a:schemeClr val="accent1"/>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335" name="Shape 335"/>
        <p:cNvGrpSpPr/>
        <p:nvPr/>
      </p:nvGrpSpPr>
      <p:grpSpPr>
        <a:xfrm>
          <a:off x="0" y="0"/>
          <a:ext cx="0" cy="0"/>
          <a:chOff x="0" y="0"/>
          <a:chExt cx="0" cy="0"/>
        </a:xfrm>
      </p:grpSpPr>
      <p:sp>
        <p:nvSpPr>
          <p:cNvPr id="336" name="Google Shape;336;p74"/>
          <p:cNvSpPr txBox="1"/>
          <p:nvPr>
            <p:ph idx="12" type="sldNum"/>
          </p:nvPr>
        </p:nvSpPr>
        <p:spPr>
          <a:xfrm>
            <a:off x="194950" y="4962000"/>
            <a:ext cx="720000" cy="1800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A5A5A5"/>
                </a:solidFill>
                <a:latin typeface="Avenir"/>
                <a:ea typeface="Avenir"/>
                <a:cs typeface="Avenir"/>
                <a:sym typeface="Avenir"/>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A5A5A5"/>
                </a:solidFill>
                <a:latin typeface="Avenir"/>
                <a:ea typeface="Avenir"/>
                <a:cs typeface="Avenir"/>
                <a:sym typeface="Avenir"/>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A5A5A5"/>
                </a:solidFill>
                <a:latin typeface="Avenir"/>
                <a:ea typeface="Avenir"/>
                <a:cs typeface="Avenir"/>
                <a:sym typeface="Avenir"/>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A5A5A5"/>
                </a:solidFill>
                <a:latin typeface="Avenir"/>
                <a:ea typeface="Avenir"/>
                <a:cs typeface="Avenir"/>
                <a:sym typeface="Avenir"/>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A5A5A5"/>
                </a:solidFill>
                <a:latin typeface="Avenir"/>
                <a:ea typeface="Avenir"/>
                <a:cs typeface="Avenir"/>
                <a:sym typeface="Avenir"/>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A5A5A5"/>
                </a:solidFill>
                <a:latin typeface="Avenir"/>
                <a:ea typeface="Avenir"/>
                <a:cs typeface="Avenir"/>
                <a:sym typeface="Avenir"/>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A5A5A5"/>
                </a:solidFill>
                <a:latin typeface="Avenir"/>
                <a:ea typeface="Avenir"/>
                <a:cs typeface="Avenir"/>
                <a:sym typeface="Avenir"/>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A5A5A5"/>
                </a:solidFill>
                <a:latin typeface="Avenir"/>
                <a:ea typeface="Avenir"/>
                <a:cs typeface="Avenir"/>
                <a:sym typeface="Avenir"/>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A5A5A5"/>
                </a:solidFill>
                <a:latin typeface="Avenir"/>
                <a:ea typeface="Avenir"/>
                <a:cs typeface="Avenir"/>
                <a:sym typeface="Avenir"/>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337" name="Google Shape;337;p74"/>
          <p:cNvSpPr/>
          <p:nvPr/>
        </p:nvSpPr>
        <p:spPr>
          <a:xfrm>
            <a:off x="8006576" y="141249"/>
            <a:ext cx="973800" cy="869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hart">
  <p:cSld name="Title with chart">
    <p:spTree>
      <p:nvGrpSpPr>
        <p:cNvPr id="338" name="Shape 338"/>
        <p:cNvGrpSpPr/>
        <p:nvPr/>
      </p:nvGrpSpPr>
      <p:grpSpPr>
        <a:xfrm>
          <a:off x="0" y="0"/>
          <a:ext cx="0" cy="0"/>
          <a:chOff x="0" y="0"/>
          <a:chExt cx="0" cy="0"/>
        </a:xfrm>
      </p:grpSpPr>
      <p:sp>
        <p:nvSpPr>
          <p:cNvPr id="339" name="Google Shape;339;p75"/>
          <p:cNvSpPr txBox="1"/>
          <p:nvPr>
            <p:ph idx="1" type="body"/>
          </p:nvPr>
        </p:nvSpPr>
        <p:spPr>
          <a:xfrm>
            <a:off x="252000" y="1440001"/>
            <a:ext cx="2736000" cy="1080000"/>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0"/>
              </a:spcBef>
              <a:spcAft>
                <a:spcPts val="0"/>
              </a:spcAft>
              <a:buClr>
                <a:schemeClr val="dk1"/>
              </a:buClr>
              <a:buSzPts val="1200"/>
              <a:buNone/>
              <a:defRPr sz="1200"/>
            </a:lvl1pPr>
            <a:lvl2pPr indent="-228600" lvl="1" marL="914400" algn="l">
              <a:lnSpc>
                <a:spcPct val="95000"/>
              </a:lnSpc>
              <a:spcBef>
                <a:spcPts val="0"/>
              </a:spcBef>
              <a:spcAft>
                <a:spcPts val="0"/>
              </a:spcAft>
              <a:buClr>
                <a:schemeClr val="dk1"/>
              </a:buClr>
              <a:buSzPts val="1050"/>
              <a:buNone/>
              <a:defRPr sz="1050"/>
            </a:lvl2pPr>
            <a:lvl3pPr indent="-228600" lvl="2" marL="1371600" algn="l">
              <a:lnSpc>
                <a:spcPct val="95000"/>
              </a:lnSpc>
              <a:spcBef>
                <a:spcPts val="0"/>
              </a:spcBef>
              <a:spcAft>
                <a:spcPts val="0"/>
              </a:spcAft>
              <a:buClr>
                <a:schemeClr val="dk1"/>
              </a:buClr>
              <a:buSzPts val="900"/>
              <a:buNone/>
              <a:defRPr sz="900"/>
            </a:lvl3pPr>
            <a:lvl4pPr indent="-228600" lvl="3" marL="1828800" algn="l">
              <a:lnSpc>
                <a:spcPct val="95000"/>
              </a:lnSpc>
              <a:spcBef>
                <a:spcPts val="0"/>
              </a:spcBef>
              <a:spcAft>
                <a:spcPts val="0"/>
              </a:spcAft>
              <a:buClr>
                <a:schemeClr val="dk1"/>
              </a:buClr>
              <a:buSzPts val="750"/>
              <a:buNone/>
              <a:defRPr sz="750"/>
            </a:lvl4pPr>
            <a:lvl5pPr indent="-228600" lvl="4" marL="2286000" algn="l">
              <a:lnSpc>
                <a:spcPct val="95000"/>
              </a:lnSpc>
              <a:spcBef>
                <a:spcPts val="0"/>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340" name="Google Shape;340;p75"/>
          <p:cNvSpPr txBox="1"/>
          <p:nvPr>
            <p:ph idx="12" type="sldNum"/>
          </p:nvPr>
        </p:nvSpPr>
        <p:spPr>
          <a:xfrm>
            <a:off x="194950" y="4962000"/>
            <a:ext cx="720000" cy="180000"/>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341" name="Google Shape;341;p75"/>
          <p:cNvSpPr txBox="1"/>
          <p:nvPr>
            <p:ph type="title"/>
          </p:nvPr>
        </p:nvSpPr>
        <p:spPr>
          <a:xfrm>
            <a:off x="252000" y="198000"/>
            <a:ext cx="6480000" cy="864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2" name="Google Shape;342;p75"/>
          <p:cNvSpPr txBox="1"/>
          <p:nvPr>
            <p:ph idx="2" type="body"/>
          </p:nvPr>
        </p:nvSpPr>
        <p:spPr>
          <a:xfrm>
            <a:off x="3132000" y="1440001"/>
            <a:ext cx="5760000" cy="3227700"/>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0"/>
              </a:spcBef>
              <a:spcAft>
                <a:spcPts val="0"/>
              </a:spcAft>
              <a:buClr>
                <a:schemeClr val="dk1"/>
              </a:buClr>
              <a:buSzPts val="1300"/>
              <a:buFont typeface="Avenir"/>
              <a:buNone/>
              <a:defRPr/>
            </a:lvl1pPr>
            <a:lvl2pPr indent="-342900" lvl="1" marL="914400" algn="l">
              <a:lnSpc>
                <a:spcPct val="95000"/>
              </a:lnSpc>
              <a:spcBef>
                <a:spcPts val="0"/>
              </a:spcBef>
              <a:spcAft>
                <a:spcPts val="0"/>
              </a:spcAft>
              <a:buClr>
                <a:schemeClr val="dk1"/>
              </a:buClr>
              <a:buSzPts val="1800"/>
              <a:buChar char="•"/>
              <a:defRPr/>
            </a:lvl2pPr>
            <a:lvl3pPr indent="-342900" lvl="2" marL="1371600" algn="l">
              <a:lnSpc>
                <a:spcPct val="95000"/>
              </a:lnSpc>
              <a:spcBef>
                <a:spcPts val="0"/>
              </a:spcBef>
              <a:spcAft>
                <a:spcPts val="0"/>
              </a:spcAft>
              <a:buClr>
                <a:schemeClr val="dk1"/>
              </a:buClr>
              <a:buSzPts val="1800"/>
              <a:buChar char="•"/>
              <a:defRPr/>
            </a:lvl3pPr>
            <a:lvl4pPr indent="-342900" lvl="3" marL="1828800" algn="l">
              <a:lnSpc>
                <a:spcPct val="95000"/>
              </a:lnSpc>
              <a:spcBef>
                <a:spcPts val="0"/>
              </a:spcBef>
              <a:spcAft>
                <a:spcPts val="0"/>
              </a:spcAft>
              <a:buClr>
                <a:schemeClr val="dk1"/>
              </a:buClr>
              <a:buSzPts val="1800"/>
              <a:buChar char="•"/>
              <a:defRPr/>
            </a:lvl4pPr>
            <a:lvl5pPr indent="-342900" lvl="4" marL="2286000" algn="l">
              <a:lnSpc>
                <a:spcPct val="95000"/>
              </a:lnSpc>
              <a:spcBef>
                <a:spcPts val="0"/>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43" name="Google Shape;343;p75"/>
          <p:cNvSpPr txBox="1"/>
          <p:nvPr>
            <p:ph idx="3" type="body"/>
          </p:nvPr>
        </p:nvSpPr>
        <p:spPr>
          <a:xfrm>
            <a:off x="252000" y="3407025"/>
            <a:ext cx="2736000" cy="1080000"/>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0"/>
              </a:spcBef>
              <a:spcAft>
                <a:spcPts val="0"/>
              </a:spcAft>
              <a:buClr>
                <a:schemeClr val="dk1"/>
              </a:buClr>
              <a:buSzPts val="1200"/>
              <a:buNone/>
              <a:defRPr sz="1200"/>
            </a:lvl1pPr>
            <a:lvl2pPr indent="-228600" lvl="1" marL="914400" algn="l">
              <a:lnSpc>
                <a:spcPct val="95000"/>
              </a:lnSpc>
              <a:spcBef>
                <a:spcPts val="0"/>
              </a:spcBef>
              <a:spcAft>
                <a:spcPts val="0"/>
              </a:spcAft>
              <a:buClr>
                <a:schemeClr val="dk1"/>
              </a:buClr>
              <a:buSzPts val="1050"/>
              <a:buNone/>
              <a:defRPr sz="1050"/>
            </a:lvl2pPr>
            <a:lvl3pPr indent="-228600" lvl="2" marL="1371600" algn="l">
              <a:lnSpc>
                <a:spcPct val="95000"/>
              </a:lnSpc>
              <a:spcBef>
                <a:spcPts val="0"/>
              </a:spcBef>
              <a:spcAft>
                <a:spcPts val="0"/>
              </a:spcAft>
              <a:buClr>
                <a:schemeClr val="dk1"/>
              </a:buClr>
              <a:buSzPts val="900"/>
              <a:buNone/>
              <a:defRPr sz="900"/>
            </a:lvl3pPr>
            <a:lvl4pPr indent="-228600" lvl="3" marL="1828800" algn="l">
              <a:lnSpc>
                <a:spcPct val="95000"/>
              </a:lnSpc>
              <a:spcBef>
                <a:spcPts val="0"/>
              </a:spcBef>
              <a:spcAft>
                <a:spcPts val="0"/>
              </a:spcAft>
              <a:buClr>
                <a:schemeClr val="dk1"/>
              </a:buClr>
              <a:buSzPts val="750"/>
              <a:buNone/>
              <a:defRPr sz="750"/>
            </a:lvl4pPr>
            <a:lvl5pPr indent="-228600" lvl="4" marL="2286000" algn="l">
              <a:lnSpc>
                <a:spcPct val="95000"/>
              </a:lnSpc>
              <a:spcBef>
                <a:spcPts val="0"/>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type="obj">
  <p:cSld name="OBJECT">
    <p:spTree>
      <p:nvGrpSpPr>
        <p:cNvPr id="344" name="Shape 34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p:cSld name="4_Title">
    <p:spTree>
      <p:nvGrpSpPr>
        <p:cNvPr id="345" name="Shape 345"/>
        <p:cNvGrpSpPr/>
        <p:nvPr/>
      </p:nvGrpSpPr>
      <p:grpSpPr>
        <a:xfrm>
          <a:off x="0" y="0"/>
          <a:ext cx="0" cy="0"/>
          <a:chOff x="0" y="0"/>
          <a:chExt cx="0" cy="0"/>
        </a:xfrm>
      </p:grpSpPr>
      <p:sp>
        <p:nvSpPr>
          <p:cNvPr id="346" name="Google Shape;346;p77"/>
          <p:cNvSpPr txBox="1"/>
          <p:nvPr>
            <p:ph type="title"/>
          </p:nvPr>
        </p:nvSpPr>
        <p:spPr>
          <a:xfrm>
            <a:off x="450000" y="830619"/>
            <a:ext cx="8244000" cy="372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0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7" name="Google Shape;347;p77"/>
          <p:cNvSpPr txBox="1"/>
          <p:nvPr>
            <p:ph idx="11" type="ftr"/>
          </p:nvPr>
        </p:nvSpPr>
        <p:spPr>
          <a:xfrm>
            <a:off x="144066" y="146385"/>
            <a:ext cx="6912600" cy="1080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100"/>
              <a:buFont typeface="Arial"/>
              <a:buNone/>
              <a:defRPr b="0" i="0" sz="700" u="none" cap="none" strike="noStrike">
                <a:solidFill>
                  <a:srgbClr val="40404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theme" Target="../theme/theme1.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1"/>
          <p:cNvSpPr txBox="1"/>
          <p:nvPr>
            <p:ph type="title"/>
          </p:nvPr>
        </p:nvSpPr>
        <p:spPr>
          <a:xfrm>
            <a:off x="468314" y="366713"/>
            <a:ext cx="8207400" cy="2880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accent1"/>
              </a:buClr>
              <a:buSzPts val="2600"/>
              <a:buFont typeface="Roboto Light"/>
              <a:buNone/>
              <a:defRPr b="0" i="0" sz="2600" u="none" cap="none" strike="noStrike">
                <a:solidFill>
                  <a:schemeClr val="accent1"/>
                </a:solidFill>
                <a:latin typeface="Roboto Light"/>
                <a:ea typeface="Roboto Light"/>
                <a:cs typeface="Roboto Light"/>
                <a:sym typeface="Roboto Ligh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1"/>
          <p:cNvSpPr txBox="1"/>
          <p:nvPr>
            <p:ph idx="1" type="body"/>
          </p:nvPr>
        </p:nvSpPr>
        <p:spPr>
          <a:xfrm>
            <a:off x="468313" y="906717"/>
            <a:ext cx="8207400" cy="35652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600"/>
              </a:spcBef>
              <a:spcAft>
                <a:spcPts val="0"/>
              </a:spcAft>
              <a:buClr>
                <a:schemeClr val="dk1"/>
              </a:buClr>
              <a:buSzPts val="1200"/>
              <a:buFont typeface="Arial"/>
              <a:buNone/>
              <a:defRPr b="0" i="0" sz="1200" u="none" cap="none" strike="noStrike">
                <a:solidFill>
                  <a:schemeClr val="dk1"/>
                </a:solidFill>
                <a:latin typeface="Roboto Light"/>
                <a:ea typeface="Roboto Light"/>
                <a:cs typeface="Roboto Light"/>
                <a:sym typeface="Roboto Light"/>
              </a:defRPr>
            </a:lvl1pPr>
            <a:lvl2pPr indent="-304800" lvl="1" marL="914400" marR="0" rtl="0" algn="l">
              <a:lnSpc>
                <a:spcPct val="100000"/>
              </a:lnSpc>
              <a:spcBef>
                <a:spcPts val="600"/>
              </a:spcBef>
              <a:spcAft>
                <a:spcPts val="0"/>
              </a:spcAft>
              <a:buClr>
                <a:schemeClr val="dk1"/>
              </a:buClr>
              <a:buSzPts val="1200"/>
              <a:buFont typeface="Arial"/>
              <a:buChar char="•"/>
              <a:defRPr b="0" i="0" sz="1200" u="none" cap="none" strike="noStrike">
                <a:solidFill>
                  <a:schemeClr val="dk1"/>
                </a:solidFill>
                <a:latin typeface="Roboto Light"/>
                <a:ea typeface="Roboto Light"/>
                <a:cs typeface="Roboto Light"/>
                <a:sym typeface="Roboto Light"/>
              </a:defRPr>
            </a:lvl2pPr>
            <a:lvl3pPr indent="-304800" lvl="2" marL="1371600" marR="0" rtl="0" algn="l">
              <a:lnSpc>
                <a:spcPct val="100000"/>
              </a:lnSpc>
              <a:spcBef>
                <a:spcPts val="600"/>
              </a:spcBef>
              <a:spcAft>
                <a:spcPts val="0"/>
              </a:spcAft>
              <a:buClr>
                <a:schemeClr val="dk1"/>
              </a:buClr>
              <a:buSzPts val="1200"/>
              <a:buFont typeface="Arial"/>
              <a:buChar char="•"/>
              <a:defRPr b="0" i="0" sz="1200" u="none" cap="none" strike="noStrike">
                <a:solidFill>
                  <a:schemeClr val="dk1"/>
                </a:solidFill>
                <a:latin typeface="Roboto Light"/>
                <a:ea typeface="Roboto Light"/>
                <a:cs typeface="Roboto Light"/>
                <a:sym typeface="Roboto Light"/>
              </a:defRPr>
            </a:lvl3pPr>
            <a:lvl4pPr indent="-304800" lvl="3" marL="1828800" marR="0" rtl="0" algn="l">
              <a:lnSpc>
                <a:spcPct val="100000"/>
              </a:lnSpc>
              <a:spcBef>
                <a:spcPts val="600"/>
              </a:spcBef>
              <a:spcAft>
                <a:spcPts val="0"/>
              </a:spcAft>
              <a:buClr>
                <a:schemeClr val="dk1"/>
              </a:buClr>
              <a:buSzPts val="1200"/>
              <a:buFont typeface="Arial"/>
              <a:buChar char="•"/>
              <a:defRPr b="0" i="0" sz="1200" u="none" cap="none" strike="noStrike">
                <a:solidFill>
                  <a:schemeClr val="dk1"/>
                </a:solidFill>
                <a:latin typeface="Roboto Light"/>
                <a:ea typeface="Roboto Light"/>
                <a:cs typeface="Roboto Light"/>
                <a:sym typeface="Roboto Light"/>
              </a:defRPr>
            </a:lvl4pPr>
            <a:lvl5pPr indent="-304800" lvl="4" marL="2286000" marR="0" rtl="0" algn="l">
              <a:lnSpc>
                <a:spcPct val="100000"/>
              </a:lnSpc>
              <a:spcBef>
                <a:spcPts val="600"/>
              </a:spcBef>
              <a:spcAft>
                <a:spcPts val="0"/>
              </a:spcAft>
              <a:buClr>
                <a:schemeClr val="dk1"/>
              </a:buClr>
              <a:buSzPts val="1200"/>
              <a:buFont typeface="Arial"/>
              <a:buChar char="•"/>
              <a:defRPr b="0" i="0" sz="1200" u="none" cap="none" strike="noStrike">
                <a:solidFill>
                  <a:schemeClr val="dk1"/>
                </a:solidFill>
                <a:latin typeface="Roboto Light"/>
                <a:ea typeface="Roboto Light"/>
                <a:cs typeface="Roboto Light"/>
                <a:sym typeface="Roboto Light"/>
              </a:defRPr>
            </a:lvl5pPr>
            <a:lvl6pPr indent="-304800" lvl="5" marL="27432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Roboto Light"/>
                <a:ea typeface="Roboto Light"/>
                <a:cs typeface="Roboto Light"/>
                <a:sym typeface="Roboto Light"/>
              </a:defRPr>
            </a:lvl6pPr>
            <a:lvl7pPr indent="-304800" lvl="6" marL="32004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Roboto Light"/>
                <a:ea typeface="Roboto Light"/>
                <a:cs typeface="Roboto Light"/>
                <a:sym typeface="Roboto Light"/>
              </a:defRPr>
            </a:lvl7pPr>
            <a:lvl8pPr indent="-304800" lvl="7" marL="36576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Roboto Light"/>
                <a:ea typeface="Roboto Light"/>
                <a:cs typeface="Roboto Light"/>
                <a:sym typeface="Roboto Light"/>
              </a:defRPr>
            </a:lvl8pPr>
            <a:lvl9pPr indent="-304800" lvl="8" marL="4114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Roboto Light"/>
                <a:ea typeface="Roboto Light"/>
                <a:cs typeface="Roboto Light"/>
                <a:sym typeface="Roboto Light"/>
              </a:defRPr>
            </a:lvl9pPr>
          </a:lstStyle>
          <a:p/>
        </p:txBody>
      </p:sp>
      <p:sp>
        <p:nvSpPr>
          <p:cNvPr id="8" name="Google Shape;8;p51"/>
          <p:cNvSpPr txBox="1"/>
          <p:nvPr>
            <p:ph idx="12" type="sldNum"/>
          </p:nvPr>
        </p:nvSpPr>
        <p:spPr>
          <a:xfrm>
            <a:off x="468314" y="4728125"/>
            <a:ext cx="412800" cy="148800"/>
          </a:xfrm>
          <a:prstGeom prst="rect">
            <a:avLst/>
          </a:prstGeom>
          <a:noFill/>
          <a:ln>
            <a:noFill/>
          </a:ln>
        </p:spPr>
        <p:txBody>
          <a:bodyPr anchorCtr="0" anchor="ctr" bIns="0" lIns="0" spcFirstLastPara="1" rIns="0" wrap="square" tIns="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accent1"/>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US"/>
              <a:t>‹#›</a:t>
            </a:fld>
            <a:endParaRPr/>
          </a:p>
        </p:txBody>
      </p:sp>
      <p:pic>
        <p:nvPicPr>
          <p:cNvPr id="9" name="Google Shape;9;p51"/>
          <p:cNvPicPr preferRelativeResize="0"/>
          <p:nvPr/>
        </p:nvPicPr>
        <p:blipFill rotWithShape="1">
          <a:blip r:embed="rId1">
            <a:alphaModFix/>
          </a:blip>
          <a:srcRect b="0" l="0" r="0" t="0"/>
          <a:stretch/>
        </p:blipFill>
        <p:spPr>
          <a:xfrm>
            <a:off x="7779464" y="4728124"/>
            <a:ext cx="896225" cy="148675"/>
          </a:xfrm>
          <a:prstGeom prst="rect">
            <a:avLst/>
          </a:prstGeom>
          <a:noFill/>
          <a:ln>
            <a:noFill/>
          </a:ln>
        </p:spPr>
      </p:pic>
      <p:grpSp>
        <p:nvGrpSpPr>
          <p:cNvPr id="10" name="Google Shape;10;p51"/>
          <p:cNvGrpSpPr/>
          <p:nvPr/>
        </p:nvGrpSpPr>
        <p:grpSpPr>
          <a:xfrm>
            <a:off x="7501620" y="198159"/>
            <a:ext cx="1382548" cy="415806"/>
            <a:chOff x="1427489" y="1720305"/>
            <a:chExt cx="1929047" cy="618207"/>
          </a:xfrm>
        </p:grpSpPr>
        <p:sp>
          <p:nvSpPr>
            <p:cNvPr id="11" name="Google Shape;11;p51"/>
            <p:cNvSpPr/>
            <p:nvPr/>
          </p:nvSpPr>
          <p:spPr>
            <a:xfrm>
              <a:off x="1427489"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10112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51"/>
            <p:cNvSpPr/>
            <p:nvPr/>
          </p:nvSpPr>
          <p:spPr>
            <a:xfrm>
              <a:off x="1716551"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10112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1"/>
            <p:cNvSpPr/>
            <p:nvPr/>
          </p:nvSpPr>
          <p:spPr>
            <a:xfrm>
              <a:off x="1934822"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10112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51"/>
            <p:cNvSpPr/>
            <p:nvPr/>
          </p:nvSpPr>
          <p:spPr>
            <a:xfrm>
              <a:off x="2268550"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10112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51"/>
            <p:cNvSpPr/>
            <p:nvPr/>
          </p:nvSpPr>
          <p:spPr>
            <a:xfrm>
              <a:off x="2558455"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10112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51"/>
            <p:cNvSpPr/>
            <p:nvPr/>
          </p:nvSpPr>
          <p:spPr>
            <a:xfrm>
              <a:off x="3077587"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51"/>
            <p:cNvSpPr/>
            <p:nvPr/>
          </p:nvSpPr>
          <p:spPr>
            <a:xfrm>
              <a:off x="3077587"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51"/>
            <p:cNvSpPr/>
            <p:nvPr/>
          </p:nvSpPr>
          <p:spPr>
            <a:xfrm rot="10800000">
              <a:off x="2838247"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51"/>
            <p:cNvSpPr/>
            <p:nvPr/>
          </p:nvSpPr>
          <p:spPr>
            <a:xfrm rot="10800000">
              <a:off x="3064103"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51"/>
            <p:cNvSpPr/>
            <p:nvPr/>
          </p:nvSpPr>
          <p:spPr>
            <a:xfrm>
              <a:off x="3039664"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51"/>
            <p:cNvSpPr/>
            <p:nvPr/>
          </p:nvSpPr>
          <p:spPr>
            <a:xfrm>
              <a:off x="2885441"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1"/>
            <p:cNvSpPr/>
            <p:nvPr/>
          </p:nvSpPr>
          <p:spPr>
            <a:xfrm>
              <a:off x="2885441"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51"/>
            <p:cNvSpPr/>
            <p:nvPr/>
          </p:nvSpPr>
          <p:spPr>
            <a:xfrm>
              <a:off x="3116354"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95">
          <p15:clr>
            <a:srgbClr val="A4A3A4"/>
          </p15:clr>
        </p15:guide>
        <p15:guide id="2" pos="5465">
          <p15:clr>
            <a:srgbClr val="A4A3A4"/>
          </p15:clr>
        </p15:guide>
        <p15:guide id="3">
          <p15:clr>
            <a:srgbClr val="F26B43"/>
          </p15:clr>
        </p15:guide>
        <p15:guide id="4" pos="5760">
          <p15:clr>
            <a:srgbClr val="F26B43"/>
          </p15:clr>
        </p15:guide>
        <p15:guide id="5" orient="horz" pos="3072">
          <p15:clr>
            <a:srgbClr val="A4A3A4"/>
          </p15:clr>
        </p15:guide>
        <p15:guide id="6" orient="horz" pos="327">
          <p15:clr>
            <a:srgbClr val="A4A3A4"/>
          </p15:clr>
        </p15:guide>
        <p15:guide id="7" orient="horz" pos="2913">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0.jp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hyperlink" Target="http://1.g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45.png"/><Relationship Id="rId4" Type="http://schemas.openxmlformats.org/officeDocument/2006/relationships/image" Target="../media/image43.png"/><Relationship Id="rId5"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41.png"/><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41.png"/><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36.png"/><Relationship Id="rId4" Type="http://schemas.openxmlformats.org/officeDocument/2006/relationships/image" Target="../media/image49.png"/><Relationship Id="rId5"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41.pn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41.png"/><Relationship Id="rId4" Type="http://schemas.openxmlformats.org/officeDocument/2006/relationships/image" Target="../media/image6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0.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5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20.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41.png"/><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70.pn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28.png"/><Relationship Id="rId4" Type="http://schemas.openxmlformats.org/officeDocument/2006/relationships/image" Target="../media/image6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28.png"/><Relationship Id="rId4"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70.png"/><Relationship Id="rId4" Type="http://schemas.openxmlformats.org/officeDocument/2006/relationships/image" Target="../media/image5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2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 Id="rId3" Type="http://schemas.openxmlformats.org/officeDocument/2006/relationships/image" Target="../media/image6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70.png"/><Relationship Id="rId4" Type="http://schemas.openxmlformats.org/officeDocument/2006/relationships/image" Target="../media/image5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70.png"/><Relationship Id="rId4" Type="http://schemas.openxmlformats.org/officeDocument/2006/relationships/image" Target="../media/image63.png"/><Relationship Id="rId5" Type="http://schemas.openxmlformats.org/officeDocument/2006/relationships/image" Target="../media/image5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20.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5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 Id="rId3" Type="http://schemas.openxmlformats.org/officeDocument/2006/relationships/image" Target="../media/image66.png"/><Relationship Id="rId4" Type="http://schemas.openxmlformats.org/officeDocument/2006/relationships/image" Target="../media/image6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20.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3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 Id="rId3" Type="http://schemas.openxmlformats.org/officeDocument/2006/relationships/image" Target="../media/image58.png"/><Relationship Id="rId4" Type="http://schemas.openxmlformats.org/officeDocument/2006/relationships/image" Target="../media/image77.png"/><Relationship Id="rId9" Type="http://schemas.openxmlformats.org/officeDocument/2006/relationships/image" Target="../media/image64.png"/><Relationship Id="rId5" Type="http://schemas.openxmlformats.org/officeDocument/2006/relationships/image" Target="../media/image72.png"/><Relationship Id="rId6" Type="http://schemas.openxmlformats.org/officeDocument/2006/relationships/image" Target="../media/image67.png"/><Relationship Id="rId7" Type="http://schemas.openxmlformats.org/officeDocument/2006/relationships/image" Target="../media/image71.png"/><Relationship Id="rId8" Type="http://schemas.openxmlformats.org/officeDocument/2006/relationships/image" Target="../media/image89.png"/><Relationship Id="rId11" Type="http://schemas.openxmlformats.org/officeDocument/2006/relationships/image" Target="../media/image88.png"/><Relationship Id="rId10" Type="http://schemas.openxmlformats.org/officeDocument/2006/relationships/image" Target="../media/image75.png"/><Relationship Id="rId13" Type="http://schemas.openxmlformats.org/officeDocument/2006/relationships/image" Target="../media/image74.png"/><Relationship Id="rId12" Type="http://schemas.openxmlformats.org/officeDocument/2006/relationships/image" Target="../media/image73.png"/><Relationship Id="rId14" Type="http://schemas.openxmlformats.org/officeDocument/2006/relationships/image" Target="../media/image7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image" Target="../media/image20.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 Id="rId3" Type="http://schemas.openxmlformats.org/officeDocument/2006/relationships/image" Target="../media/image8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 Id="rId3" Type="http://schemas.openxmlformats.org/officeDocument/2006/relationships/image" Target="../media/image8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 Id="rId3" Type="http://schemas.openxmlformats.org/officeDocument/2006/relationships/image" Target="../media/image81.png"/><Relationship Id="rId4" Type="http://schemas.openxmlformats.org/officeDocument/2006/relationships/image" Target="../media/image94.png"/><Relationship Id="rId5" Type="http://schemas.openxmlformats.org/officeDocument/2006/relationships/image" Target="../media/image79.png"/><Relationship Id="rId6" Type="http://schemas.openxmlformats.org/officeDocument/2006/relationships/image" Target="../media/image90.png"/><Relationship Id="rId7" Type="http://schemas.openxmlformats.org/officeDocument/2006/relationships/image" Target="../media/image85.png"/><Relationship Id="rId8" Type="http://schemas.openxmlformats.org/officeDocument/2006/relationships/image" Target="../media/image7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5.xml"/><Relationship Id="rId3" Type="http://schemas.openxmlformats.org/officeDocument/2006/relationships/image" Target="../media/image8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2.xml"/><Relationship Id="rId3" Type="http://schemas.openxmlformats.org/officeDocument/2006/relationships/image" Target="../media/image86.png"/><Relationship Id="rId4" Type="http://schemas.openxmlformats.org/officeDocument/2006/relationships/image" Target="../media/image84.png"/><Relationship Id="rId5" Type="http://schemas.openxmlformats.org/officeDocument/2006/relationships/image" Target="../media/image8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 Id="rId3" Type="http://schemas.openxmlformats.org/officeDocument/2006/relationships/image" Target="../media/image20.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4.xml"/><Relationship Id="rId3" Type="http://schemas.openxmlformats.org/officeDocument/2006/relationships/image" Target="../media/image9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image" Target="../media/image9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6.xml"/><Relationship Id="rId3" Type="http://schemas.openxmlformats.org/officeDocument/2006/relationships/image" Target="../media/image9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7.xml"/><Relationship Id="rId3" Type="http://schemas.openxmlformats.org/officeDocument/2006/relationships/image" Target="../media/image70.png"/><Relationship Id="rId4" Type="http://schemas.openxmlformats.org/officeDocument/2006/relationships/image" Target="../media/image5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8.xml"/><Relationship Id="rId3" Type="http://schemas.openxmlformats.org/officeDocument/2006/relationships/image" Target="../media/image28.png"/><Relationship Id="rId4" Type="http://schemas.openxmlformats.org/officeDocument/2006/relationships/image" Target="../media/image10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9.xml"/><Relationship Id="rId3" Type="http://schemas.openxmlformats.org/officeDocument/2006/relationships/image" Target="../media/image96.png"/><Relationship Id="rId4" Type="http://schemas.openxmlformats.org/officeDocument/2006/relationships/image" Target="../media/image9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 Id="rId3" Type="http://schemas.openxmlformats.org/officeDocument/2006/relationships/image" Target="../media/image20.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 Id="rId3" Type="http://schemas.openxmlformats.org/officeDocument/2006/relationships/image" Target="../media/image20.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8.xml"/><Relationship Id="rId3" Type="http://schemas.openxmlformats.org/officeDocument/2006/relationships/image" Target="../media/image20.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9.xml"/><Relationship Id="rId3" Type="http://schemas.openxmlformats.org/officeDocument/2006/relationships/image" Target="../media/image20.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0.xml"/><Relationship Id="rId3" Type="http://schemas.openxmlformats.org/officeDocument/2006/relationships/image" Target="../media/image5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5.xml"/><Relationship Id="rId3" Type="http://schemas.openxmlformats.org/officeDocument/2006/relationships/image" Target="../media/image20.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6.xml"/><Relationship Id="rId3" Type="http://schemas.openxmlformats.org/officeDocument/2006/relationships/image" Target="../media/image58.png"/><Relationship Id="rId4" Type="http://schemas.openxmlformats.org/officeDocument/2006/relationships/image" Target="../media/image77.png"/><Relationship Id="rId9" Type="http://schemas.openxmlformats.org/officeDocument/2006/relationships/image" Target="../media/image64.png"/><Relationship Id="rId5" Type="http://schemas.openxmlformats.org/officeDocument/2006/relationships/image" Target="../media/image72.png"/><Relationship Id="rId6" Type="http://schemas.openxmlformats.org/officeDocument/2006/relationships/image" Target="../media/image67.png"/><Relationship Id="rId7" Type="http://schemas.openxmlformats.org/officeDocument/2006/relationships/image" Target="../media/image71.png"/><Relationship Id="rId8" Type="http://schemas.openxmlformats.org/officeDocument/2006/relationships/image" Target="../media/image89.png"/><Relationship Id="rId11" Type="http://schemas.openxmlformats.org/officeDocument/2006/relationships/image" Target="../media/image88.png"/><Relationship Id="rId10" Type="http://schemas.openxmlformats.org/officeDocument/2006/relationships/image" Target="../media/image75.png"/><Relationship Id="rId13" Type="http://schemas.openxmlformats.org/officeDocument/2006/relationships/image" Target="../media/image74.png"/><Relationship Id="rId12" Type="http://schemas.openxmlformats.org/officeDocument/2006/relationships/image" Target="../media/image73.png"/><Relationship Id="rId14" Type="http://schemas.openxmlformats.org/officeDocument/2006/relationships/image" Target="../media/image78.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8.xml"/><Relationship Id="rId3" Type="http://schemas.openxmlformats.org/officeDocument/2006/relationships/image" Target="../media/image20.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9.xml"/><Relationship Id="rId3" Type="http://schemas.openxmlformats.org/officeDocument/2006/relationships/image" Target="../media/image58.png"/><Relationship Id="rId4" Type="http://schemas.openxmlformats.org/officeDocument/2006/relationships/image" Target="../media/image77.png"/><Relationship Id="rId9" Type="http://schemas.openxmlformats.org/officeDocument/2006/relationships/image" Target="../media/image64.png"/><Relationship Id="rId5" Type="http://schemas.openxmlformats.org/officeDocument/2006/relationships/image" Target="../media/image72.png"/><Relationship Id="rId6" Type="http://schemas.openxmlformats.org/officeDocument/2006/relationships/image" Target="../media/image67.png"/><Relationship Id="rId7" Type="http://schemas.openxmlformats.org/officeDocument/2006/relationships/image" Target="../media/image71.png"/><Relationship Id="rId8" Type="http://schemas.openxmlformats.org/officeDocument/2006/relationships/image" Target="../media/image89.png"/><Relationship Id="rId11" Type="http://schemas.openxmlformats.org/officeDocument/2006/relationships/image" Target="../media/image88.png"/><Relationship Id="rId10" Type="http://schemas.openxmlformats.org/officeDocument/2006/relationships/image" Target="../media/image75.png"/><Relationship Id="rId13" Type="http://schemas.openxmlformats.org/officeDocument/2006/relationships/image" Target="../media/image74.png"/><Relationship Id="rId12" Type="http://schemas.openxmlformats.org/officeDocument/2006/relationships/image" Target="../media/image73.png"/><Relationship Id="rId14" Type="http://schemas.openxmlformats.org/officeDocument/2006/relationships/image" Target="../media/image78.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2.xml"/><Relationship Id="rId3" Type="http://schemas.openxmlformats.org/officeDocument/2006/relationships/image" Target="../media/image80.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5.xml"/><Relationship Id="rId3" Type="http://schemas.openxmlformats.org/officeDocument/2006/relationships/image" Target="../media/image20.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6.xml"/><Relationship Id="rId3" Type="http://schemas.openxmlformats.org/officeDocument/2006/relationships/image" Target="../media/image58.png"/><Relationship Id="rId4" Type="http://schemas.openxmlformats.org/officeDocument/2006/relationships/image" Target="../media/image77.png"/><Relationship Id="rId9" Type="http://schemas.openxmlformats.org/officeDocument/2006/relationships/image" Target="../media/image64.png"/><Relationship Id="rId5" Type="http://schemas.openxmlformats.org/officeDocument/2006/relationships/image" Target="../media/image72.png"/><Relationship Id="rId6" Type="http://schemas.openxmlformats.org/officeDocument/2006/relationships/image" Target="../media/image67.png"/><Relationship Id="rId7" Type="http://schemas.openxmlformats.org/officeDocument/2006/relationships/image" Target="../media/image71.png"/><Relationship Id="rId8" Type="http://schemas.openxmlformats.org/officeDocument/2006/relationships/image" Target="../media/image89.png"/><Relationship Id="rId11" Type="http://schemas.openxmlformats.org/officeDocument/2006/relationships/image" Target="../media/image88.png"/><Relationship Id="rId10" Type="http://schemas.openxmlformats.org/officeDocument/2006/relationships/image" Target="../media/image75.png"/><Relationship Id="rId13" Type="http://schemas.openxmlformats.org/officeDocument/2006/relationships/image" Target="../media/image74.png"/><Relationship Id="rId12" Type="http://schemas.openxmlformats.org/officeDocument/2006/relationships/image" Target="../media/image73.png"/><Relationship Id="rId14" Type="http://schemas.openxmlformats.org/officeDocument/2006/relationships/image" Target="../media/image78.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9.xml"/><Relationship Id="rId3" Type="http://schemas.openxmlformats.org/officeDocument/2006/relationships/image" Target="../media/image80.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7.xml"/><Relationship Id="rId3" Type="http://schemas.openxmlformats.org/officeDocument/2006/relationships/image" Target="../media/image83.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8.xml"/><Relationship Id="rId3" Type="http://schemas.openxmlformats.org/officeDocument/2006/relationships/image" Target="../media/image8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9.xml"/><Relationship Id="rId3" Type="http://schemas.openxmlformats.org/officeDocument/2006/relationships/image" Target="../media/image81.png"/><Relationship Id="rId4" Type="http://schemas.openxmlformats.org/officeDocument/2006/relationships/image" Target="../media/image94.png"/><Relationship Id="rId5" Type="http://schemas.openxmlformats.org/officeDocument/2006/relationships/image" Target="../media/image79.png"/><Relationship Id="rId6" Type="http://schemas.openxmlformats.org/officeDocument/2006/relationships/image" Target="../media/image90.png"/><Relationship Id="rId7" Type="http://schemas.openxmlformats.org/officeDocument/2006/relationships/image" Target="../media/image85.png"/><Relationship Id="rId8" Type="http://schemas.openxmlformats.org/officeDocument/2006/relationships/image" Target="../media/image76.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3.xml"/><Relationship Id="rId3" Type="http://schemas.openxmlformats.org/officeDocument/2006/relationships/image" Target="../media/image87.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0.xml"/><Relationship Id="rId3" Type="http://schemas.openxmlformats.org/officeDocument/2006/relationships/image" Target="../media/image86.png"/><Relationship Id="rId4" Type="http://schemas.openxmlformats.org/officeDocument/2006/relationships/image" Target="../media/image84.png"/><Relationship Id="rId5" Type="http://schemas.openxmlformats.org/officeDocument/2006/relationships/image" Target="../media/image8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image" Target="../media/image101.png"/><Relationship Id="rId4" Type="http://schemas.openxmlformats.org/officeDocument/2006/relationships/image" Target="../media/image97.png"/><Relationship Id="rId5" Type="http://schemas.openxmlformats.org/officeDocument/2006/relationships/image" Target="../media/image10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4.xml"/><Relationship Id="rId3" Type="http://schemas.openxmlformats.org/officeDocument/2006/relationships/image" Target="../media/image6.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
          <p:cNvSpPr txBox="1"/>
          <p:nvPr>
            <p:ph type="ctrTitle"/>
          </p:nvPr>
        </p:nvSpPr>
        <p:spPr>
          <a:xfrm>
            <a:off x="468306" y="3357250"/>
            <a:ext cx="3564000" cy="9570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dk1"/>
              </a:buClr>
              <a:buSzPts val="2400"/>
              <a:buFont typeface="Arial"/>
              <a:buNone/>
            </a:pPr>
            <a:r>
              <a:rPr lang="en-US" sz="1400">
                <a:solidFill>
                  <a:schemeClr val="lt2"/>
                </a:solidFill>
              </a:rPr>
              <a:t>Imagine Design Workshop </a:t>
            </a:r>
            <a:br>
              <a:rPr lang="en-US" sz="1400">
                <a:solidFill>
                  <a:schemeClr val="lt1"/>
                </a:solidFill>
              </a:rPr>
            </a:br>
            <a:r>
              <a:rPr b="1" lang="en-US" sz="1400">
                <a:solidFill>
                  <a:schemeClr val="lt2"/>
                </a:solidFill>
                <a:latin typeface="Roboto"/>
                <a:ea typeface="Roboto"/>
                <a:cs typeface="Roboto"/>
                <a:sym typeface="Roboto"/>
              </a:rPr>
              <a:t>Plan to Produce</a:t>
            </a:r>
            <a:r>
              <a:rPr lang="en-US" sz="1400">
                <a:solidFill>
                  <a:schemeClr val="lt2"/>
                </a:solidFill>
              </a:rPr>
              <a:t> | </a:t>
            </a:r>
            <a:r>
              <a:rPr lang="en-US" sz="1400">
                <a:solidFill>
                  <a:schemeClr val="lt1"/>
                </a:solidFill>
              </a:rPr>
              <a:t>P2P-WS02</a:t>
            </a:r>
            <a:r>
              <a:rPr lang="en-US" sz="1400">
                <a:solidFill>
                  <a:schemeClr val="lt1"/>
                </a:solidFill>
              </a:rPr>
              <a:t>1/I2D-WS059</a:t>
            </a:r>
            <a:endParaRPr sz="1400">
              <a:solidFill>
                <a:schemeClr val="lt2"/>
              </a:solidFill>
            </a:endParaRPr>
          </a:p>
          <a:p>
            <a:pPr indent="0" lvl="0" marL="0" rtl="0" algn="l">
              <a:lnSpc>
                <a:spcPct val="100000"/>
              </a:lnSpc>
              <a:spcBef>
                <a:spcPts val="400"/>
              </a:spcBef>
              <a:spcAft>
                <a:spcPts val="0"/>
              </a:spcAft>
              <a:buClr>
                <a:schemeClr val="dk1"/>
              </a:buClr>
              <a:buSzPts val="2400"/>
              <a:buFont typeface="Arial"/>
              <a:buNone/>
            </a:pPr>
            <a:r>
              <a:rPr lang="en-US" sz="1400">
                <a:solidFill>
                  <a:schemeClr val="lt2"/>
                </a:solidFill>
              </a:rPr>
              <a:t>Manufacturing Execution I  in SAP (Packaged) Process Orders &amp; EWM Production Integration</a:t>
            </a:r>
            <a:endParaRPr sz="1400">
              <a:solidFill>
                <a:schemeClr val="lt2"/>
              </a:solidFill>
            </a:endParaRPr>
          </a:p>
        </p:txBody>
      </p:sp>
      <p:sp>
        <p:nvSpPr>
          <p:cNvPr id="353" name="Google Shape;353;p1"/>
          <p:cNvSpPr txBox="1"/>
          <p:nvPr>
            <p:ph idx="1" type="subTitle"/>
          </p:nvPr>
        </p:nvSpPr>
        <p:spPr>
          <a:xfrm>
            <a:off x="468306" y="4466550"/>
            <a:ext cx="3428400" cy="265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600"/>
              </a:spcBef>
              <a:spcAft>
                <a:spcPts val="0"/>
              </a:spcAft>
              <a:buSzPts val="1600"/>
              <a:buNone/>
            </a:pPr>
            <a:r>
              <a:rPr lang="en-US"/>
              <a:t>18</a:t>
            </a:r>
            <a:r>
              <a:rPr lang="en-US"/>
              <a:t>/06/2025</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6875c22024_0_432"/>
          <p:cNvSpPr/>
          <p:nvPr/>
        </p:nvSpPr>
        <p:spPr>
          <a:xfrm>
            <a:off x="3833741" y="959252"/>
            <a:ext cx="34200" cy="34200"/>
          </a:xfrm>
          <a:prstGeom prst="ellipse">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Calibri"/>
              <a:buNone/>
            </a:pPr>
            <a:r>
              <a:t/>
            </a:r>
            <a:endParaRPr b="0" i="0" sz="800" u="none" cap="none" strike="noStrike">
              <a:solidFill>
                <a:srgbClr val="FFFFFF"/>
              </a:solidFill>
              <a:latin typeface="Arial"/>
              <a:ea typeface="Arial"/>
              <a:cs typeface="Arial"/>
              <a:sym typeface="Arial"/>
            </a:endParaRPr>
          </a:p>
        </p:txBody>
      </p:sp>
      <p:sp>
        <p:nvSpPr>
          <p:cNvPr id="360" name="Google Shape;360;g36875c22024_0_432"/>
          <p:cNvSpPr txBox="1"/>
          <p:nvPr>
            <p:ph type="title"/>
          </p:nvPr>
        </p:nvSpPr>
        <p:spPr>
          <a:xfrm>
            <a:off x="252000" y="198000"/>
            <a:ext cx="648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US"/>
              <a:t>Agenda</a:t>
            </a:r>
            <a:endParaRPr/>
          </a:p>
        </p:txBody>
      </p:sp>
      <p:pic>
        <p:nvPicPr>
          <p:cNvPr id="361" name="Google Shape;361;g36875c22024_0_432"/>
          <p:cNvPicPr preferRelativeResize="0"/>
          <p:nvPr/>
        </p:nvPicPr>
        <p:blipFill>
          <a:blip r:embed="rId3">
            <a:alphaModFix/>
          </a:blip>
          <a:stretch>
            <a:fillRect/>
          </a:stretch>
        </p:blipFill>
        <p:spPr>
          <a:xfrm>
            <a:off x="163475" y="692250"/>
            <a:ext cx="7500825" cy="3932150"/>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
          <p:cNvSpPr/>
          <p:nvPr/>
        </p:nvSpPr>
        <p:spPr>
          <a:xfrm>
            <a:off x="3833741" y="959252"/>
            <a:ext cx="34289" cy="34289"/>
          </a:xfrm>
          <a:prstGeom prst="ellipse">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Calibri"/>
              <a:buNone/>
            </a:pPr>
            <a:r>
              <a:t/>
            </a:r>
            <a:endParaRPr b="0" i="0" sz="800" u="none" cap="none" strike="noStrike">
              <a:solidFill>
                <a:srgbClr val="FFFFFF"/>
              </a:solidFill>
              <a:latin typeface="Arial"/>
              <a:ea typeface="Arial"/>
              <a:cs typeface="Arial"/>
              <a:sym typeface="Arial"/>
            </a:endParaRPr>
          </a:p>
        </p:txBody>
      </p:sp>
      <p:sp>
        <p:nvSpPr>
          <p:cNvPr id="368" name="Google Shape;368;p3"/>
          <p:cNvSpPr txBox="1"/>
          <p:nvPr/>
        </p:nvSpPr>
        <p:spPr>
          <a:xfrm>
            <a:off x="398878" y="761339"/>
            <a:ext cx="8385553" cy="524537"/>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69" name="Google Shape;369;p3"/>
          <p:cNvSpPr txBox="1"/>
          <p:nvPr>
            <p:ph idx="1" type="subTitle"/>
          </p:nvPr>
        </p:nvSpPr>
        <p:spPr>
          <a:xfrm>
            <a:off x="468300" y="550629"/>
            <a:ext cx="6070200" cy="59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600"/>
              <a:buNone/>
            </a:pPr>
            <a:r>
              <a:rPr lang="en-US" sz="1100"/>
              <a:t>We would expect the following outputs and deliverables coming from the workshops:</a:t>
            </a:r>
            <a:endParaRPr/>
          </a:p>
        </p:txBody>
      </p:sp>
      <p:sp>
        <p:nvSpPr>
          <p:cNvPr id="370" name="Google Shape;370;p3"/>
          <p:cNvSpPr txBox="1"/>
          <p:nvPr>
            <p:ph type="title"/>
          </p:nvPr>
        </p:nvSpPr>
        <p:spPr>
          <a:xfrm>
            <a:off x="468289" y="112538"/>
            <a:ext cx="82074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Goals  after agenda</a:t>
            </a:r>
            <a:endParaRPr/>
          </a:p>
        </p:txBody>
      </p:sp>
      <p:graphicFrame>
        <p:nvGraphicFramePr>
          <p:cNvPr id="371" name="Google Shape;371;p3"/>
          <p:cNvGraphicFramePr/>
          <p:nvPr/>
        </p:nvGraphicFramePr>
        <p:xfrm>
          <a:off x="468315" y="993452"/>
          <a:ext cx="3000000" cy="3000000"/>
        </p:xfrm>
        <a:graphic>
          <a:graphicData uri="http://schemas.openxmlformats.org/drawingml/2006/table">
            <a:tbl>
              <a:tblPr bandRow="1" firstRow="1">
                <a:noFill/>
                <a:tableStyleId>{F12F4D8C-B65C-4787-8886-9E8F2AB161C6}</a:tableStyleId>
              </a:tblPr>
              <a:tblGrid>
                <a:gridCol w="440225"/>
                <a:gridCol w="2387550"/>
                <a:gridCol w="2470275"/>
                <a:gridCol w="2549450"/>
              </a:tblGrid>
              <a:tr h="172125">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solidFill>
                            <a:srgbClr val="000000"/>
                          </a:solidFill>
                          <a:latin typeface="Roboto"/>
                          <a:ea typeface="Roboto"/>
                          <a:cs typeface="Roboto"/>
                          <a:sym typeface="Roboto"/>
                        </a:rPr>
                        <a:t>#</a:t>
                      </a:r>
                      <a:endParaRPr sz="1100" u="none" cap="none" strike="noStrike">
                        <a:latin typeface="Roboto"/>
                        <a:ea typeface="Roboto"/>
                        <a:cs typeface="Roboto"/>
                        <a:sym typeface="Roboto"/>
                      </a:endParaRPr>
                    </a:p>
                  </a:txBody>
                  <a:tcPr marT="34275" marB="3427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DACED"/>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solidFill>
                            <a:srgbClr val="000000"/>
                          </a:solidFill>
                          <a:latin typeface="Roboto"/>
                          <a:ea typeface="Roboto"/>
                          <a:cs typeface="Roboto"/>
                          <a:sym typeface="Roboto"/>
                        </a:rPr>
                        <a:t>Workshop Topics</a:t>
                      </a:r>
                      <a:endParaRPr sz="1100" u="none" cap="none" strike="noStrike">
                        <a:latin typeface="Roboto"/>
                        <a:ea typeface="Roboto"/>
                        <a:cs typeface="Roboto"/>
                        <a:sym typeface="Roboto"/>
                      </a:endParaRPr>
                    </a:p>
                  </a:txBody>
                  <a:tcPr marT="34275" marB="3427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DACED"/>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solidFill>
                            <a:srgbClr val="000000"/>
                          </a:solidFill>
                          <a:latin typeface="Roboto"/>
                          <a:ea typeface="Roboto"/>
                          <a:cs typeface="Roboto"/>
                          <a:sym typeface="Roboto"/>
                        </a:rPr>
                        <a:t>Output</a:t>
                      </a:r>
                      <a:endParaRPr sz="1100" u="none" cap="none" strike="noStrike">
                        <a:latin typeface="Roboto"/>
                        <a:ea typeface="Roboto"/>
                        <a:cs typeface="Roboto"/>
                        <a:sym typeface="Roboto"/>
                      </a:endParaRPr>
                    </a:p>
                  </a:txBody>
                  <a:tcPr marT="34275" marB="3427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DACED"/>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US" sz="800" u="none" cap="none" strike="noStrike">
                          <a:solidFill>
                            <a:srgbClr val="000000"/>
                          </a:solidFill>
                          <a:latin typeface="Roboto"/>
                          <a:ea typeface="Roboto"/>
                          <a:cs typeface="Roboto"/>
                          <a:sym typeface="Roboto"/>
                        </a:rPr>
                        <a:t>Location links / format</a:t>
                      </a:r>
                      <a:endParaRPr sz="1100" u="none" cap="none" strike="noStrike">
                        <a:latin typeface="Roboto"/>
                        <a:ea typeface="Roboto"/>
                        <a:cs typeface="Roboto"/>
                        <a:sym typeface="Roboto"/>
                      </a:endParaRPr>
                    </a:p>
                  </a:txBody>
                  <a:tcPr marT="34275" marB="34275" marR="68575" marL="6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DACED"/>
                    </a:solidFill>
                  </a:tcPr>
                </a:tc>
              </a:tr>
              <a:tr h="437050">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latin typeface="Roboto"/>
                          <a:ea typeface="Roboto"/>
                          <a:cs typeface="Roboto"/>
                          <a:sym typeface="Roboto"/>
                        </a:rPr>
                        <a:t>1</a:t>
                      </a:r>
                      <a:endParaRPr sz="1100" u="none" cap="none" strike="noStrike">
                        <a:latin typeface="Roboto"/>
                        <a:ea typeface="Roboto"/>
                        <a:cs typeface="Roboto"/>
                        <a:sym typeface="Roboto"/>
                      </a:endParaRPr>
                    </a:p>
                  </a:txBody>
                  <a:tcPr marT="34275" marB="34275" marR="68575" marL="6857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latin typeface="Roboto"/>
                          <a:ea typeface="Roboto"/>
                          <a:cs typeface="Roboto"/>
                          <a:sym typeface="Roboto"/>
                        </a:rPr>
                        <a:t>Review process design </a:t>
                      </a:r>
                      <a:endParaRPr sz="1100" u="none" cap="none" strike="noStrike">
                        <a:latin typeface="Roboto"/>
                        <a:ea typeface="Roboto"/>
                        <a:cs typeface="Roboto"/>
                        <a:sym typeface="Roboto"/>
                      </a:endParaRPr>
                    </a:p>
                  </a:txBody>
                  <a:tcPr marT="34275" marB="34275"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Update Celonis process model</a:t>
                      </a:r>
                      <a:endParaRPr sz="1100" u="none" cap="none" strike="noStrike">
                        <a:latin typeface="Roboto"/>
                        <a:ea typeface="Roboto"/>
                        <a:cs typeface="Roboto"/>
                        <a:sym typeface="Roboto"/>
                      </a:endParaRPr>
                    </a:p>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Fiori apps (Executables)</a:t>
                      </a:r>
                      <a:endParaRPr sz="1100" u="none" cap="none" strike="noStrike">
                        <a:latin typeface="Roboto"/>
                        <a:ea typeface="Roboto"/>
                        <a:cs typeface="Roboto"/>
                        <a:sym typeface="Roboto"/>
                      </a:endParaRPr>
                    </a:p>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Swim lanes w/ roles in process model</a:t>
                      </a:r>
                      <a:endParaRPr sz="1100" u="none" cap="none" strike="noStrike">
                        <a:latin typeface="Roboto"/>
                        <a:ea typeface="Roboto"/>
                        <a:cs typeface="Roboto"/>
                        <a:sym typeface="Roboto"/>
                      </a:endParaRPr>
                    </a:p>
                  </a:txBody>
                  <a:tcPr marT="54000" marB="54000" marR="27000" marL="2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L3 Sub-Process in Celonis</a:t>
                      </a:r>
                      <a:endParaRPr sz="800" u="none" cap="none" strike="noStrike">
                        <a:latin typeface="Roboto"/>
                        <a:ea typeface="Roboto"/>
                        <a:cs typeface="Roboto"/>
                        <a:sym typeface="Roboto"/>
                      </a:endParaRPr>
                    </a:p>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L4 Process Steps in Celonis</a:t>
                      </a:r>
                      <a:endParaRPr sz="800" u="none" cap="none" strike="noStrike">
                        <a:latin typeface="Roboto"/>
                        <a:ea typeface="Roboto"/>
                        <a:cs typeface="Roboto"/>
                        <a:sym typeface="Roboto"/>
                      </a:endParaRPr>
                    </a:p>
                  </a:txBody>
                  <a:tcPr marT="54000" marB="54000" marR="27000" marL="2700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r>
              <a:tr h="317975">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latin typeface="Roboto"/>
                          <a:ea typeface="Roboto"/>
                          <a:cs typeface="Roboto"/>
                          <a:sym typeface="Roboto"/>
                        </a:rPr>
                        <a:t>2</a:t>
                      </a:r>
                      <a:endParaRPr sz="1100" u="none" cap="none" strike="noStrike">
                        <a:latin typeface="Roboto"/>
                        <a:ea typeface="Roboto"/>
                        <a:cs typeface="Roboto"/>
                        <a:sym typeface="Roboto"/>
                      </a:endParaRPr>
                    </a:p>
                  </a:txBody>
                  <a:tcPr marT="34275" marB="34275" marR="68575" marL="6857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800"/>
                        <a:buFont typeface="Calibri"/>
                        <a:buNone/>
                      </a:pPr>
                      <a:r>
                        <a:rPr b="1" lang="en-US" sz="800" u="none" cap="none" strike="noStrike">
                          <a:latin typeface="Roboto"/>
                          <a:ea typeface="Roboto"/>
                          <a:cs typeface="Roboto"/>
                          <a:sym typeface="Roboto"/>
                        </a:rPr>
                        <a:t>Key design decisions</a:t>
                      </a:r>
                      <a:endParaRPr sz="11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800"/>
                        <a:buFont typeface="Arial"/>
                        <a:buNone/>
                      </a:pPr>
                      <a:r>
                        <a:t/>
                      </a:r>
                      <a:endParaRPr b="1" sz="800" u="none" cap="none" strike="noStrike">
                        <a:latin typeface="Roboto"/>
                        <a:ea typeface="Roboto"/>
                        <a:cs typeface="Roboto"/>
                        <a:sym typeface="Roboto"/>
                      </a:endParaRPr>
                    </a:p>
                  </a:txBody>
                  <a:tcPr marT="34275" marB="34275"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Create KDD</a:t>
                      </a:r>
                      <a:endParaRPr sz="1100" u="none" cap="none" strike="noStrike">
                        <a:latin typeface="Roboto"/>
                        <a:ea typeface="Roboto"/>
                        <a:cs typeface="Roboto"/>
                        <a:sym typeface="Roboto"/>
                      </a:endParaRPr>
                    </a:p>
                  </a:txBody>
                  <a:tcPr marT="54000" marB="54000" marR="27000" marL="2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solidFill>
                            <a:srgbClr val="000000"/>
                          </a:solidFill>
                          <a:latin typeface="Roboto"/>
                          <a:ea typeface="Roboto"/>
                          <a:cs typeface="Roboto"/>
                          <a:sym typeface="Roboto"/>
                        </a:rPr>
                        <a:t>KDD log in Jira + </a:t>
                      </a:r>
                      <a:r>
                        <a:rPr lang="en-US" sz="800" u="none" cap="none" strike="noStrike">
                          <a:latin typeface="Roboto"/>
                          <a:ea typeface="Roboto"/>
                          <a:cs typeface="Roboto"/>
                          <a:sym typeface="Roboto"/>
                        </a:rPr>
                        <a:t>KDD Template in Google Drive</a:t>
                      </a:r>
                      <a:endParaRPr sz="1100" u="none" cap="none" strike="noStrike">
                        <a:latin typeface="Roboto"/>
                        <a:ea typeface="Roboto"/>
                        <a:cs typeface="Roboto"/>
                        <a:sym typeface="Roboto"/>
                      </a:endParaRPr>
                    </a:p>
                  </a:txBody>
                  <a:tcPr marT="54000" marB="54000" marR="27000" marL="2700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r>
              <a:tr h="347600">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latin typeface="Roboto"/>
                          <a:ea typeface="Roboto"/>
                          <a:cs typeface="Roboto"/>
                          <a:sym typeface="Roboto"/>
                        </a:rPr>
                        <a:t>3</a:t>
                      </a:r>
                      <a:endParaRPr sz="1100" u="none" cap="none" strike="noStrike">
                        <a:latin typeface="Roboto"/>
                        <a:ea typeface="Roboto"/>
                        <a:cs typeface="Roboto"/>
                        <a:sym typeface="Roboto"/>
                      </a:endParaRPr>
                    </a:p>
                  </a:txBody>
                  <a:tcPr marT="34275" marB="34275" marR="68575" marL="6857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latin typeface="Roboto"/>
                          <a:ea typeface="Roboto"/>
                          <a:cs typeface="Roboto"/>
                          <a:sym typeface="Roboto"/>
                        </a:rPr>
                        <a:t>Fit/Gap analysis</a:t>
                      </a:r>
                      <a:endParaRPr sz="1100" u="none" cap="none" strike="noStrike">
                        <a:latin typeface="Roboto"/>
                        <a:ea typeface="Roboto"/>
                        <a:cs typeface="Roboto"/>
                        <a:sym typeface="Roboto"/>
                      </a:endParaRPr>
                    </a:p>
                  </a:txBody>
                  <a:tcPr marT="34275" marB="34275"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List of Fits/Gaps identified</a:t>
                      </a:r>
                      <a:endParaRPr sz="1100" u="none" cap="none" strike="noStrike">
                        <a:latin typeface="Roboto"/>
                        <a:ea typeface="Roboto"/>
                        <a:cs typeface="Roboto"/>
                        <a:sym typeface="Roboto"/>
                      </a:endParaRPr>
                    </a:p>
                  </a:txBody>
                  <a:tcPr marT="54000" marB="54000" marR="27000" marL="2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Fit &amp; Gap Identification in Jira Build Backlog </a:t>
                      </a:r>
                      <a:endParaRPr sz="1100" u="none" cap="none" strike="noStrike">
                        <a:latin typeface="Roboto"/>
                        <a:ea typeface="Roboto"/>
                        <a:cs typeface="Roboto"/>
                        <a:sym typeface="Roboto"/>
                      </a:endParaRPr>
                    </a:p>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Gap template</a:t>
                      </a:r>
                      <a:endParaRPr sz="1100" u="none" cap="none" strike="noStrike">
                        <a:latin typeface="Roboto"/>
                        <a:ea typeface="Roboto"/>
                        <a:cs typeface="Roboto"/>
                        <a:sym typeface="Roboto"/>
                      </a:endParaRPr>
                    </a:p>
                  </a:txBody>
                  <a:tcPr marT="54000" marB="54000" marR="27000" marL="2700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r>
              <a:tr h="317975">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latin typeface="Roboto"/>
                          <a:ea typeface="Roboto"/>
                          <a:cs typeface="Roboto"/>
                          <a:sym typeface="Roboto"/>
                        </a:rPr>
                        <a:t>4</a:t>
                      </a:r>
                      <a:endParaRPr sz="1100" u="none" cap="none" strike="noStrike">
                        <a:latin typeface="Roboto"/>
                        <a:ea typeface="Roboto"/>
                        <a:cs typeface="Roboto"/>
                        <a:sym typeface="Roboto"/>
                      </a:endParaRPr>
                    </a:p>
                  </a:txBody>
                  <a:tcPr marT="34275" marB="34275" marR="68575" marL="68575" anchor="ctr">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US" sz="800" u="none" cap="none" strike="noStrike">
                          <a:latin typeface="Roboto"/>
                          <a:ea typeface="Roboto"/>
                          <a:cs typeface="Roboto"/>
                          <a:sym typeface="Roboto"/>
                        </a:rPr>
                        <a:t>Functional </a:t>
                      </a:r>
                      <a:r>
                        <a:rPr b="1" i="0" lang="en-US" sz="800" u="none" cap="none" strike="noStrike">
                          <a:latin typeface="Roboto"/>
                          <a:ea typeface="Roboto"/>
                          <a:cs typeface="Roboto"/>
                          <a:sym typeface="Roboto"/>
                        </a:rPr>
                        <a:t>Integration considerations</a:t>
                      </a:r>
                      <a:endParaRPr sz="1100" u="none" cap="none" strike="noStrike">
                        <a:latin typeface="Roboto"/>
                        <a:ea typeface="Roboto"/>
                        <a:cs typeface="Roboto"/>
                        <a:sym typeface="Roboto"/>
                      </a:endParaRPr>
                    </a:p>
                  </a:txBody>
                  <a:tcPr marT="34275" marB="34275"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Create KDD for Integrations</a:t>
                      </a:r>
                      <a:endParaRPr sz="1100" u="none" cap="none" strike="noStrike">
                        <a:highlight>
                          <a:srgbClr val="FFF200"/>
                        </a:highlight>
                        <a:latin typeface="Roboto"/>
                        <a:ea typeface="Roboto"/>
                        <a:cs typeface="Roboto"/>
                        <a:sym typeface="Roboto"/>
                      </a:endParaRPr>
                    </a:p>
                  </a:txBody>
                  <a:tcPr marT="54000" marB="54000" marR="27000" marL="2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KDD log in Jira</a:t>
                      </a:r>
                      <a:endParaRPr sz="800" u="none" cap="none" strike="noStrike">
                        <a:latin typeface="Roboto"/>
                        <a:ea typeface="Roboto"/>
                        <a:cs typeface="Roboto"/>
                        <a:sym typeface="Roboto"/>
                      </a:endParaRPr>
                    </a:p>
                    <a:p>
                      <a:pPr indent="-127000" lvl="0" marL="127000" marR="0" rtl="0" algn="l">
                        <a:lnSpc>
                          <a:spcPct val="100000"/>
                        </a:lnSpc>
                        <a:spcBef>
                          <a:spcPts val="0"/>
                        </a:spcBef>
                        <a:spcAft>
                          <a:spcPts val="0"/>
                        </a:spcAft>
                        <a:buClr>
                          <a:srgbClr val="000000"/>
                        </a:buClr>
                        <a:buSzPts val="800"/>
                        <a:buFont typeface="Roboto"/>
                        <a:buChar char="•"/>
                      </a:pPr>
                      <a:r>
                        <a:rPr lang="en-US" sz="800" u="none" cap="none" strike="noStrike">
                          <a:latin typeface="Roboto"/>
                          <a:ea typeface="Roboto"/>
                          <a:cs typeface="Roboto"/>
                          <a:sym typeface="Roboto"/>
                        </a:rPr>
                        <a:t>KDD Template in Google Drive</a:t>
                      </a:r>
                      <a:endParaRPr sz="800" u="none" cap="none" strike="noStrike">
                        <a:latin typeface="Roboto"/>
                        <a:ea typeface="Roboto"/>
                        <a:cs typeface="Roboto"/>
                        <a:sym typeface="Roboto"/>
                      </a:endParaRPr>
                    </a:p>
                  </a:txBody>
                  <a:tcPr marT="54000" marB="54000" marR="27000" marL="2700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g3693f7da1e3_0_252"/>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377" name="Google Shape;377;g3693f7da1e3_0_252"/>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a:buAutoNum type="arabicPeriod"/>
            </a:pPr>
            <a:r>
              <a:rPr b="1" lang="en-US" sz="1400">
                <a:latin typeface="Roboto"/>
                <a:ea typeface="Roboto"/>
                <a:cs typeface="Roboto"/>
                <a:sym typeface="Roboto"/>
              </a:rPr>
              <a:t>Process Order creation and release</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AutoNum type="arabicPeriod"/>
            </a:pPr>
            <a:r>
              <a:rPr lang="en-US" sz="1400"/>
              <a:t>Staging for production with EWM</a:t>
            </a:r>
            <a:endParaRPr sz="1400"/>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378" name="Google Shape;378;g3693f7da1e3_0_252"/>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379" name="Google Shape;379;g3693f7da1e3_0_252"/>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380" name="Google Shape;380;g3693f7da1e3_0_252"/>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381" name="Google Shape;381;g3693f7da1e3_0_252"/>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382" name="Google Shape;382;g3693f7da1e3_0_252"/>
          <p:cNvGrpSpPr/>
          <p:nvPr/>
        </p:nvGrpSpPr>
        <p:grpSpPr>
          <a:xfrm>
            <a:off x="7495354" y="188417"/>
            <a:ext cx="1395087" cy="441585"/>
            <a:chOff x="5991694" y="1720305"/>
            <a:chExt cx="1929047" cy="618207"/>
          </a:xfrm>
        </p:grpSpPr>
        <p:sp>
          <p:nvSpPr>
            <p:cNvPr id="383" name="Google Shape;383;g3693f7da1e3_0_252"/>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3693f7da1e3_0_252"/>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3693f7da1e3_0_252"/>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g3693f7da1e3_0_252"/>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3693f7da1e3_0_252"/>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3693f7da1e3_0_252"/>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3693f7da1e3_0_252"/>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693f7da1e3_0_252"/>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3693f7da1e3_0_252"/>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3693f7da1e3_0_252"/>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3693f7da1e3_0_252"/>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3693f7da1e3_0_252"/>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3693f7da1e3_0_252"/>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g3693a6b6122_0_4"/>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401" name="Google Shape;401;g3693a6b6122_0_4"/>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a:buAutoNum type="arabicPeriod"/>
            </a:pPr>
            <a:r>
              <a:rPr b="1" lang="en-US" sz="1400">
                <a:latin typeface="Roboto"/>
                <a:ea typeface="Roboto"/>
                <a:cs typeface="Roboto"/>
                <a:sym typeface="Roboto"/>
              </a:rPr>
              <a:t>Process Order creation and release</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402" name="Google Shape;402;g3693a6b6122_0_4"/>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403" name="Google Shape;403;g3693a6b6122_0_4"/>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404" name="Google Shape;404;g3693a6b6122_0_4"/>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405" name="Google Shape;405;g3693a6b6122_0_4"/>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406" name="Google Shape;406;g3693a6b6122_0_4"/>
          <p:cNvGrpSpPr/>
          <p:nvPr/>
        </p:nvGrpSpPr>
        <p:grpSpPr>
          <a:xfrm>
            <a:off x="7495354" y="188417"/>
            <a:ext cx="1395087" cy="441585"/>
            <a:chOff x="5991694" y="1720305"/>
            <a:chExt cx="1929047" cy="618207"/>
          </a:xfrm>
        </p:grpSpPr>
        <p:sp>
          <p:nvSpPr>
            <p:cNvPr id="407" name="Google Shape;407;g3693a6b6122_0_4"/>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3693a6b6122_0_4"/>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693a6b6122_0_4"/>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g3693a6b6122_0_4"/>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693a6b6122_0_4"/>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3693a6b6122_0_4"/>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g3693a6b6122_0_4"/>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g3693a6b6122_0_4"/>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g3693a6b6122_0_4"/>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g3693a6b6122_0_4"/>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3693a6b6122_0_4"/>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g3693a6b6122_0_4"/>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g3693a6b6122_0_4"/>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420" name="Google Shape;420;g3693a6b6122_0_4"/>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5" name="Shape 425"/>
        <p:cNvGrpSpPr/>
        <p:nvPr/>
      </p:nvGrpSpPr>
      <p:grpSpPr>
        <a:xfrm>
          <a:off x="0" y="0"/>
          <a:ext cx="0" cy="0"/>
          <a:chOff x="0" y="0"/>
          <a:chExt cx="0" cy="0"/>
        </a:xfrm>
      </p:grpSpPr>
      <p:sp>
        <p:nvSpPr>
          <p:cNvPr id="426" name="Google Shape;426;p5"/>
          <p:cNvSpPr txBox="1"/>
          <p:nvPr>
            <p:ph type="title"/>
          </p:nvPr>
        </p:nvSpPr>
        <p:spPr>
          <a:xfrm>
            <a:off x="594058" y="23845"/>
            <a:ext cx="7367717" cy="578366"/>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solidFill>
                  <a:schemeClr val="accent2"/>
                </a:solidFill>
                <a:latin typeface="Open Sans"/>
                <a:ea typeface="Open Sans"/>
                <a:cs typeface="Open Sans"/>
                <a:sym typeface="Open Sans"/>
              </a:rPr>
              <a:t>Create Process Orders -</a:t>
            </a:r>
            <a:r>
              <a:rPr lang="en-US"/>
              <a:t> M-090-030 </a:t>
            </a:r>
            <a:br>
              <a:rPr lang="en-US"/>
            </a:br>
            <a:endParaRPr>
              <a:solidFill>
                <a:schemeClr val="accent2"/>
              </a:solidFill>
              <a:latin typeface="Open Sans"/>
              <a:ea typeface="Open Sans"/>
              <a:cs typeface="Open Sans"/>
              <a:sym typeface="Open Sans"/>
            </a:endParaRPr>
          </a:p>
        </p:txBody>
      </p:sp>
      <p:sp>
        <p:nvSpPr>
          <p:cNvPr id="427" name="Google Shape;427;p5"/>
          <p:cNvSpPr txBox="1"/>
          <p:nvPr/>
        </p:nvSpPr>
        <p:spPr>
          <a:xfrm>
            <a:off x="594058" y="877606"/>
            <a:ext cx="6980637" cy="55399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This process involves generating process orders based on production plans and schedules. A process order specifies the details of the production job, including materials, resources, and timelines required to produce a specific quantity of products.</a:t>
            </a:r>
            <a:endParaRPr b="0" i="0" sz="1400" u="none" cap="none" strike="noStrike">
              <a:solidFill>
                <a:srgbClr val="000000"/>
              </a:solidFill>
              <a:latin typeface="Arial"/>
              <a:ea typeface="Arial"/>
              <a:cs typeface="Arial"/>
              <a:sym typeface="Arial"/>
            </a:endParaRPr>
          </a:p>
        </p:txBody>
      </p:sp>
      <p:pic>
        <p:nvPicPr>
          <p:cNvPr id="428" name="Google Shape;428;p5"/>
          <p:cNvPicPr preferRelativeResize="0"/>
          <p:nvPr/>
        </p:nvPicPr>
        <p:blipFill rotWithShape="1">
          <a:blip r:embed="rId3">
            <a:alphaModFix/>
          </a:blip>
          <a:srcRect b="0" l="0" r="0" t="0"/>
          <a:stretch/>
        </p:blipFill>
        <p:spPr>
          <a:xfrm>
            <a:off x="1342859" y="1706999"/>
            <a:ext cx="6458282" cy="274334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691bdd514c_1_33"/>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sz="2100"/>
              <a:t>Process Orders - Creation </a:t>
            </a:r>
            <a:r>
              <a:rPr lang="en-US" sz="2100"/>
              <a:t>(Planned order to Process order)</a:t>
            </a:r>
            <a:endParaRPr sz="2100"/>
          </a:p>
          <a:p>
            <a:pPr indent="0" lvl="0" marL="0" rtl="0" algn="l">
              <a:spcBef>
                <a:spcPts val="0"/>
              </a:spcBef>
              <a:spcAft>
                <a:spcPts val="0"/>
              </a:spcAft>
              <a:buNone/>
            </a:pPr>
            <a:r>
              <a:t/>
            </a:r>
            <a:endParaRPr/>
          </a:p>
        </p:txBody>
      </p:sp>
      <p:pic>
        <p:nvPicPr>
          <p:cNvPr id="434" name="Google Shape;434;g3691bdd514c_1_33"/>
          <p:cNvPicPr preferRelativeResize="0"/>
          <p:nvPr/>
        </p:nvPicPr>
        <p:blipFill>
          <a:blip r:embed="rId3">
            <a:alphaModFix/>
          </a:blip>
          <a:stretch>
            <a:fillRect/>
          </a:stretch>
        </p:blipFill>
        <p:spPr>
          <a:xfrm>
            <a:off x="342650" y="907525"/>
            <a:ext cx="4763526" cy="2556325"/>
          </a:xfrm>
          <a:prstGeom prst="rect">
            <a:avLst/>
          </a:prstGeom>
          <a:noFill/>
          <a:ln>
            <a:noFill/>
          </a:ln>
        </p:spPr>
      </p:pic>
      <p:sp>
        <p:nvSpPr>
          <p:cNvPr id="435" name="Google Shape;435;g3691bdd514c_1_33"/>
          <p:cNvSpPr/>
          <p:nvPr/>
        </p:nvSpPr>
        <p:spPr>
          <a:xfrm>
            <a:off x="589175" y="3014625"/>
            <a:ext cx="2504100" cy="98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436" name="Google Shape;436;g3691bdd514c_1_33"/>
          <p:cNvPicPr preferRelativeResize="0"/>
          <p:nvPr/>
        </p:nvPicPr>
        <p:blipFill>
          <a:blip r:embed="rId4">
            <a:alphaModFix/>
          </a:blip>
          <a:stretch>
            <a:fillRect/>
          </a:stretch>
        </p:blipFill>
        <p:spPr>
          <a:xfrm>
            <a:off x="704125" y="3511771"/>
            <a:ext cx="4040573" cy="1155975"/>
          </a:xfrm>
          <a:prstGeom prst="rect">
            <a:avLst/>
          </a:prstGeom>
          <a:noFill/>
          <a:ln>
            <a:noFill/>
          </a:ln>
        </p:spPr>
      </p:pic>
      <p:pic>
        <p:nvPicPr>
          <p:cNvPr id="437" name="Google Shape;437;g3691bdd514c_1_33"/>
          <p:cNvPicPr preferRelativeResize="0"/>
          <p:nvPr/>
        </p:nvPicPr>
        <p:blipFill>
          <a:blip r:embed="rId5">
            <a:alphaModFix/>
          </a:blip>
          <a:stretch>
            <a:fillRect/>
          </a:stretch>
        </p:blipFill>
        <p:spPr>
          <a:xfrm>
            <a:off x="589175" y="4654088"/>
            <a:ext cx="4365200" cy="445425"/>
          </a:xfrm>
          <a:prstGeom prst="rect">
            <a:avLst/>
          </a:prstGeom>
          <a:noFill/>
          <a:ln>
            <a:noFill/>
          </a:ln>
        </p:spPr>
      </p:pic>
      <p:sp>
        <p:nvSpPr>
          <p:cNvPr id="438" name="Google Shape;438;g3691bdd514c_1_33"/>
          <p:cNvSpPr txBox="1"/>
          <p:nvPr/>
        </p:nvSpPr>
        <p:spPr>
          <a:xfrm>
            <a:off x="5665900" y="1433650"/>
            <a:ext cx="34959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solidFill>
                  <a:schemeClr val="dk1"/>
                </a:solidFill>
                <a:latin typeface="Roboto Light"/>
                <a:ea typeface="Roboto Light"/>
                <a:cs typeface="Roboto Light"/>
                <a:sym typeface="Roboto Light"/>
              </a:rPr>
              <a:t>Planned orders are converted to process orders in SAP PP-PI to initiate detailed scheduling, resource allocation, and shop floor execution.</a:t>
            </a:r>
            <a:endParaRPr sz="1200">
              <a:solidFill>
                <a:schemeClr val="dk1"/>
              </a:solidFill>
              <a:latin typeface="Roboto Light"/>
              <a:ea typeface="Roboto Light"/>
              <a:cs typeface="Roboto Light"/>
              <a:sym typeface="Roboto Light"/>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Light"/>
                <a:ea typeface="Roboto Light"/>
                <a:cs typeface="Roboto Light"/>
                <a:sym typeface="Roboto Light"/>
              </a:rPr>
              <a:t>This conversion enables material availability checks, batch management, and real-time production tracking.</a:t>
            </a:r>
            <a:endParaRPr sz="1200">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sz="1200">
              <a:solidFill>
                <a:schemeClr val="dk1"/>
              </a:solidFill>
              <a:latin typeface="Roboto Light"/>
              <a:ea typeface="Roboto Light"/>
              <a:cs typeface="Roboto Light"/>
              <a:sym typeface="Roboto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691bdd514c_1_27"/>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Process Orders - Creation</a:t>
            </a:r>
            <a:endParaRPr/>
          </a:p>
        </p:txBody>
      </p:sp>
      <p:sp>
        <p:nvSpPr>
          <p:cNvPr id="444" name="Google Shape;444;g3691bdd514c_1_27"/>
          <p:cNvSpPr txBox="1"/>
          <p:nvPr/>
        </p:nvSpPr>
        <p:spPr>
          <a:xfrm>
            <a:off x="468325" y="1117925"/>
            <a:ext cx="3723600" cy="80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b="1" lang="en-US" sz="1100">
                <a:latin typeface="Calibri"/>
                <a:ea typeface="Calibri"/>
                <a:cs typeface="Calibri"/>
                <a:sym typeface="Calibri"/>
              </a:rPr>
              <a:t>System Status</a:t>
            </a:r>
            <a:r>
              <a:rPr lang="en-US" sz="1100">
                <a:latin typeface="Calibri"/>
                <a:ea typeface="Calibri"/>
                <a:cs typeface="Calibri"/>
                <a:sym typeface="Calibri"/>
              </a:rPr>
              <a:t>: Key displaying the current status of the process order</a:t>
            </a:r>
            <a:endParaRPr sz="1100">
              <a:latin typeface="Calibri"/>
              <a:ea typeface="Calibri"/>
              <a:cs typeface="Calibri"/>
              <a:sym typeface="Calibri"/>
            </a:endParaRPr>
          </a:p>
          <a:p>
            <a:pPr indent="0" lvl="0" marL="0" marR="0" rtl="0" algn="l">
              <a:lnSpc>
                <a:spcPct val="100000"/>
              </a:lnSpc>
              <a:spcBef>
                <a:spcPts val="200"/>
              </a:spcBef>
              <a:spcAft>
                <a:spcPts val="0"/>
              </a:spcAft>
              <a:buNone/>
            </a:pPr>
            <a:r>
              <a:t/>
            </a:r>
            <a:endParaRPr sz="1100">
              <a:latin typeface="Calibri"/>
              <a:ea typeface="Calibri"/>
              <a:cs typeface="Calibri"/>
              <a:sym typeface="Calibri"/>
            </a:endParaRPr>
          </a:p>
          <a:p>
            <a:pPr indent="0" lvl="0" marL="0" marR="0" rtl="0" algn="l">
              <a:lnSpc>
                <a:spcPct val="100000"/>
              </a:lnSpc>
              <a:spcBef>
                <a:spcPts val="200"/>
              </a:spcBef>
              <a:spcAft>
                <a:spcPts val="0"/>
              </a:spcAft>
              <a:buNone/>
            </a:pPr>
            <a:r>
              <a:rPr b="1" lang="en-US" sz="1100">
                <a:latin typeface="Calibri"/>
                <a:ea typeface="Calibri"/>
                <a:cs typeface="Calibri"/>
                <a:sym typeface="Calibri"/>
              </a:rPr>
              <a:t>Order Type</a:t>
            </a:r>
            <a:r>
              <a:rPr lang="en-US" sz="1100">
                <a:latin typeface="Calibri"/>
                <a:ea typeface="Calibri"/>
                <a:cs typeface="Calibri"/>
                <a:sym typeface="Calibri"/>
              </a:rPr>
              <a:t>: Key differentiating orders according to their use.</a:t>
            </a:r>
            <a:endParaRPr sz="1100">
              <a:latin typeface="Calibri"/>
              <a:ea typeface="Calibri"/>
              <a:cs typeface="Calibri"/>
              <a:sym typeface="Calibri"/>
            </a:endParaRPr>
          </a:p>
          <a:p>
            <a:pPr indent="0" lvl="0" marL="0" marR="0" rtl="0" algn="l">
              <a:lnSpc>
                <a:spcPct val="100000"/>
              </a:lnSpc>
              <a:spcBef>
                <a:spcPts val="200"/>
              </a:spcBef>
              <a:spcAft>
                <a:spcPts val="0"/>
              </a:spcAft>
              <a:buNone/>
            </a:pPr>
            <a:r>
              <a:t/>
            </a:r>
            <a:endParaRPr sz="1100">
              <a:latin typeface="Calibri"/>
              <a:ea typeface="Calibri"/>
              <a:cs typeface="Calibri"/>
              <a:sym typeface="Calibri"/>
            </a:endParaRPr>
          </a:p>
          <a:p>
            <a:pPr indent="0" lvl="0" marL="0" marR="0" rtl="0" algn="l">
              <a:lnSpc>
                <a:spcPct val="100000"/>
              </a:lnSpc>
              <a:spcBef>
                <a:spcPts val="200"/>
              </a:spcBef>
              <a:spcAft>
                <a:spcPts val="0"/>
              </a:spcAft>
              <a:buNone/>
            </a:pPr>
            <a:r>
              <a:rPr b="1" lang="en-US" sz="1100">
                <a:latin typeface="Calibri"/>
                <a:ea typeface="Calibri"/>
                <a:cs typeface="Calibri"/>
                <a:sym typeface="Calibri"/>
              </a:rPr>
              <a:t>Total Quantity: </a:t>
            </a:r>
            <a:r>
              <a:rPr lang="en-US" sz="1100">
                <a:latin typeface="Calibri"/>
                <a:ea typeface="Calibri"/>
                <a:cs typeface="Calibri"/>
                <a:sym typeface="Calibri"/>
              </a:rPr>
              <a:t>The quantity of the process order.</a:t>
            </a:r>
            <a:endParaRPr sz="1100">
              <a:latin typeface="Calibri"/>
              <a:ea typeface="Calibri"/>
              <a:cs typeface="Calibri"/>
              <a:sym typeface="Calibri"/>
            </a:endParaRPr>
          </a:p>
          <a:p>
            <a:pPr indent="0" lvl="0" marL="0" marR="0" rtl="0" algn="l">
              <a:lnSpc>
                <a:spcPct val="100000"/>
              </a:lnSpc>
              <a:spcBef>
                <a:spcPts val="200"/>
              </a:spcBef>
              <a:spcAft>
                <a:spcPts val="0"/>
              </a:spcAft>
              <a:buNone/>
            </a:pPr>
            <a:r>
              <a:t/>
            </a:r>
            <a:endParaRPr b="1" sz="1100">
              <a:latin typeface="Calibri"/>
              <a:ea typeface="Calibri"/>
              <a:cs typeface="Calibri"/>
              <a:sym typeface="Calibri"/>
            </a:endParaRPr>
          </a:p>
          <a:p>
            <a:pPr indent="0" lvl="0" marL="0" marR="0" rtl="0" algn="l">
              <a:lnSpc>
                <a:spcPct val="100000"/>
              </a:lnSpc>
              <a:spcBef>
                <a:spcPts val="200"/>
              </a:spcBef>
              <a:spcAft>
                <a:spcPts val="0"/>
              </a:spcAft>
              <a:buNone/>
            </a:pPr>
            <a:r>
              <a:rPr b="1" lang="en-US" sz="1100">
                <a:latin typeface="Calibri"/>
                <a:ea typeface="Calibri"/>
                <a:cs typeface="Calibri"/>
                <a:sym typeface="Calibri"/>
              </a:rPr>
              <a:t>Dates &amp; Scheduling: </a:t>
            </a:r>
            <a:r>
              <a:rPr lang="en-US" sz="1100">
                <a:latin typeface="Calibri"/>
                <a:ea typeface="Calibri"/>
                <a:cs typeface="Calibri"/>
                <a:sym typeface="Calibri"/>
              </a:rPr>
              <a:t>Based on the scheduling type, the end and start date of the process order are determined.</a:t>
            </a:r>
            <a:endParaRPr sz="1100">
              <a:latin typeface="Calibri"/>
              <a:ea typeface="Calibri"/>
              <a:cs typeface="Calibri"/>
              <a:sym typeface="Calibri"/>
            </a:endParaRPr>
          </a:p>
          <a:p>
            <a:pPr indent="0" lvl="0" marL="0" marR="0" rtl="0" algn="l">
              <a:lnSpc>
                <a:spcPct val="100000"/>
              </a:lnSpc>
              <a:spcBef>
                <a:spcPts val="200"/>
              </a:spcBef>
              <a:spcAft>
                <a:spcPts val="0"/>
              </a:spcAft>
              <a:buNone/>
            </a:pPr>
            <a:r>
              <a:t/>
            </a:r>
            <a:endParaRPr b="1" sz="1100">
              <a:latin typeface="Calibri"/>
              <a:ea typeface="Calibri"/>
              <a:cs typeface="Calibri"/>
              <a:sym typeface="Calibri"/>
            </a:endParaRPr>
          </a:p>
          <a:p>
            <a:pPr indent="0" lvl="0" marL="0" marR="0" rtl="0" algn="l">
              <a:lnSpc>
                <a:spcPct val="100000"/>
              </a:lnSpc>
              <a:spcBef>
                <a:spcPts val="200"/>
              </a:spcBef>
              <a:spcAft>
                <a:spcPts val="0"/>
              </a:spcAft>
              <a:buNone/>
            </a:pPr>
            <a:r>
              <a:rPr b="1" lang="en-US" sz="1100">
                <a:latin typeface="Calibri"/>
                <a:ea typeface="Calibri"/>
                <a:cs typeface="Calibri"/>
                <a:sym typeface="Calibri"/>
              </a:rPr>
              <a:t>Scheduling Margin Key for Floats</a:t>
            </a:r>
            <a:r>
              <a:rPr lang="en-US" sz="1100">
                <a:latin typeface="Calibri"/>
                <a:ea typeface="Calibri"/>
                <a:cs typeface="Calibri"/>
                <a:sym typeface="Calibri"/>
              </a:rPr>
              <a:t>: Key that the system uses to determine the floats required for scheduling an order.</a:t>
            </a:r>
            <a:endParaRPr sz="1100">
              <a:latin typeface="Calibri"/>
              <a:ea typeface="Calibri"/>
              <a:cs typeface="Calibri"/>
              <a:sym typeface="Calibri"/>
            </a:endParaRPr>
          </a:p>
          <a:p>
            <a:pPr indent="0" lvl="0" marL="0" marR="0" rtl="0" algn="l">
              <a:lnSpc>
                <a:spcPct val="100000"/>
              </a:lnSpc>
              <a:spcBef>
                <a:spcPts val="200"/>
              </a:spcBef>
              <a:spcAft>
                <a:spcPts val="0"/>
              </a:spcAft>
              <a:buNone/>
            </a:pPr>
            <a:r>
              <a:t/>
            </a:r>
            <a:endParaRPr sz="1100">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pic>
        <p:nvPicPr>
          <p:cNvPr id="445" name="Google Shape;445;g3691bdd514c_1_27"/>
          <p:cNvPicPr preferRelativeResize="0"/>
          <p:nvPr/>
        </p:nvPicPr>
        <p:blipFill>
          <a:blip r:embed="rId3">
            <a:alphaModFix/>
          </a:blip>
          <a:stretch>
            <a:fillRect/>
          </a:stretch>
        </p:blipFill>
        <p:spPr>
          <a:xfrm>
            <a:off x="4280350" y="1085300"/>
            <a:ext cx="4659851" cy="33552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6875c22024_0_1142"/>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Process Orders - Creation</a:t>
            </a:r>
            <a:endParaRPr/>
          </a:p>
        </p:txBody>
      </p:sp>
      <p:sp>
        <p:nvSpPr>
          <p:cNvPr id="451" name="Google Shape;451;g36875c22024_0_1142"/>
          <p:cNvSpPr txBox="1"/>
          <p:nvPr/>
        </p:nvSpPr>
        <p:spPr>
          <a:xfrm>
            <a:off x="468325" y="1117925"/>
            <a:ext cx="4352700" cy="80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b="1" lang="en-US" sz="1100">
                <a:latin typeface="Calibri"/>
                <a:ea typeface="Calibri"/>
                <a:cs typeface="Calibri"/>
                <a:sym typeface="Calibri"/>
              </a:rPr>
              <a:t>MRP Controller: </a:t>
            </a:r>
            <a:r>
              <a:rPr lang="en-US" sz="1100">
                <a:latin typeface="Calibri"/>
                <a:ea typeface="Calibri"/>
                <a:cs typeface="Calibri"/>
                <a:sym typeface="Calibri"/>
              </a:rPr>
              <a:t>Number of the responsible MRP controller</a:t>
            </a:r>
            <a:endParaRPr sz="1100">
              <a:latin typeface="Calibri"/>
              <a:ea typeface="Calibri"/>
              <a:cs typeface="Calibri"/>
              <a:sym typeface="Calibri"/>
            </a:endParaRPr>
          </a:p>
          <a:p>
            <a:pPr indent="0" lvl="0" marL="0" marR="0" rtl="0" algn="l">
              <a:lnSpc>
                <a:spcPct val="100000"/>
              </a:lnSpc>
              <a:spcBef>
                <a:spcPts val="200"/>
              </a:spcBef>
              <a:spcAft>
                <a:spcPts val="0"/>
              </a:spcAft>
              <a:buNone/>
            </a:pPr>
            <a:r>
              <a:t/>
            </a:r>
            <a:endParaRPr b="1" sz="1100">
              <a:latin typeface="Calibri"/>
              <a:ea typeface="Calibri"/>
              <a:cs typeface="Calibri"/>
              <a:sym typeface="Calibri"/>
            </a:endParaRPr>
          </a:p>
          <a:p>
            <a:pPr indent="0" lvl="0" marL="0" marR="0" rtl="0" algn="l">
              <a:lnSpc>
                <a:spcPct val="100000"/>
              </a:lnSpc>
              <a:spcBef>
                <a:spcPts val="200"/>
              </a:spcBef>
              <a:spcAft>
                <a:spcPts val="0"/>
              </a:spcAft>
              <a:buNone/>
            </a:pPr>
            <a:r>
              <a:rPr b="1" lang="en-US" sz="1100">
                <a:latin typeface="Calibri"/>
                <a:ea typeface="Calibri"/>
                <a:cs typeface="Calibri"/>
                <a:sym typeface="Calibri"/>
              </a:rPr>
              <a:t>Production Scheduling Profile: </a:t>
            </a:r>
            <a:r>
              <a:rPr lang="en-US" sz="1100">
                <a:latin typeface="Calibri"/>
                <a:ea typeface="Calibri"/>
                <a:cs typeface="Calibri"/>
                <a:sym typeface="Calibri"/>
              </a:rPr>
              <a:t>Profile that you can use to</a:t>
            </a:r>
            <a:endParaRPr sz="1100">
              <a:latin typeface="Calibri"/>
              <a:ea typeface="Calibri"/>
              <a:cs typeface="Calibri"/>
              <a:sym typeface="Calibri"/>
            </a:endParaRPr>
          </a:p>
          <a:p>
            <a:pPr indent="0" lvl="0" marL="0" marR="0" rtl="0" algn="l">
              <a:lnSpc>
                <a:spcPct val="100000"/>
              </a:lnSpc>
              <a:spcBef>
                <a:spcPts val="200"/>
              </a:spcBef>
              <a:spcAft>
                <a:spcPts val="0"/>
              </a:spcAft>
              <a:buNone/>
            </a:pPr>
            <a:r>
              <a:t/>
            </a:r>
            <a:endParaRPr sz="1100">
              <a:latin typeface="Calibri"/>
              <a:ea typeface="Calibri"/>
              <a:cs typeface="Calibri"/>
              <a:sym typeface="Calibri"/>
            </a:endParaRPr>
          </a:p>
          <a:p>
            <a:pPr indent="-298450" lvl="0" marL="457200" marR="0" rtl="0" algn="l">
              <a:lnSpc>
                <a:spcPct val="100000"/>
              </a:lnSpc>
              <a:spcBef>
                <a:spcPts val="200"/>
              </a:spcBef>
              <a:spcAft>
                <a:spcPts val="0"/>
              </a:spcAft>
              <a:buSzPts val="1100"/>
              <a:buFont typeface="Calibri"/>
              <a:buChar char="●"/>
            </a:pPr>
            <a:r>
              <a:rPr lang="en-US" sz="1100">
                <a:latin typeface="Calibri"/>
                <a:ea typeface="Calibri"/>
                <a:cs typeface="Calibri"/>
                <a:sym typeface="Calibri"/>
              </a:rPr>
              <a:t>specify that certain business transactions are carried out in parallel in a production order / process order (you can, for example, create and release an order at the same time, or release an order and print the shop papers)</a:t>
            </a:r>
            <a:endParaRPr sz="1100">
              <a:latin typeface="Calibri"/>
              <a:ea typeface="Calibri"/>
              <a:cs typeface="Calibri"/>
              <a:sym typeface="Calibri"/>
            </a:endParaRPr>
          </a:p>
          <a:p>
            <a:pPr indent="-298450" lvl="0" marL="457200" marR="0" rtl="0" algn="l">
              <a:lnSpc>
                <a:spcPct val="100000"/>
              </a:lnSpc>
              <a:spcBef>
                <a:spcPts val="0"/>
              </a:spcBef>
              <a:spcAft>
                <a:spcPts val="0"/>
              </a:spcAft>
              <a:buSzPts val="1100"/>
              <a:buFont typeface="Calibri"/>
              <a:buChar char="●"/>
            </a:pPr>
            <a:r>
              <a:rPr lang="en-US" sz="1100">
                <a:latin typeface="Calibri"/>
                <a:ea typeface="Calibri"/>
                <a:cs typeface="Calibri"/>
                <a:sym typeface="Calibri"/>
              </a:rPr>
              <a:t>trigger an automatic goods receipt</a:t>
            </a:r>
            <a:endParaRPr sz="1100">
              <a:latin typeface="Calibri"/>
              <a:ea typeface="Calibri"/>
              <a:cs typeface="Calibri"/>
              <a:sym typeface="Calibri"/>
            </a:endParaRPr>
          </a:p>
          <a:p>
            <a:pPr indent="-298450" lvl="0" marL="457200" marR="0" rtl="0" algn="l">
              <a:lnSpc>
                <a:spcPct val="100000"/>
              </a:lnSpc>
              <a:spcBef>
                <a:spcPts val="0"/>
              </a:spcBef>
              <a:spcAft>
                <a:spcPts val="0"/>
              </a:spcAft>
              <a:buSzPts val="1100"/>
              <a:buFont typeface="Calibri"/>
              <a:buChar char="●"/>
            </a:pPr>
            <a:r>
              <a:rPr lang="en-US" sz="1100">
                <a:latin typeface="Calibri"/>
                <a:ea typeface="Calibri"/>
                <a:cs typeface="Calibri"/>
                <a:sym typeface="Calibri"/>
              </a:rPr>
              <a:t>specify an overall profile for capacity leveling</a:t>
            </a:r>
            <a:endParaRPr sz="1100">
              <a:latin typeface="Calibri"/>
              <a:ea typeface="Calibri"/>
              <a:cs typeface="Calibri"/>
              <a:sym typeface="Calibri"/>
            </a:endParaRPr>
          </a:p>
          <a:p>
            <a:pPr indent="0" lvl="0" marL="0" marR="0" rtl="0" algn="l">
              <a:lnSpc>
                <a:spcPct val="100000"/>
              </a:lnSpc>
              <a:spcBef>
                <a:spcPts val="200"/>
              </a:spcBef>
              <a:spcAft>
                <a:spcPts val="0"/>
              </a:spcAft>
              <a:buNone/>
            </a:pPr>
            <a:r>
              <a:t/>
            </a:r>
            <a:endParaRPr b="1" sz="1100">
              <a:latin typeface="Calibri"/>
              <a:ea typeface="Calibri"/>
              <a:cs typeface="Calibri"/>
              <a:sym typeface="Calibri"/>
            </a:endParaRPr>
          </a:p>
          <a:p>
            <a:pPr indent="0" lvl="0" marL="0" marR="0" rtl="0" algn="l">
              <a:lnSpc>
                <a:spcPct val="100000"/>
              </a:lnSpc>
              <a:spcBef>
                <a:spcPts val="200"/>
              </a:spcBef>
              <a:spcAft>
                <a:spcPts val="0"/>
              </a:spcAft>
              <a:buNone/>
            </a:pPr>
            <a:r>
              <a:rPr b="1" lang="en-US" sz="1100">
                <a:latin typeface="Calibri"/>
                <a:ea typeface="Calibri"/>
                <a:cs typeface="Calibri"/>
                <a:sym typeface="Calibri"/>
              </a:rPr>
              <a:t>Assignments:</a:t>
            </a:r>
            <a:endParaRPr b="1" sz="1100">
              <a:latin typeface="Calibri"/>
              <a:ea typeface="Calibri"/>
              <a:cs typeface="Calibri"/>
              <a:sym typeface="Calibri"/>
            </a:endParaRPr>
          </a:p>
          <a:p>
            <a:pPr indent="0" lvl="0" marL="0" marR="0" rtl="0" algn="l">
              <a:lnSpc>
                <a:spcPct val="100000"/>
              </a:lnSpc>
              <a:spcBef>
                <a:spcPts val="200"/>
              </a:spcBef>
              <a:spcAft>
                <a:spcPts val="0"/>
              </a:spcAft>
              <a:buNone/>
            </a:pPr>
            <a:r>
              <a:rPr lang="en-US" sz="1100">
                <a:latin typeface="Calibri"/>
                <a:ea typeface="Calibri"/>
                <a:cs typeface="Calibri"/>
                <a:sym typeface="Calibri"/>
              </a:rPr>
              <a:t>The most important assignments are the planned order and the </a:t>
            </a:r>
            <a:r>
              <a:rPr lang="en-US" sz="1100">
                <a:latin typeface="Calibri"/>
                <a:ea typeface="Calibri"/>
                <a:cs typeface="Calibri"/>
                <a:sym typeface="Calibri"/>
              </a:rPr>
              <a:t>sales</a:t>
            </a:r>
            <a:r>
              <a:rPr lang="en-US" sz="1100">
                <a:latin typeface="Calibri"/>
                <a:ea typeface="Calibri"/>
                <a:cs typeface="Calibri"/>
                <a:sym typeface="Calibri"/>
              </a:rPr>
              <a:t> order. This happens automatically.</a:t>
            </a:r>
            <a:endParaRPr sz="1100">
              <a:latin typeface="Calibri"/>
              <a:ea typeface="Calibri"/>
              <a:cs typeface="Calibri"/>
              <a:sym typeface="Calibri"/>
            </a:endParaRPr>
          </a:p>
          <a:p>
            <a:pPr indent="0" lvl="0" marL="0" marR="0" rtl="0" algn="l">
              <a:lnSpc>
                <a:spcPct val="100000"/>
              </a:lnSpc>
              <a:spcBef>
                <a:spcPts val="200"/>
              </a:spcBef>
              <a:spcAft>
                <a:spcPts val="0"/>
              </a:spcAft>
              <a:buNone/>
            </a:pPr>
            <a:r>
              <a:t/>
            </a:r>
            <a:endParaRPr sz="1100">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pic>
        <p:nvPicPr>
          <p:cNvPr id="452" name="Google Shape;452;g36875c22024_0_1142"/>
          <p:cNvPicPr preferRelativeResize="0"/>
          <p:nvPr/>
        </p:nvPicPr>
        <p:blipFill rotWithShape="1">
          <a:blip r:embed="rId3">
            <a:alphaModFix/>
          </a:blip>
          <a:srcRect b="0" l="0" r="13926" t="0"/>
          <a:stretch/>
        </p:blipFill>
        <p:spPr>
          <a:xfrm>
            <a:off x="4981350" y="980150"/>
            <a:ext cx="4000100" cy="339417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6875c22024_0_1149"/>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Process Orders - Creation</a:t>
            </a:r>
            <a:endParaRPr/>
          </a:p>
        </p:txBody>
      </p:sp>
      <p:sp>
        <p:nvSpPr>
          <p:cNvPr id="458" name="Google Shape;458;g36875c22024_0_1149"/>
          <p:cNvSpPr txBox="1"/>
          <p:nvPr/>
        </p:nvSpPr>
        <p:spPr>
          <a:xfrm>
            <a:off x="468325" y="1117925"/>
            <a:ext cx="4352700" cy="80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b="1" lang="en-US">
                <a:latin typeface="Calibri"/>
                <a:ea typeface="Calibri"/>
                <a:cs typeface="Calibri"/>
                <a:sym typeface="Calibri"/>
              </a:rPr>
              <a:t>Stock Type: </a:t>
            </a:r>
            <a:r>
              <a:rPr lang="en-US">
                <a:latin typeface="Calibri"/>
                <a:ea typeface="Calibri"/>
                <a:cs typeface="Calibri"/>
                <a:sym typeface="Calibri"/>
              </a:rPr>
              <a:t>Specifies the stock to which the material is posted upon goods receipt (or from which it is posted upon goods issue). </a:t>
            </a:r>
            <a:endParaRPr>
              <a:latin typeface="Calibri"/>
              <a:ea typeface="Calibri"/>
              <a:cs typeface="Calibri"/>
              <a:sym typeface="Calibri"/>
            </a:endParaRPr>
          </a:p>
          <a:p>
            <a:pPr indent="0" lvl="0" marL="0" marR="0" rtl="0" algn="l">
              <a:lnSpc>
                <a:spcPct val="100000"/>
              </a:lnSpc>
              <a:spcBef>
                <a:spcPts val="200"/>
              </a:spcBef>
              <a:spcAft>
                <a:spcPts val="0"/>
              </a:spcAft>
              <a:buNone/>
            </a:pPr>
            <a:r>
              <a:t/>
            </a:r>
            <a:endParaRPr>
              <a:latin typeface="Calibri"/>
              <a:ea typeface="Calibri"/>
              <a:cs typeface="Calibri"/>
              <a:sym typeface="Calibri"/>
            </a:endParaRPr>
          </a:p>
          <a:p>
            <a:pPr indent="0" lvl="0" marL="0" marR="0" rtl="0" algn="l">
              <a:lnSpc>
                <a:spcPct val="100000"/>
              </a:lnSpc>
              <a:spcBef>
                <a:spcPts val="200"/>
              </a:spcBef>
              <a:spcAft>
                <a:spcPts val="0"/>
              </a:spcAft>
              <a:buNone/>
            </a:pPr>
            <a:r>
              <a:rPr b="1" lang="en-US">
                <a:latin typeface="Calibri"/>
                <a:ea typeface="Calibri"/>
                <a:cs typeface="Calibri"/>
                <a:sym typeface="Calibri"/>
              </a:rPr>
              <a:t>Batch</a:t>
            </a:r>
            <a:r>
              <a:rPr lang="en-US">
                <a:latin typeface="Calibri"/>
                <a:ea typeface="Calibri"/>
                <a:cs typeface="Calibri"/>
                <a:sym typeface="Calibri"/>
              </a:rPr>
              <a:t>: Assigns the production to that particular batch.</a:t>
            </a:r>
            <a:endParaRPr>
              <a:latin typeface="Calibri"/>
              <a:ea typeface="Calibri"/>
              <a:cs typeface="Calibri"/>
              <a:sym typeface="Calibri"/>
            </a:endParaRPr>
          </a:p>
          <a:p>
            <a:pPr indent="0" lvl="0" marL="0" marR="0" rtl="0" algn="l">
              <a:lnSpc>
                <a:spcPct val="100000"/>
              </a:lnSpc>
              <a:spcBef>
                <a:spcPts val="200"/>
              </a:spcBef>
              <a:spcAft>
                <a:spcPts val="0"/>
              </a:spcAft>
              <a:buNone/>
            </a:pPr>
            <a:r>
              <a:t/>
            </a:r>
            <a:endParaRPr sz="1100">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pic>
        <p:nvPicPr>
          <p:cNvPr id="459" name="Google Shape;459;g36875c22024_0_1149"/>
          <p:cNvPicPr preferRelativeResize="0"/>
          <p:nvPr/>
        </p:nvPicPr>
        <p:blipFill>
          <a:blip r:embed="rId3">
            <a:alphaModFix/>
          </a:blip>
          <a:stretch>
            <a:fillRect/>
          </a:stretch>
        </p:blipFill>
        <p:spPr>
          <a:xfrm>
            <a:off x="4973425" y="891225"/>
            <a:ext cx="4018175" cy="336105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6875c22024_0_1156"/>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Process Orders - Creation</a:t>
            </a:r>
            <a:endParaRPr/>
          </a:p>
        </p:txBody>
      </p:sp>
      <p:sp>
        <p:nvSpPr>
          <p:cNvPr id="465" name="Google Shape;465;g36875c22024_0_1156"/>
          <p:cNvSpPr txBox="1"/>
          <p:nvPr/>
        </p:nvSpPr>
        <p:spPr>
          <a:xfrm>
            <a:off x="468325" y="1117925"/>
            <a:ext cx="3645000" cy="80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lang="en-US">
                <a:latin typeface="Calibri"/>
                <a:ea typeface="Calibri"/>
                <a:cs typeface="Calibri"/>
                <a:sym typeface="Calibri"/>
              </a:rPr>
              <a:t>The Master Data View indicates the production version, master recipe, bill of material, and, if present, the resource network that are assigned to the process order.</a:t>
            </a:r>
            <a:endParaRPr>
              <a:latin typeface="Calibri"/>
              <a:ea typeface="Calibri"/>
              <a:cs typeface="Calibri"/>
              <a:sym typeface="Calibri"/>
            </a:endParaRPr>
          </a:p>
          <a:p>
            <a:pPr indent="0" lvl="0" marL="0" marR="0" rtl="0" algn="l">
              <a:lnSpc>
                <a:spcPct val="100000"/>
              </a:lnSpc>
              <a:spcBef>
                <a:spcPts val="200"/>
              </a:spcBef>
              <a:spcAft>
                <a:spcPts val="0"/>
              </a:spcAft>
              <a:buNone/>
            </a:pPr>
            <a:r>
              <a:t/>
            </a:r>
            <a:endParaRPr sz="1100">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pic>
        <p:nvPicPr>
          <p:cNvPr id="466" name="Google Shape;466;g36875c22024_0_1156"/>
          <p:cNvPicPr preferRelativeResize="0"/>
          <p:nvPr/>
        </p:nvPicPr>
        <p:blipFill>
          <a:blip r:embed="rId3">
            <a:alphaModFix/>
          </a:blip>
          <a:stretch>
            <a:fillRect/>
          </a:stretch>
        </p:blipFill>
        <p:spPr>
          <a:xfrm>
            <a:off x="4572000" y="875251"/>
            <a:ext cx="4419599" cy="373196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36875c22024_0_1163"/>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Process Orders - Creation</a:t>
            </a:r>
            <a:endParaRPr/>
          </a:p>
        </p:txBody>
      </p:sp>
      <p:sp>
        <p:nvSpPr>
          <p:cNvPr id="472" name="Google Shape;472;g36875c22024_0_1163"/>
          <p:cNvSpPr txBox="1"/>
          <p:nvPr/>
        </p:nvSpPr>
        <p:spPr>
          <a:xfrm>
            <a:off x="468325" y="1290950"/>
            <a:ext cx="7144800" cy="80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lang="en-US">
                <a:latin typeface="Calibri"/>
                <a:ea typeface="Calibri"/>
                <a:cs typeface="Calibri"/>
                <a:sym typeface="Calibri"/>
              </a:rPr>
              <a:t>The material list </a:t>
            </a:r>
            <a:r>
              <a:rPr lang="en-US">
                <a:latin typeface="Calibri"/>
                <a:ea typeface="Calibri"/>
                <a:cs typeface="Calibri"/>
                <a:sym typeface="Calibri"/>
              </a:rPr>
              <a:t>includes</a:t>
            </a:r>
            <a:r>
              <a:rPr lang="en-US">
                <a:latin typeface="Calibri"/>
                <a:ea typeface="Calibri"/>
                <a:cs typeface="Calibri"/>
                <a:sym typeface="Calibri"/>
              </a:rPr>
              <a:t> all the </a:t>
            </a:r>
            <a:r>
              <a:rPr b="1" lang="en-US">
                <a:latin typeface="Calibri"/>
                <a:ea typeface="Calibri"/>
                <a:cs typeface="Calibri"/>
                <a:sym typeface="Calibri"/>
              </a:rPr>
              <a:t>materials </a:t>
            </a:r>
            <a:r>
              <a:rPr lang="en-US">
                <a:latin typeface="Calibri"/>
                <a:ea typeface="Calibri"/>
                <a:cs typeface="Calibri"/>
                <a:sym typeface="Calibri"/>
              </a:rPr>
              <a:t>that will be used during the production process.</a:t>
            </a:r>
            <a:endParaRPr>
              <a:latin typeface="Calibri"/>
              <a:ea typeface="Calibri"/>
              <a:cs typeface="Calibri"/>
              <a:sym typeface="Calibri"/>
            </a:endParaRPr>
          </a:p>
          <a:p>
            <a:pPr indent="0" lvl="0" marL="0" marR="0" rtl="0" algn="l">
              <a:lnSpc>
                <a:spcPct val="100000"/>
              </a:lnSpc>
              <a:spcBef>
                <a:spcPts val="200"/>
              </a:spcBef>
              <a:spcAft>
                <a:spcPts val="0"/>
              </a:spcAft>
              <a:buNone/>
            </a:pPr>
            <a:r>
              <a:t/>
            </a:r>
            <a:endParaRPr sz="1100">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pic>
        <p:nvPicPr>
          <p:cNvPr id="473" name="Google Shape;473;g36875c22024_0_1163"/>
          <p:cNvPicPr preferRelativeResize="0"/>
          <p:nvPr/>
        </p:nvPicPr>
        <p:blipFill>
          <a:blip r:embed="rId3">
            <a:alphaModFix/>
          </a:blip>
          <a:stretch>
            <a:fillRect/>
          </a:stretch>
        </p:blipFill>
        <p:spPr>
          <a:xfrm>
            <a:off x="152400" y="1918925"/>
            <a:ext cx="8839201" cy="1696412"/>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691bdd514c_1_19"/>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Process Orders - Creation</a:t>
            </a:r>
            <a:endParaRPr/>
          </a:p>
        </p:txBody>
      </p:sp>
      <p:sp>
        <p:nvSpPr>
          <p:cNvPr id="479" name="Google Shape;479;g3691bdd514c_1_19"/>
          <p:cNvSpPr txBox="1"/>
          <p:nvPr/>
        </p:nvSpPr>
        <p:spPr>
          <a:xfrm>
            <a:off x="468325" y="1290950"/>
            <a:ext cx="7144800" cy="8010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Batch determination in SAP PP is the automated selection of the right batch of material during production, based on predefined criteria like expiration date or quality. This ensures traceability, quality control, and regulatory compliance by making sure the correct materials are used in each production process.</a:t>
            </a:r>
            <a:endParaRPr sz="1050">
              <a:solidFill>
                <a:schemeClr val="dk1"/>
              </a:solidFill>
            </a:endParaRPr>
          </a:p>
          <a:p>
            <a:pPr indent="0" lvl="0" marL="0" marR="0" rtl="0" algn="l">
              <a:lnSpc>
                <a:spcPct val="100000"/>
              </a:lnSpc>
              <a:spcBef>
                <a:spcPts val="300"/>
              </a:spcBef>
              <a:spcAft>
                <a:spcPts val="0"/>
              </a:spcAft>
              <a:buClr>
                <a:srgbClr val="000000"/>
              </a:buClr>
              <a:buSzPts val="1100"/>
              <a:buFont typeface="Arial"/>
              <a:buNone/>
            </a:pPr>
            <a:r>
              <a:t/>
            </a:r>
            <a:endParaRPr>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pic>
        <p:nvPicPr>
          <p:cNvPr id="480" name="Google Shape;480;g3691bdd514c_1_19"/>
          <p:cNvPicPr preferRelativeResize="0"/>
          <p:nvPr/>
        </p:nvPicPr>
        <p:blipFill>
          <a:blip r:embed="rId3">
            <a:alphaModFix/>
          </a:blip>
          <a:stretch>
            <a:fillRect/>
          </a:stretch>
        </p:blipFill>
        <p:spPr>
          <a:xfrm>
            <a:off x="152400" y="2244350"/>
            <a:ext cx="8839201" cy="21903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6875c22024_0_1170"/>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Process Orders - Creation</a:t>
            </a:r>
            <a:endParaRPr/>
          </a:p>
        </p:txBody>
      </p:sp>
      <p:sp>
        <p:nvSpPr>
          <p:cNvPr id="486" name="Google Shape;486;g36875c22024_0_1170"/>
          <p:cNvSpPr txBox="1"/>
          <p:nvPr/>
        </p:nvSpPr>
        <p:spPr>
          <a:xfrm>
            <a:off x="429450" y="867250"/>
            <a:ext cx="8285100" cy="80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lang="en-US">
                <a:latin typeface="Calibri"/>
                <a:ea typeface="Calibri"/>
                <a:cs typeface="Calibri"/>
                <a:sym typeface="Calibri"/>
              </a:rPr>
              <a:t>The operations include all the </a:t>
            </a:r>
            <a:r>
              <a:rPr b="1" lang="en-US">
                <a:latin typeface="Calibri"/>
                <a:ea typeface="Calibri"/>
                <a:cs typeface="Calibri"/>
                <a:sym typeface="Calibri"/>
              </a:rPr>
              <a:t>activities and phases </a:t>
            </a:r>
            <a:r>
              <a:rPr lang="en-US">
                <a:latin typeface="Calibri"/>
                <a:ea typeface="Calibri"/>
                <a:cs typeface="Calibri"/>
                <a:sym typeface="Calibri"/>
              </a:rPr>
              <a:t>that will be executed during the production process.</a:t>
            </a:r>
            <a:endParaRPr>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Phases</a:t>
            </a:r>
            <a:r>
              <a:rPr lang="en-US" sz="1100">
                <a:solidFill>
                  <a:schemeClr val="dk1"/>
                </a:solidFill>
              </a:rPr>
              <a:t> are the main steps in the process order.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Activities</a:t>
            </a:r>
            <a:r>
              <a:rPr lang="en-US" sz="1100">
                <a:solidFill>
                  <a:schemeClr val="dk1"/>
                </a:solidFill>
              </a:rPr>
              <a:t> are the tasks or resource usages within each phase.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Each phase can have multiple activities assigned to it.</a:t>
            </a:r>
            <a:endParaRPr sz="1100">
              <a:solidFill>
                <a:schemeClr val="dk1"/>
              </a:solidFill>
            </a:endParaRPr>
          </a:p>
          <a:p>
            <a:pPr indent="0" lvl="0" marL="0" marR="0" rtl="0" algn="l">
              <a:lnSpc>
                <a:spcPct val="100000"/>
              </a:lnSpc>
              <a:spcBef>
                <a:spcPts val="1200"/>
              </a:spcBef>
              <a:spcAft>
                <a:spcPts val="0"/>
              </a:spcAft>
              <a:buNone/>
            </a:pPr>
            <a:r>
              <a:t/>
            </a:r>
            <a:endParaRPr sz="1100">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pic>
        <p:nvPicPr>
          <p:cNvPr id="487" name="Google Shape;487;g36875c22024_0_1170"/>
          <p:cNvPicPr preferRelativeResize="0"/>
          <p:nvPr/>
        </p:nvPicPr>
        <p:blipFill>
          <a:blip r:embed="rId3">
            <a:alphaModFix/>
          </a:blip>
          <a:stretch>
            <a:fillRect/>
          </a:stretch>
        </p:blipFill>
        <p:spPr>
          <a:xfrm>
            <a:off x="152400" y="1961225"/>
            <a:ext cx="8839201" cy="222276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691bdd514c_1_232"/>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Plan Production Line Changes (Change Overs/Clean Outs)- M-100-220</a:t>
            </a:r>
            <a:endParaRPr/>
          </a:p>
        </p:txBody>
      </p:sp>
      <p:sp>
        <p:nvSpPr>
          <p:cNvPr id="493" name="Google Shape;493;g3691bdd514c_1_232"/>
          <p:cNvSpPr txBox="1"/>
          <p:nvPr/>
        </p:nvSpPr>
        <p:spPr>
          <a:xfrm>
            <a:off x="468325" y="1290950"/>
            <a:ext cx="8285100" cy="80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200"/>
              </a:spcBef>
              <a:spcAft>
                <a:spcPts val="0"/>
              </a:spcAft>
              <a:buNone/>
            </a:pPr>
            <a:r>
              <a:rPr lang="en-US">
                <a:latin typeface="Calibri"/>
                <a:ea typeface="Calibri"/>
                <a:cs typeface="Calibri"/>
                <a:sym typeface="Calibri"/>
              </a:rPr>
              <a:t>In SAP PP, planning production line changes involves updating the production plan to reflect new products, processes, or schedules. This typically includes modifying the bill of materials (BOM) and recipe, adjusting production versions, and updating master data. The changes are then incorporated into the production schedule, ensuring that future orders use the revised setup.</a:t>
            </a:r>
            <a:endParaRPr>
              <a:latin typeface="Calibri"/>
              <a:ea typeface="Calibri"/>
              <a:cs typeface="Calibri"/>
              <a:sym typeface="Calibri"/>
            </a:endParaRPr>
          </a:p>
          <a:p>
            <a:pPr indent="0" lvl="0" marL="0" marR="0" rtl="0" algn="l">
              <a:lnSpc>
                <a:spcPct val="100000"/>
              </a:lnSpc>
              <a:spcBef>
                <a:spcPts val="200"/>
              </a:spcBef>
              <a:spcAft>
                <a:spcPts val="0"/>
              </a:spcAft>
              <a:buNone/>
            </a:pPr>
            <a:r>
              <a:t/>
            </a:r>
            <a:endParaRPr sz="1100">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pic>
        <p:nvPicPr>
          <p:cNvPr id="494" name="Google Shape;494;g3691bdd514c_1_232"/>
          <p:cNvPicPr preferRelativeResize="0"/>
          <p:nvPr/>
        </p:nvPicPr>
        <p:blipFill>
          <a:blip r:embed="rId3">
            <a:alphaModFix/>
          </a:blip>
          <a:stretch>
            <a:fillRect/>
          </a:stretch>
        </p:blipFill>
        <p:spPr>
          <a:xfrm>
            <a:off x="468325" y="2313223"/>
            <a:ext cx="7567625" cy="2311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18"/>
          <p:cNvSpPr txBox="1"/>
          <p:nvPr/>
        </p:nvSpPr>
        <p:spPr>
          <a:xfrm>
            <a:off x="683763" y="690773"/>
            <a:ext cx="6980637" cy="55399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This process involves authorizing a process order to begin production. It involves several steps and checks to ensure that all necessary prerequisites are met before production can begin. This includes checking material availability, capacity, and ensuring that all required documents and approvals are in place</a:t>
            </a:r>
            <a:endParaRPr b="0" i="0" sz="1050" u="none" cap="none" strike="noStrike">
              <a:solidFill>
                <a:srgbClr val="000000"/>
              </a:solidFill>
              <a:latin typeface="Arial"/>
              <a:ea typeface="Arial"/>
              <a:cs typeface="Arial"/>
              <a:sym typeface="Arial"/>
            </a:endParaRPr>
          </a:p>
        </p:txBody>
      </p:sp>
      <p:sp>
        <p:nvSpPr>
          <p:cNvPr id="501" name="Google Shape;501;p18"/>
          <p:cNvSpPr txBox="1"/>
          <p:nvPr>
            <p:ph type="title"/>
          </p:nvPr>
        </p:nvSpPr>
        <p:spPr>
          <a:xfrm>
            <a:off x="596214" y="36784"/>
            <a:ext cx="8572500" cy="230833"/>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Release Process Order</a:t>
            </a:r>
            <a:r>
              <a:rPr lang="en-US"/>
              <a:t>  - </a:t>
            </a:r>
            <a:r>
              <a:rPr lang="en-US"/>
              <a:t> M-100-050 </a:t>
            </a:r>
            <a:br>
              <a:rPr lang="en-US"/>
            </a:br>
            <a:endParaRPr/>
          </a:p>
        </p:txBody>
      </p:sp>
      <p:pic>
        <p:nvPicPr>
          <p:cNvPr id="502" name="Google Shape;502;p18"/>
          <p:cNvPicPr preferRelativeResize="0"/>
          <p:nvPr/>
        </p:nvPicPr>
        <p:blipFill rotWithShape="1">
          <a:blip r:embed="rId3">
            <a:alphaModFix/>
          </a:blip>
          <a:srcRect b="0" l="0" r="0" t="0"/>
          <a:stretch/>
        </p:blipFill>
        <p:spPr>
          <a:xfrm>
            <a:off x="373987" y="1635746"/>
            <a:ext cx="8396027" cy="21624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id="507" name="Google Shape;507;g36875c22024_0_1177"/>
          <p:cNvPicPr preferRelativeResize="0"/>
          <p:nvPr/>
        </p:nvPicPr>
        <p:blipFill>
          <a:blip r:embed="rId3">
            <a:alphaModFix/>
          </a:blip>
          <a:stretch>
            <a:fillRect/>
          </a:stretch>
        </p:blipFill>
        <p:spPr>
          <a:xfrm>
            <a:off x="136627" y="1077450"/>
            <a:ext cx="8662148" cy="3542550"/>
          </a:xfrm>
          <a:prstGeom prst="rect">
            <a:avLst/>
          </a:prstGeom>
          <a:noFill/>
          <a:ln cap="flat" cmpd="sng" w="9525">
            <a:solidFill>
              <a:schemeClr val="dk1"/>
            </a:solidFill>
            <a:prstDash val="solid"/>
            <a:round/>
            <a:headEnd len="sm" w="sm" type="none"/>
            <a:tailEnd len="sm" w="sm" type="none"/>
          </a:ln>
        </p:spPr>
      </p:pic>
      <p:sp>
        <p:nvSpPr>
          <p:cNvPr id="508" name="Google Shape;508;g36875c22024_0_1177"/>
          <p:cNvSpPr txBox="1"/>
          <p:nvPr>
            <p:ph type="title"/>
          </p:nvPr>
        </p:nvSpPr>
        <p:spPr>
          <a:xfrm>
            <a:off x="468323" y="366725"/>
            <a:ext cx="70032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Process Orders - Release</a:t>
            </a:r>
            <a:endParaRPr/>
          </a:p>
        </p:txBody>
      </p:sp>
      <p:sp>
        <p:nvSpPr>
          <p:cNvPr id="509" name="Google Shape;509;g36875c22024_0_1177"/>
          <p:cNvSpPr/>
          <p:nvPr/>
        </p:nvSpPr>
        <p:spPr>
          <a:xfrm>
            <a:off x="5747988" y="2302519"/>
            <a:ext cx="344400" cy="2187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510" name="Google Shape;510;g36875c22024_0_1177"/>
          <p:cNvPicPr preferRelativeResize="0"/>
          <p:nvPr/>
        </p:nvPicPr>
        <p:blipFill>
          <a:blip r:embed="rId4">
            <a:alphaModFix/>
          </a:blip>
          <a:stretch>
            <a:fillRect/>
          </a:stretch>
        </p:blipFill>
        <p:spPr>
          <a:xfrm>
            <a:off x="5747999" y="198587"/>
            <a:ext cx="1511100" cy="6410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0"/>
          <p:cNvSpPr txBox="1"/>
          <p:nvPr>
            <p:ph type="title"/>
          </p:nvPr>
        </p:nvSpPr>
        <p:spPr>
          <a:xfrm>
            <a:off x="596215" y="58198"/>
            <a:ext cx="7421777" cy="532028"/>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Print Production Labels - </a:t>
            </a:r>
            <a:r>
              <a:rPr lang="en-US"/>
              <a:t> M-100-080 </a:t>
            </a:r>
            <a:br>
              <a:rPr lang="en-US"/>
            </a:br>
            <a:endParaRPr>
              <a:latin typeface="Open Sans"/>
              <a:ea typeface="Open Sans"/>
              <a:cs typeface="Open Sans"/>
              <a:sym typeface="Open Sans"/>
            </a:endParaRPr>
          </a:p>
        </p:txBody>
      </p:sp>
      <p:sp>
        <p:nvSpPr>
          <p:cNvPr id="517" name="Google Shape;517;p20"/>
          <p:cNvSpPr txBox="1"/>
          <p:nvPr/>
        </p:nvSpPr>
        <p:spPr>
          <a:xfrm>
            <a:off x="596214" y="840375"/>
            <a:ext cx="7507909" cy="55399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This process involves</a:t>
            </a:r>
            <a:r>
              <a:rPr b="0" i="0" lang="en-US" sz="1050" u="none" cap="none" strike="noStrike">
                <a:solidFill>
                  <a:srgbClr val="000000"/>
                </a:solidFill>
                <a:latin typeface="Open Sans"/>
                <a:ea typeface="Open Sans"/>
                <a:cs typeface="Open Sans"/>
                <a:sym typeface="Open Sans"/>
              </a:rPr>
              <a:t> </a:t>
            </a:r>
            <a:r>
              <a:rPr b="0" i="0" lang="en-US" sz="1050" u="none" cap="none" strike="noStrike">
                <a:solidFill>
                  <a:srgbClr val="000000"/>
                </a:solidFill>
                <a:latin typeface="Arial"/>
                <a:ea typeface="Arial"/>
                <a:cs typeface="Arial"/>
                <a:sym typeface="Arial"/>
              </a:rPr>
              <a:t>printing labels for products or materials used in production. Forms and labels are essential for various business transactions, including order confirmations, delivery notes, and production labels. Labels typically include information such as product codes, batch numbers, and quantities, ensuring proper identification and traceability.</a:t>
            </a:r>
            <a:endParaRPr b="0" i="0" sz="1050" u="none" cap="none" strike="noStrike">
              <a:solidFill>
                <a:srgbClr val="000000"/>
              </a:solidFill>
              <a:latin typeface="Arial"/>
              <a:ea typeface="Arial"/>
              <a:cs typeface="Arial"/>
              <a:sym typeface="Arial"/>
            </a:endParaRPr>
          </a:p>
        </p:txBody>
      </p:sp>
      <p:pic>
        <p:nvPicPr>
          <p:cNvPr id="518" name="Google Shape;518;p20"/>
          <p:cNvPicPr preferRelativeResize="0"/>
          <p:nvPr/>
        </p:nvPicPr>
        <p:blipFill rotWithShape="1">
          <a:blip r:embed="rId3">
            <a:alphaModFix/>
          </a:blip>
          <a:srcRect b="0" l="0" r="0" t="0"/>
          <a:stretch/>
        </p:blipFill>
        <p:spPr>
          <a:xfrm>
            <a:off x="1212011" y="1616683"/>
            <a:ext cx="7163168" cy="28766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21"/>
          <p:cNvSpPr txBox="1"/>
          <p:nvPr>
            <p:ph type="title"/>
          </p:nvPr>
        </p:nvSpPr>
        <p:spPr>
          <a:xfrm>
            <a:off x="710663" y="119184"/>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Print Shopfloor Forms via Change Process Order App </a:t>
            </a:r>
            <a:endParaRPr/>
          </a:p>
        </p:txBody>
      </p:sp>
      <p:sp>
        <p:nvSpPr>
          <p:cNvPr id="524" name="Google Shape;524;p21"/>
          <p:cNvSpPr txBox="1"/>
          <p:nvPr/>
        </p:nvSpPr>
        <p:spPr>
          <a:xfrm>
            <a:off x="1356649" y="4073875"/>
            <a:ext cx="5809523" cy="262160"/>
          </a:xfrm>
          <a:prstGeom prst="rect">
            <a:avLst/>
          </a:prstGeom>
          <a:noFill/>
          <a:ln>
            <a:noFill/>
          </a:ln>
        </p:spPr>
        <p:txBody>
          <a:bodyPr anchorCtr="0" anchor="b" bIns="45700" lIns="91425" spcFirstLastPara="1" rIns="91425" wrap="square" tIns="45700">
            <a:noAutofit/>
          </a:bodyPr>
          <a:lstStyle/>
          <a:p>
            <a:pPr indent="0" lvl="0" marL="0" marR="0" rtl="0" algn="l">
              <a:lnSpc>
                <a:spcPct val="150000"/>
              </a:lnSpc>
              <a:spcBef>
                <a:spcPts val="0"/>
              </a:spcBef>
              <a:spcAft>
                <a:spcPts val="0"/>
              </a:spcAft>
              <a:buClr>
                <a:srgbClr val="000000"/>
              </a:buClr>
              <a:buSzPts val="1350"/>
              <a:buFont typeface="Arial"/>
              <a:buNone/>
            </a:pPr>
            <a:r>
              <a:rPr b="0" i="0" lang="en-US" sz="1350" u="none" cap="none" strike="noStrike">
                <a:solidFill>
                  <a:schemeClr val="dk1"/>
                </a:solidFill>
                <a:latin typeface="Open Sans"/>
                <a:ea typeface="Open Sans"/>
                <a:cs typeface="Open Sans"/>
                <a:sym typeface="Open Sans"/>
              </a:rPr>
              <a:t>Process Orders can be printed via COR2 or Change Process Order App</a:t>
            </a:r>
            <a:endParaRPr b="0" i="0" sz="1400" u="none" cap="none" strike="noStrike">
              <a:solidFill>
                <a:srgbClr val="000000"/>
              </a:solidFill>
              <a:latin typeface="Arial"/>
              <a:ea typeface="Arial"/>
              <a:cs typeface="Arial"/>
              <a:sym typeface="Arial"/>
            </a:endParaRPr>
          </a:p>
        </p:txBody>
      </p:sp>
      <p:grpSp>
        <p:nvGrpSpPr>
          <p:cNvPr id="525" name="Google Shape;525;p21"/>
          <p:cNvGrpSpPr/>
          <p:nvPr/>
        </p:nvGrpSpPr>
        <p:grpSpPr>
          <a:xfrm>
            <a:off x="613131" y="745069"/>
            <a:ext cx="7917739" cy="3970448"/>
            <a:chOff x="508115" y="1009266"/>
            <a:chExt cx="10556985" cy="5293930"/>
          </a:xfrm>
        </p:grpSpPr>
        <p:grpSp>
          <p:nvGrpSpPr>
            <p:cNvPr id="526" name="Google Shape;526;p21"/>
            <p:cNvGrpSpPr/>
            <p:nvPr/>
          </p:nvGrpSpPr>
          <p:grpSpPr>
            <a:xfrm>
              <a:off x="508115" y="1009266"/>
              <a:ext cx="10556985" cy="5293930"/>
              <a:chOff x="368189" y="1171191"/>
              <a:chExt cx="10556985" cy="5293930"/>
            </a:xfrm>
          </p:grpSpPr>
          <p:pic>
            <p:nvPicPr>
              <p:cNvPr id="527" name="Google Shape;527;p21"/>
              <p:cNvPicPr preferRelativeResize="0"/>
              <p:nvPr/>
            </p:nvPicPr>
            <p:blipFill rotWithShape="1">
              <a:blip r:embed="rId3">
                <a:alphaModFix/>
              </a:blip>
              <a:srcRect b="0" l="0" r="0" t="0"/>
              <a:stretch/>
            </p:blipFill>
            <p:spPr>
              <a:xfrm>
                <a:off x="368189" y="1171191"/>
                <a:ext cx="10556985" cy="5293930"/>
              </a:xfrm>
              <a:prstGeom prst="rect">
                <a:avLst/>
              </a:prstGeom>
              <a:noFill/>
              <a:ln>
                <a:noFill/>
              </a:ln>
            </p:spPr>
          </p:pic>
          <p:pic>
            <p:nvPicPr>
              <p:cNvPr id="528" name="Google Shape;528;p21"/>
              <p:cNvPicPr preferRelativeResize="0"/>
              <p:nvPr/>
            </p:nvPicPr>
            <p:blipFill rotWithShape="1">
              <a:blip r:embed="rId4">
                <a:alphaModFix/>
              </a:blip>
              <a:srcRect b="4783" l="663" r="779" t="11783"/>
              <a:stretch/>
            </p:blipFill>
            <p:spPr>
              <a:xfrm>
                <a:off x="590166" y="1339425"/>
                <a:ext cx="10119927" cy="4742838"/>
              </a:xfrm>
              <a:prstGeom prst="rect">
                <a:avLst/>
              </a:prstGeom>
              <a:noFill/>
              <a:ln cap="flat" cmpd="sng" w="12700">
                <a:solidFill>
                  <a:srgbClr val="303C43"/>
                </a:solidFill>
                <a:prstDash val="solid"/>
                <a:round/>
                <a:headEnd len="sm" w="sm" type="none"/>
                <a:tailEnd len="sm" w="sm" type="none"/>
              </a:ln>
            </p:spPr>
          </p:pic>
        </p:grpSp>
        <p:sp>
          <p:nvSpPr>
            <p:cNvPr id="529" name="Google Shape;529;p21"/>
            <p:cNvSpPr/>
            <p:nvPr/>
          </p:nvSpPr>
          <p:spPr>
            <a:xfrm>
              <a:off x="10114302" y="1557275"/>
              <a:ext cx="431246" cy="171700"/>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3691bdd514c_1_55"/>
          <p:cNvSpPr txBox="1"/>
          <p:nvPr/>
        </p:nvSpPr>
        <p:spPr>
          <a:xfrm>
            <a:off x="683763" y="690773"/>
            <a:ext cx="6980700" cy="7158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lang="en-US" sz="1050"/>
              <a:t>The process order workflow ensures seamless transition from order creation to execution, facilitating efficient production management and communication.</a:t>
            </a:r>
            <a:endParaRPr sz="1050"/>
          </a:p>
          <a:p>
            <a:pPr indent="0" lvl="0" marL="0" rtl="0" algn="l">
              <a:spcBef>
                <a:spcPts val="0"/>
              </a:spcBef>
              <a:spcAft>
                <a:spcPts val="0"/>
              </a:spcAft>
              <a:buClr>
                <a:schemeClr val="dk1"/>
              </a:buClr>
              <a:buSzPts val="1100"/>
              <a:buFont typeface="Arial"/>
              <a:buNone/>
            </a:pPr>
            <a:r>
              <a:rPr lang="en-US" sz="1050"/>
              <a:t>Key steps include creating, scheduling, and releasing orders, followed by printing shop floor papers and conducting daily production meetings for alignment.</a:t>
            </a:r>
            <a:endParaRPr sz="1050"/>
          </a:p>
        </p:txBody>
      </p:sp>
      <p:sp>
        <p:nvSpPr>
          <p:cNvPr id="536" name="Google Shape;536;g3691bdd514c_1_55"/>
          <p:cNvSpPr txBox="1"/>
          <p:nvPr>
            <p:ph type="title"/>
          </p:nvPr>
        </p:nvSpPr>
        <p:spPr>
          <a:xfrm>
            <a:off x="596214" y="36784"/>
            <a:ext cx="8572500" cy="2307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Complete Process Order - M-090-020</a:t>
            </a:r>
            <a:endParaRPr/>
          </a:p>
        </p:txBody>
      </p:sp>
      <p:pic>
        <p:nvPicPr>
          <p:cNvPr id="537" name="Google Shape;537;g3691bdd514c_1_55"/>
          <p:cNvPicPr preferRelativeResize="0"/>
          <p:nvPr/>
        </p:nvPicPr>
        <p:blipFill>
          <a:blip r:embed="rId3">
            <a:alphaModFix/>
          </a:blip>
          <a:stretch>
            <a:fillRect/>
          </a:stretch>
        </p:blipFill>
        <p:spPr>
          <a:xfrm>
            <a:off x="683775" y="2024151"/>
            <a:ext cx="6548575" cy="2749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id="542" name="Google Shape;542;g3693f7da1e3_2_0"/>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543" name="Google Shape;543;g3693f7da1e3_2_0"/>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Light"/>
              <a:buAutoNum type="arabicPeriod"/>
            </a:pPr>
            <a:r>
              <a:rPr lang="en-US" sz="1400"/>
              <a:t>Process Order creation and release</a:t>
            </a:r>
            <a:endParaRPr sz="1400"/>
          </a:p>
          <a:p>
            <a:pPr indent="-317500" lvl="0" marL="457200" rtl="0" algn="l">
              <a:lnSpc>
                <a:spcPct val="95238"/>
              </a:lnSpc>
              <a:spcBef>
                <a:spcPts val="0"/>
              </a:spcBef>
              <a:spcAft>
                <a:spcPts val="0"/>
              </a:spcAft>
              <a:buSzPts val="1400"/>
              <a:buAutoNum type="arabicPeriod"/>
            </a:pPr>
            <a:r>
              <a:rPr b="1" lang="en-US" sz="1400">
                <a:latin typeface="Roboto"/>
                <a:ea typeface="Roboto"/>
                <a:cs typeface="Roboto"/>
                <a:sym typeface="Roboto"/>
              </a:rPr>
              <a:t>Staging for production with EWM</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544" name="Google Shape;544;g3693f7da1e3_2_0"/>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545" name="Google Shape;545;g3693f7da1e3_2_0"/>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546" name="Google Shape;546;g3693f7da1e3_2_0"/>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547" name="Google Shape;547;g3693f7da1e3_2_0"/>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548" name="Google Shape;548;g3693f7da1e3_2_0"/>
          <p:cNvGrpSpPr/>
          <p:nvPr/>
        </p:nvGrpSpPr>
        <p:grpSpPr>
          <a:xfrm>
            <a:off x="7495354" y="188417"/>
            <a:ext cx="1395087" cy="441585"/>
            <a:chOff x="5991694" y="1720305"/>
            <a:chExt cx="1929047" cy="618207"/>
          </a:xfrm>
        </p:grpSpPr>
        <p:sp>
          <p:nvSpPr>
            <p:cNvPr id="549" name="Google Shape;549;g3693f7da1e3_2_0"/>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g3693f7da1e3_2_0"/>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g3693f7da1e3_2_0"/>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g3693f7da1e3_2_0"/>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g3693f7da1e3_2_0"/>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g3693f7da1e3_2_0"/>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g3693f7da1e3_2_0"/>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3693f7da1e3_2_0"/>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3693f7da1e3_2_0"/>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3693f7da1e3_2_0"/>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3693f7da1e3_2_0"/>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g3693f7da1e3_2_0"/>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g3693f7da1e3_2_0"/>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693f7da1e3_0_138"/>
          <p:cNvSpPr/>
          <p:nvPr/>
        </p:nvSpPr>
        <p:spPr>
          <a:xfrm>
            <a:off x="3833741" y="959252"/>
            <a:ext cx="34200" cy="34200"/>
          </a:xfrm>
          <a:prstGeom prst="ellipse">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Calibri"/>
              <a:buNone/>
            </a:pPr>
            <a:r>
              <a:t/>
            </a:r>
            <a:endParaRPr b="0" i="0" sz="800" u="none" cap="none" strike="noStrike">
              <a:solidFill>
                <a:srgbClr val="FFFFFF"/>
              </a:solidFill>
              <a:latin typeface="Arial"/>
              <a:ea typeface="Arial"/>
              <a:cs typeface="Arial"/>
              <a:sym typeface="Arial"/>
            </a:endParaRPr>
          </a:p>
        </p:txBody>
      </p:sp>
      <p:sp>
        <p:nvSpPr>
          <p:cNvPr id="568" name="Google Shape;568;g3693f7da1e3_0_138"/>
          <p:cNvSpPr txBox="1"/>
          <p:nvPr>
            <p:ph type="title"/>
          </p:nvPr>
        </p:nvSpPr>
        <p:spPr>
          <a:xfrm>
            <a:off x="252000" y="198000"/>
            <a:ext cx="648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US"/>
              <a:t>Objective of the Session</a:t>
            </a:r>
            <a:endParaRPr/>
          </a:p>
        </p:txBody>
      </p:sp>
      <p:sp>
        <p:nvSpPr>
          <p:cNvPr id="569" name="Google Shape;569;g3693f7da1e3_0_138"/>
          <p:cNvSpPr txBox="1"/>
          <p:nvPr/>
        </p:nvSpPr>
        <p:spPr>
          <a:xfrm>
            <a:off x="396125" y="630000"/>
            <a:ext cx="7454100" cy="42315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Quick recap on P2P integration with EWM models (Process manufacturing)</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End to End process flow including staging, consumption and production receipt</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Detailed discussion on each L4’s</a:t>
            </a:r>
            <a:endParaRPr sz="1200">
              <a:solidFill>
                <a:schemeClr val="dk1"/>
              </a:solidFill>
              <a:latin typeface="Roboto Light"/>
              <a:ea typeface="Roboto Light"/>
              <a:cs typeface="Roboto Light"/>
              <a:sym typeface="Roboto Light"/>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Master data objects : Production supply area, Control cycles, assignment of production supply area to warehouse bin</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Bulk and Finished goods - Process manufacturing with EWM integration</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Identify gaps in standard process</a:t>
            </a:r>
            <a:endParaRPr sz="1200">
              <a:solidFill>
                <a:schemeClr val="dk1"/>
              </a:solidFill>
              <a:latin typeface="Roboto Light"/>
              <a:ea typeface="Roboto Light"/>
              <a:cs typeface="Roboto Light"/>
              <a:sym typeface="Roboto Light"/>
            </a:endParaRPr>
          </a:p>
          <a:p>
            <a:pPr indent="0" lvl="0" marL="0" marR="0" rtl="0" algn="l">
              <a:lnSpc>
                <a:spcPct val="100000"/>
              </a:lnSpc>
              <a:spcBef>
                <a:spcPts val="0"/>
              </a:spcBef>
              <a:spcAft>
                <a:spcPts val="0"/>
              </a:spcAft>
              <a:buNone/>
            </a:pPr>
            <a:r>
              <a:t/>
            </a:r>
            <a:endParaRPr sz="1200">
              <a:solidFill>
                <a:schemeClr val="dk1"/>
              </a:solidFill>
              <a:latin typeface="Roboto Light"/>
              <a:ea typeface="Roboto Light"/>
              <a:cs typeface="Roboto Light"/>
              <a:sym typeface="Roboto Light"/>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a:p>
            <a:pPr indent="-152400" lvl="0" marL="6858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p:txBody>
      </p:sp>
      <p:sp>
        <p:nvSpPr>
          <p:cNvPr id="570" name="Google Shape;570;g3693f7da1e3_0_138"/>
          <p:cNvSpPr txBox="1"/>
          <p:nvPr/>
        </p:nvSpPr>
        <p:spPr>
          <a:xfrm>
            <a:off x="252000" y="331575"/>
            <a:ext cx="6047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 </a:t>
            </a:r>
            <a:endParaRPr b="0" i="0" sz="11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Roboto"/>
                <a:ea typeface="Roboto"/>
                <a:cs typeface="Roboto"/>
                <a:sym typeface="Roboto"/>
              </a:rPr>
              <a:t>Approach for the workshop: </a:t>
            </a:r>
            <a:endParaRPr b="1" i="0" sz="1200" u="none" cap="none" strike="noStrike">
              <a:solidFill>
                <a:schemeClr val="dk1"/>
              </a:solidFill>
              <a:latin typeface="Roboto"/>
              <a:ea typeface="Roboto"/>
              <a:cs typeface="Roboto"/>
              <a:sym typeface="Roboto"/>
            </a:endParaRPr>
          </a:p>
        </p:txBody>
      </p:sp>
      <p:pic>
        <p:nvPicPr>
          <p:cNvPr id="571" name="Google Shape;571;g3693f7da1e3_0_138"/>
          <p:cNvPicPr preferRelativeResize="0"/>
          <p:nvPr/>
        </p:nvPicPr>
        <p:blipFill>
          <a:blip r:embed="rId3">
            <a:alphaModFix/>
          </a:blip>
          <a:stretch>
            <a:fillRect/>
          </a:stretch>
        </p:blipFill>
        <p:spPr>
          <a:xfrm>
            <a:off x="1660199" y="1552825"/>
            <a:ext cx="4427700" cy="1923900"/>
          </a:xfrm>
          <a:prstGeom prst="rect">
            <a:avLst/>
          </a:prstGeom>
          <a:noFill/>
          <a:ln>
            <a:noFill/>
          </a:ln>
        </p:spPr>
      </p:pic>
      <p:sp>
        <p:nvSpPr>
          <p:cNvPr id="572" name="Google Shape;572;g3693f7da1e3_0_138"/>
          <p:cNvSpPr/>
          <p:nvPr/>
        </p:nvSpPr>
        <p:spPr>
          <a:xfrm>
            <a:off x="2809950" y="1641925"/>
            <a:ext cx="1666500" cy="432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73" name="Google Shape;573;g3693f7da1e3_0_138"/>
          <p:cNvSpPr/>
          <p:nvPr/>
        </p:nvSpPr>
        <p:spPr>
          <a:xfrm>
            <a:off x="2809950" y="2097400"/>
            <a:ext cx="1666500" cy="344400"/>
          </a:xfrm>
          <a:prstGeom prst="roundRect">
            <a:avLst>
              <a:gd fmla="val 16667" name="adj"/>
            </a:avLst>
          </a:prstGeom>
          <a:noFill/>
          <a:ln cap="flat" cmpd="sng" w="1905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74" name="Google Shape;574;g3693f7da1e3_0_138"/>
          <p:cNvSpPr/>
          <p:nvPr/>
        </p:nvSpPr>
        <p:spPr>
          <a:xfrm>
            <a:off x="2749200" y="2465275"/>
            <a:ext cx="2249700" cy="1043100"/>
          </a:xfrm>
          <a:prstGeom prst="roundRect">
            <a:avLst>
              <a:gd fmla="val 16667" name="adj"/>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693f7da1e3_0_150"/>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Recap</a:t>
            </a:r>
            <a:r>
              <a:rPr lang="en-US"/>
              <a:t> </a:t>
            </a: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pic>
        <p:nvPicPr>
          <p:cNvPr id="581" name="Google Shape;581;g3693f7da1e3_0_150"/>
          <p:cNvPicPr preferRelativeResize="0"/>
          <p:nvPr/>
        </p:nvPicPr>
        <p:blipFill>
          <a:blip r:embed="rId3">
            <a:alphaModFix/>
          </a:blip>
          <a:stretch>
            <a:fillRect/>
          </a:stretch>
        </p:blipFill>
        <p:spPr>
          <a:xfrm>
            <a:off x="152400" y="782400"/>
            <a:ext cx="8839202" cy="387131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id="586" name="Google Shape;586;g3693f7da1e3_0_156"/>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587" name="Google Shape;587;g3693f7da1e3_0_156"/>
          <p:cNvSpPr txBox="1"/>
          <p:nvPr>
            <p:ph idx="1" type="body"/>
          </p:nvPr>
        </p:nvSpPr>
        <p:spPr>
          <a:xfrm>
            <a:off x="812700" y="2464024"/>
            <a:ext cx="3236400" cy="416700"/>
          </a:xfrm>
          <a:prstGeom prst="rect">
            <a:avLst/>
          </a:prstGeom>
          <a:noFill/>
          <a:ln>
            <a:noFill/>
          </a:ln>
        </p:spPr>
        <p:txBody>
          <a:bodyPr anchorCtr="0" anchor="t" bIns="0" lIns="0" spcFirstLastPara="1" rIns="0" wrap="square" tIns="0">
            <a:noAutofit/>
          </a:bodyPr>
          <a:lstStyle/>
          <a:p>
            <a:pPr indent="0" lvl="0" marL="457200" rtl="0" algn="l">
              <a:lnSpc>
                <a:spcPct val="95238"/>
              </a:lnSpc>
              <a:spcBef>
                <a:spcPts val="0"/>
              </a:spcBef>
              <a:spcAft>
                <a:spcPts val="0"/>
              </a:spcAft>
              <a:buNone/>
            </a:pPr>
            <a:r>
              <a:rPr b="1" i="1" lang="en-US" sz="1400">
                <a:latin typeface="Roboto"/>
                <a:ea typeface="Roboto"/>
                <a:cs typeface="Roboto"/>
                <a:sym typeface="Roboto"/>
              </a:rPr>
              <a:t>Staging for production</a:t>
            </a:r>
            <a:endParaRPr/>
          </a:p>
        </p:txBody>
      </p:sp>
      <p:sp>
        <p:nvSpPr>
          <p:cNvPr id="588" name="Google Shape;588;g3693f7da1e3_0_156"/>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Product and Production Master Data</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589" name="Google Shape;589;g3693f7da1e3_0_156"/>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590" name="Google Shape;590;g3693f7da1e3_0_156"/>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591" name="Google Shape;591;g3693f7da1e3_0_156"/>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592" name="Google Shape;592;g3693f7da1e3_0_156"/>
          <p:cNvGrpSpPr/>
          <p:nvPr/>
        </p:nvGrpSpPr>
        <p:grpSpPr>
          <a:xfrm>
            <a:off x="7495354" y="188417"/>
            <a:ext cx="1395087" cy="441585"/>
            <a:chOff x="5991694" y="1720305"/>
            <a:chExt cx="1929047" cy="618207"/>
          </a:xfrm>
        </p:grpSpPr>
        <p:sp>
          <p:nvSpPr>
            <p:cNvPr id="593" name="Google Shape;593;g3693f7da1e3_0_156"/>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g3693f7da1e3_0_156"/>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g3693f7da1e3_0_156"/>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g3693f7da1e3_0_156"/>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g3693f7da1e3_0_156"/>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g3693f7da1e3_0_156"/>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g3693f7da1e3_0_156"/>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g3693f7da1e3_0_156"/>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g3693f7da1e3_0_156"/>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g3693f7da1e3_0_156"/>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g3693f7da1e3_0_156"/>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g3693f7da1e3_0_156"/>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g3693f7da1e3_0_156"/>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3693f7da1e3_0_179"/>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612" name="Google Shape;612;g3693f7da1e3_0_179"/>
          <p:cNvSpPr/>
          <p:nvPr/>
        </p:nvSpPr>
        <p:spPr>
          <a:xfrm>
            <a:off x="1260275"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 release</a:t>
            </a:r>
            <a:endParaRPr sz="800">
              <a:solidFill>
                <a:schemeClr val="lt2"/>
              </a:solidFill>
              <a:latin typeface="Roboto Light"/>
              <a:ea typeface="Roboto Light"/>
              <a:cs typeface="Roboto Light"/>
              <a:sym typeface="Roboto Light"/>
            </a:endParaRPr>
          </a:p>
        </p:txBody>
      </p:sp>
      <p:cxnSp>
        <p:nvCxnSpPr>
          <p:cNvPr id="613" name="Google Shape;613;g3693f7da1e3_0_179"/>
          <p:cNvCxnSpPr/>
          <p:nvPr/>
        </p:nvCxnSpPr>
        <p:spPr>
          <a:xfrm>
            <a:off x="4137602" y="1136450"/>
            <a:ext cx="0" cy="3688200"/>
          </a:xfrm>
          <a:prstGeom prst="straightConnector1">
            <a:avLst/>
          </a:prstGeom>
          <a:noFill/>
          <a:ln cap="flat" cmpd="sng" w="28575">
            <a:solidFill>
              <a:schemeClr val="accent1"/>
            </a:solidFill>
            <a:prstDash val="dashDot"/>
            <a:round/>
            <a:headEnd len="med" w="med" type="none"/>
            <a:tailEnd len="med" w="med" type="none"/>
          </a:ln>
        </p:spPr>
      </p:cxnSp>
      <p:sp>
        <p:nvSpPr>
          <p:cNvPr id="614" name="Google Shape;614;g3693f7da1e3_0_179"/>
          <p:cNvSpPr/>
          <p:nvPr/>
        </p:nvSpPr>
        <p:spPr>
          <a:xfrm>
            <a:off x="5929838"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cxnSp>
        <p:nvCxnSpPr>
          <p:cNvPr id="615" name="Google Shape;615;g3693f7da1e3_0_179"/>
          <p:cNvCxnSpPr>
            <a:stCxn id="612" idx="3"/>
            <a:endCxn id="614" idx="1"/>
          </p:cNvCxnSpPr>
          <p:nvPr/>
        </p:nvCxnSpPr>
        <p:spPr>
          <a:xfrm>
            <a:off x="2163575" y="1622633"/>
            <a:ext cx="3766200" cy="0"/>
          </a:xfrm>
          <a:prstGeom prst="straightConnector1">
            <a:avLst/>
          </a:prstGeom>
          <a:noFill/>
          <a:ln cap="flat" cmpd="sng" w="9525">
            <a:solidFill>
              <a:schemeClr val="dk2"/>
            </a:solidFill>
            <a:prstDash val="solid"/>
            <a:round/>
            <a:headEnd len="med" w="med" type="none"/>
            <a:tailEnd len="med" w="med" type="triangle"/>
          </a:ln>
        </p:spPr>
      </p:cxnSp>
      <p:sp>
        <p:nvSpPr>
          <p:cNvPr id="616" name="Google Shape;616;g3693f7da1e3_0_179"/>
          <p:cNvSpPr txBox="1"/>
          <p:nvPr/>
        </p:nvSpPr>
        <p:spPr>
          <a:xfrm>
            <a:off x="3665714" y="1382333"/>
            <a:ext cx="1594200" cy="2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Roboto Light"/>
                <a:ea typeface="Roboto Light"/>
                <a:cs typeface="Roboto Light"/>
                <a:sym typeface="Roboto Light"/>
              </a:rPr>
              <a:t>Staging  Request to EWM</a:t>
            </a:r>
            <a:endParaRPr sz="800">
              <a:solidFill>
                <a:schemeClr val="dk1"/>
              </a:solidFill>
              <a:latin typeface="Roboto Light"/>
              <a:ea typeface="Roboto Light"/>
              <a:cs typeface="Roboto Light"/>
              <a:sym typeface="Roboto Light"/>
            </a:endParaRPr>
          </a:p>
        </p:txBody>
      </p:sp>
      <p:sp>
        <p:nvSpPr>
          <p:cNvPr id="617" name="Google Shape;617;g3693f7da1e3_0_179"/>
          <p:cNvSpPr/>
          <p:nvPr/>
        </p:nvSpPr>
        <p:spPr>
          <a:xfrm>
            <a:off x="5929838" y="2155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Plan stage for production</a:t>
            </a:r>
            <a:endParaRPr sz="800">
              <a:solidFill>
                <a:schemeClr val="lt2"/>
              </a:solidFill>
              <a:latin typeface="Roboto Light"/>
              <a:ea typeface="Roboto Light"/>
              <a:cs typeface="Roboto Light"/>
              <a:sym typeface="Roboto Light"/>
            </a:endParaRPr>
          </a:p>
        </p:txBody>
      </p:sp>
      <p:sp>
        <p:nvSpPr>
          <p:cNvPr id="618" name="Google Shape;618;g3693f7da1e3_0_179"/>
          <p:cNvSpPr/>
          <p:nvPr/>
        </p:nvSpPr>
        <p:spPr>
          <a:xfrm>
            <a:off x="5929838"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sp>
        <p:nvSpPr>
          <p:cNvPr id="619" name="Google Shape;619;g3693f7da1e3_0_179"/>
          <p:cNvSpPr/>
          <p:nvPr/>
        </p:nvSpPr>
        <p:spPr>
          <a:xfrm>
            <a:off x="7250187"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Note &amp; record exceptions</a:t>
            </a:r>
            <a:endParaRPr sz="800">
              <a:solidFill>
                <a:schemeClr val="lt2"/>
              </a:solidFill>
              <a:latin typeface="Roboto Light"/>
              <a:ea typeface="Roboto Light"/>
              <a:cs typeface="Roboto Light"/>
              <a:sym typeface="Roboto Light"/>
            </a:endParaRPr>
          </a:p>
        </p:txBody>
      </p:sp>
      <p:cxnSp>
        <p:nvCxnSpPr>
          <p:cNvPr id="620" name="Google Shape;620;g3693f7da1e3_0_179"/>
          <p:cNvCxnSpPr>
            <a:stCxn id="614" idx="2"/>
            <a:endCxn id="617" idx="0"/>
          </p:cNvCxnSpPr>
          <p:nvPr/>
        </p:nvCxnSpPr>
        <p:spPr>
          <a:xfrm>
            <a:off x="6381488" y="1862933"/>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621" name="Google Shape;621;g3693f7da1e3_0_179"/>
          <p:cNvCxnSpPr>
            <a:stCxn id="617" idx="2"/>
            <a:endCxn id="618" idx="0"/>
          </p:cNvCxnSpPr>
          <p:nvPr/>
        </p:nvCxnSpPr>
        <p:spPr>
          <a:xfrm>
            <a:off x="6381488" y="2636550"/>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622" name="Google Shape;622;g3693f7da1e3_0_179"/>
          <p:cNvCxnSpPr>
            <a:stCxn id="619" idx="1"/>
            <a:endCxn id="618" idx="3"/>
          </p:cNvCxnSpPr>
          <p:nvPr/>
        </p:nvCxnSpPr>
        <p:spPr>
          <a:xfrm rot="10800000">
            <a:off x="6833187" y="3169867"/>
            <a:ext cx="417000" cy="0"/>
          </a:xfrm>
          <a:prstGeom prst="straightConnector1">
            <a:avLst/>
          </a:prstGeom>
          <a:noFill/>
          <a:ln cap="flat" cmpd="sng" w="9525">
            <a:solidFill>
              <a:schemeClr val="dk2"/>
            </a:solidFill>
            <a:prstDash val="dash"/>
            <a:round/>
            <a:headEnd len="med" w="med" type="none"/>
            <a:tailEnd len="med" w="med" type="triangle"/>
          </a:ln>
        </p:spPr>
      </p:cxnSp>
      <p:sp>
        <p:nvSpPr>
          <p:cNvPr id="623" name="Google Shape;623;g3693f7da1e3_0_179"/>
          <p:cNvSpPr/>
          <p:nvPr/>
        </p:nvSpPr>
        <p:spPr>
          <a:xfrm>
            <a:off x="5929938" y="3840317"/>
            <a:ext cx="903300" cy="4806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moved to PSA</a:t>
            </a:r>
            <a:endParaRPr sz="600">
              <a:solidFill>
                <a:schemeClr val="lt2"/>
              </a:solidFill>
              <a:latin typeface="Roboto Light"/>
              <a:ea typeface="Roboto Light"/>
              <a:cs typeface="Roboto Light"/>
              <a:sym typeface="Roboto Light"/>
            </a:endParaRPr>
          </a:p>
        </p:txBody>
      </p:sp>
      <p:cxnSp>
        <p:nvCxnSpPr>
          <p:cNvPr id="624" name="Google Shape;624;g3693f7da1e3_0_179"/>
          <p:cNvCxnSpPr>
            <a:stCxn id="618" idx="2"/>
            <a:endCxn id="623" idx="0"/>
          </p:cNvCxnSpPr>
          <p:nvPr/>
        </p:nvCxnSpPr>
        <p:spPr>
          <a:xfrm>
            <a:off x="6381488" y="3410167"/>
            <a:ext cx="0" cy="430200"/>
          </a:xfrm>
          <a:prstGeom prst="straightConnector1">
            <a:avLst/>
          </a:prstGeom>
          <a:noFill/>
          <a:ln cap="flat" cmpd="sng" w="9525">
            <a:solidFill>
              <a:schemeClr val="dk2"/>
            </a:solidFill>
            <a:prstDash val="dash"/>
            <a:round/>
            <a:headEnd len="med" w="med" type="none"/>
            <a:tailEnd len="med" w="med" type="triangle"/>
          </a:ln>
        </p:spPr>
      </p:cxnSp>
      <p:sp>
        <p:nvSpPr>
          <p:cNvPr id="625" name="Google Shape;625;g3693f7da1e3_0_179"/>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Staging for production</a:t>
            </a:r>
            <a:endParaRPr sz="1200">
              <a:solidFill>
                <a:schemeClr val="dk1"/>
              </a:solidFill>
              <a:latin typeface="Roboto Light"/>
              <a:ea typeface="Roboto Light"/>
              <a:cs typeface="Roboto Light"/>
              <a:sym typeface="Roboto Light"/>
            </a:endParaRPr>
          </a:p>
        </p:txBody>
      </p:sp>
      <p:sp>
        <p:nvSpPr>
          <p:cNvPr id="626" name="Google Shape;626;g3693f7da1e3_0_179"/>
          <p:cNvSpPr/>
          <p:nvPr/>
        </p:nvSpPr>
        <p:spPr>
          <a:xfrm>
            <a:off x="1154725" y="1136450"/>
            <a:ext cx="5810100" cy="8235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627" name="Google Shape;627;g3693f7da1e3_0_179"/>
          <p:cNvSpPr txBox="1"/>
          <p:nvPr/>
        </p:nvSpPr>
        <p:spPr>
          <a:xfrm>
            <a:off x="3237650" y="1136450"/>
            <a:ext cx="955500" cy="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800">
                <a:solidFill>
                  <a:schemeClr val="dk1"/>
                </a:solidFill>
                <a:latin typeface="Roboto"/>
                <a:ea typeface="Roboto"/>
                <a:cs typeface="Roboto"/>
                <a:sym typeface="Roboto"/>
              </a:rPr>
              <a:t>Automatic</a:t>
            </a:r>
            <a:endParaRPr b="1" i="1" sz="800">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g3693f7da1e3_0_200"/>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634" name="Google Shape;634;g3693f7da1e3_0_200"/>
          <p:cNvSpPr/>
          <p:nvPr/>
        </p:nvSpPr>
        <p:spPr>
          <a:xfrm>
            <a:off x="1260275"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 release</a:t>
            </a:r>
            <a:endParaRPr sz="800">
              <a:solidFill>
                <a:schemeClr val="lt2"/>
              </a:solidFill>
              <a:latin typeface="Roboto Light"/>
              <a:ea typeface="Roboto Light"/>
              <a:cs typeface="Roboto Light"/>
              <a:sym typeface="Roboto Light"/>
            </a:endParaRPr>
          </a:p>
        </p:txBody>
      </p:sp>
      <p:cxnSp>
        <p:nvCxnSpPr>
          <p:cNvPr id="635" name="Google Shape;635;g3693f7da1e3_0_200"/>
          <p:cNvCxnSpPr/>
          <p:nvPr/>
        </p:nvCxnSpPr>
        <p:spPr>
          <a:xfrm>
            <a:off x="4137602" y="1136450"/>
            <a:ext cx="0" cy="3688200"/>
          </a:xfrm>
          <a:prstGeom prst="straightConnector1">
            <a:avLst/>
          </a:prstGeom>
          <a:noFill/>
          <a:ln cap="flat" cmpd="sng" w="28575">
            <a:solidFill>
              <a:schemeClr val="accent1"/>
            </a:solidFill>
            <a:prstDash val="dashDot"/>
            <a:round/>
            <a:headEnd len="med" w="med" type="none"/>
            <a:tailEnd len="med" w="med" type="none"/>
          </a:ln>
        </p:spPr>
      </p:cxnSp>
      <p:sp>
        <p:nvSpPr>
          <p:cNvPr id="636" name="Google Shape;636;g3693f7da1e3_0_200"/>
          <p:cNvSpPr/>
          <p:nvPr/>
        </p:nvSpPr>
        <p:spPr>
          <a:xfrm>
            <a:off x="5929838"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cxnSp>
        <p:nvCxnSpPr>
          <p:cNvPr id="637" name="Google Shape;637;g3693f7da1e3_0_200"/>
          <p:cNvCxnSpPr>
            <a:stCxn id="634" idx="3"/>
            <a:endCxn id="636" idx="1"/>
          </p:cNvCxnSpPr>
          <p:nvPr/>
        </p:nvCxnSpPr>
        <p:spPr>
          <a:xfrm>
            <a:off x="2163575" y="1622633"/>
            <a:ext cx="3766200" cy="0"/>
          </a:xfrm>
          <a:prstGeom prst="straightConnector1">
            <a:avLst/>
          </a:prstGeom>
          <a:noFill/>
          <a:ln cap="flat" cmpd="sng" w="9525">
            <a:solidFill>
              <a:schemeClr val="dk2"/>
            </a:solidFill>
            <a:prstDash val="solid"/>
            <a:round/>
            <a:headEnd len="med" w="med" type="none"/>
            <a:tailEnd len="med" w="med" type="triangle"/>
          </a:ln>
        </p:spPr>
      </p:cxnSp>
      <p:sp>
        <p:nvSpPr>
          <p:cNvPr id="638" name="Google Shape;638;g3693f7da1e3_0_200"/>
          <p:cNvSpPr txBox="1"/>
          <p:nvPr/>
        </p:nvSpPr>
        <p:spPr>
          <a:xfrm>
            <a:off x="3665714" y="1382333"/>
            <a:ext cx="1594200" cy="2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Roboto Light"/>
                <a:ea typeface="Roboto Light"/>
                <a:cs typeface="Roboto Light"/>
                <a:sym typeface="Roboto Light"/>
              </a:rPr>
              <a:t>Staging  Request to EWM</a:t>
            </a:r>
            <a:endParaRPr sz="800">
              <a:solidFill>
                <a:schemeClr val="dk1"/>
              </a:solidFill>
              <a:latin typeface="Roboto Light"/>
              <a:ea typeface="Roboto Light"/>
              <a:cs typeface="Roboto Light"/>
              <a:sym typeface="Roboto Light"/>
            </a:endParaRPr>
          </a:p>
        </p:txBody>
      </p:sp>
      <p:sp>
        <p:nvSpPr>
          <p:cNvPr id="639" name="Google Shape;639;g3693f7da1e3_0_200"/>
          <p:cNvSpPr/>
          <p:nvPr/>
        </p:nvSpPr>
        <p:spPr>
          <a:xfrm>
            <a:off x="5929838" y="2155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Plan stage for production</a:t>
            </a:r>
            <a:endParaRPr sz="800">
              <a:solidFill>
                <a:schemeClr val="lt2"/>
              </a:solidFill>
              <a:latin typeface="Roboto Light"/>
              <a:ea typeface="Roboto Light"/>
              <a:cs typeface="Roboto Light"/>
              <a:sym typeface="Roboto Light"/>
            </a:endParaRPr>
          </a:p>
        </p:txBody>
      </p:sp>
      <p:sp>
        <p:nvSpPr>
          <p:cNvPr id="640" name="Google Shape;640;g3693f7da1e3_0_200"/>
          <p:cNvSpPr/>
          <p:nvPr/>
        </p:nvSpPr>
        <p:spPr>
          <a:xfrm>
            <a:off x="5929838"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sp>
        <p:nvSpPr>
          <p:cNvPr id="641" name="Google Shape;641;g3693f7da1e3_0_200"/>
          <p:cNvSpPr/>
          <p:nvPr/>
        </p:nvSpPr>
        <p:spPr>
          <a:xfrm>
            <a:off x="7250187"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Note &amp; record exceptions</a:t>
            </a:r>
            <a:endParaRPr sz="800">
              <a:solidFill>
                <a:schemeClr val="lt2"/>
              </a:solidFill>
              <a:latin typeface="Roboto Light"/>
              <a:ea typeface="Roboto Light"/>
              <a:cs typeface="Roboto Light"/>
              <a:sym typeface="Roboto Light"/>
            </a:endParaRPr>
          </a:p>
        </p:txBody>
      </p:sp>
      <p:cxnSp>
        <p:nvCxnSpPr>
          <p:cNvPr id="642" name="Google Shape;642;g3693f7da1e3_0_200"/>
          <p:cNvCxnSpPr>
            <a:stCxn id="636" idx="2"/>
            <a:endCxn id="639" idx="0"/>
          </p:cNvCxnSpPr>
          <p:nvPr/>
        </p:nvCxnSpPr>
        <p:spPr>
          <a:xfrm>
            <a:off x="6381488" y="1862933"/>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643" name="Google Shape;643;g3693f7da1e3_0_200"/>
          <p:cNvCxnSpPr>
            <a:stCxn id="639" idx="2"/>
            <a:endCxn id="640" idx="0"/>
          </p:cNvCxnSpPr>
          <p:nvPr/>
        </p:nvCxnSpPr>
        <p:spPr>
          <a:xfrm>
            <a:off x="6381488" y="2636550"/>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644" name="Google Shape;644;g3693f7da1e3_0_200"/>
          <p:cNvCxnSpPr>
            <a:stCxn id="641" idx="1"/>
            <a:endCxn id="640" idx="3"/>
          </p:cNvCxnSpPr>
          <p:nvPr/>
        </p:nvCxnSpPr>
        <p:spPr>
          <a:xfrm rot="10800000">
            <a:off x="6833187" y="3169867"/>
            <a:ext cx="417000" cy="0"/>
          </a:xfrm>
          <a:prstGeom prst="straightConnector1">
            <a:avLst/>
          </a:prstGeom>
          <a:noFill/>
          <a:ln cap="flat" cmpd="sng" w="9525">
            <a:solidFill>
              <a:schemeClr val="dk2"/>
            </a:solidFill>
            <a:prstDash val="dash"/>
            <a:round/>
            <a:headEnd len="med" w="med" type="none"/>
            <a:tailEnd len="med" w="med" type="triangle"/>
          </a:ln>
        </p:spPr>
      </p:cxnSp>
      <p:sp>
        <p:nvSpPr>
          <p:cNvPr id="645" name="Google Shape;645;g3693f7da1e3_0_200"/>
          <p:cNvSpPr/>
          <p:nvPr/>
        </p:nvSpPr>
        <p:spPr>
          <a:xfrm>
            <a:off x="5929938" y="3840317"/>
            <a:ext cx="903300" cy="4806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moved to PSA</a:t>
            </a:r>
            <a:endParaRPr sz="600">
              <a:solidFill>
                <a:schemeClr val="lt2"/>
              </a:solidFill>
              <a:latin typeface="Roboto Light"/>
              <a:ea typeface="Roboto Light"/>
              <a:cs typeface="Roboto Light"/>
              <a:sym typeface="Roboto Light"/>
            </a:endParaRPr>
          </a:p>
        </p:txBody>
      </p:sp>
      <p:cxnSp>
        <p:nvCxnSpPr>
          <p:cNvPr id="646" name="Google Shape;646;g3693f7da1e3_0_200"/>
          <p:cNvCxnSpPr>
            <a:stCxn id="640" idx="2"/>
            <a:endCxn id="645" idx="0"/>
          </p:cNvCxnSpPr>
          <p:nvPr/>
        </p:nvCxnSpPr>
        <p:spPr>
          <a:xfrm>
            <a:off x="6381488" y="3410167"/>
            <a:ext cx="0" cy="430200"/>
          </a:xfrm>
          <a:prstGeom prst="straightConnector1">
            <a:avLst/>
          </a:prstGeom>
          <a:noFill/>
          <a:ln cap="flat" cmpd="sng" w="9525">
            <a:solidFill>
              <a:schemeClr val="dk2"/>
            </a:solidFill>
            <a:prstDash val="dash"/>
            <a:round/>
            <a:headEnd len="med" w="med" type="none"/>
            <a:tailEnd len="med" w="med" type="triangle"/>
          </a:ln>
        </p:spPr>
      </p:cxnSp>
      <p:sp>
        <p:nvSpPr>
          <p:cNvPr id="647" name="Google Shape;647;g3693f7da1e3_0_200"/>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Staging for production</a:t>
            </a:r>
            <a:endParaRPr sz="1200">
              <a:solidFill>
                <a:schemeClr val="dk1"/>
              </a:solidFill>
              <a:latin typeface="Roboto Light"/>
              <a:ea typeface="Roboto Light"/>
              <a:cs typeface="Roboto Light"/>
              <a:sym typeface="Roboto Light"/>
            </a:endParaRPr>
          </a:p>
        </p:txBody>
      </p:sp>
      <p:sp>
        <p:nvSpPr>
          <p:cNvPr id="648" name="Google Shape;648;g3693f7da1e3_0_200"/>
          <p:cNvSpPr/>
          <p:nvPr/>
        </p:nvSpPr>
        <p:spPr>
          <a:xfrm>
            <a:off x="1154725" y="1136450"/>
            <a:ext cx="5810100" cy="8235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649" name="Google Shape;649;g3693f7da1e3_0_200"/>
          <p:cNvSpPr txBox="1"/>
          <p:nvPr/>
        </p:nvSpPr>
        <p:spPr>
          <a:xfrm>
            <a:off x="3237650" y="1136450"/>
            <a:ext cx="955500" cy="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800">
                <a:solidFill>
                  <a:schemeClr val="dk1"/>
                </a:solidFill>
                <a:latin typeface="Roboto"/>
                <a:ea typeface="Roboto"/>
                <a:cs typeface="Roboto"/>
                <a:sym typeface="Roboto"/>
              </a:rPr>
              <a:t>Automatic</a:t>
            </a:r>
            <a:endParaRPr b="1" i="1" sz="800">
              <a:solidFill>
                <a:schemeClr val="dk1"/>
              </a:solidFill>
              <a:latin typeface="Roboto"/>
              <a:ea typeface="Roboto"/>
              <a:cs typeface="Roboto"/>
              <a:sym typeface="Roboto"/>
            </a:endParaRPr>
          </a:p>
        </p:txBody>
      </p:sp>
      <p:sp>
        <p:nvSpPr>
          <p:cNvPr id="650" name="Google Shape;650;g3693f7da1e3_0_200"/>
          <p:cNvSpPr/>
          <p:nvPr/>
        </p:nvSpPr>
        <p:spPr>
          <a:xfrm>
            <a:off x="5853875" y="2086275"/>
            <a:ext cx="1088700" cy="629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3693f7da1e3_0_222"/>
          <p:cNvSpPr txBox="1"/>
          <p:nvPr>
            <p:ph type="title"/>
          </p:nvPr>
        </p:nvSpPr>
        <p:spPr>
          <a:xfrm>
            <a:off x="405014" y="52810"/>
            <a:ext cx="6211200" cy="405000"/>
          </a:xfrm>
          <a:prstGeom prst="rect">
            <a:avLst/>
          </a:prstGeom>
        </p:spPr>
        <p:txBody>
          <a:bodyPr anchorCtr="0" anchor="t" bIns="0" lIns="180000" spcFirstLastPara="1" rIns="180000" wrap="square" tIns="72000">
            <a:noAutofit/>
          </a:bodyPr>
          <a:lstStyle/>
          <a:p>
            <a:pPr indent="0" lvl="0" marL="0" rtl="0" algn="l">
              <a:spcBef>
                <a:spcPts val="0"/>
              </a:spcBef>
              <a:spcAft>
                <a:spcPts val="0"/>
              </a:spcAft>
              <a:buClr>
                <a:schemeClr val="dk1"/>
              </a:buClr>
              <a:buSzPts val="2600"/>
              <a:buFont typeface="Arial"/>
              <a:buNone/>
            </a:pPr>
            <a:r>
              <a:rPr lang="en-US"/>
              <a:t>L3 Chemical Core Process Flow Diagram </a:t>
            </a:r>
            <a:br>
              <a:rPr lang="en-US"/>
            </a:br>
            <a:r>
              <a:rPr lang="en-US">
                <a:solidFill>
                  <a:schemeClr val="dk1"/>
                </a:solidFill>
                <a:latin typeface="Open Sans"/>
                <a:ea typeface="Open Sans"/>
                <a:cs typeface="Open Sans"/>
                <a:sym typeface="Open Sans"/>
              </a:rPr>
              <a:t>Process Order integration with EWM</a:t>
            </a:r>
            <a:endParaRPr/>
          </a:p>
        </p:txBody>
      </p:sp>
      <p:sp>
        <p:nvSpPr>
          <p:cNvPr id="656" name="Google Shape;656;g3693f7da1e3_0_222"/>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Plan stage for production</a:t>
            </a:r>
            <a:endParaRPr sz="1200">
              <a:solidFill>
                <a:schemeClr val="dk1"/>
              </a:solidFill>
              <a:latin typeface="Roboto Light"/>
              <a:ea typeface="Roboto Light"/>
              <a:cs typeface="Roboto Light"/>
              <a:sym typeface="Roboto Light"/>
            </a:endParaRPr>
          </a:p>
        </p:txBody>
      </p:sp>
      <p:sp>
        <p:nvSpPr>
          <p:cNvPr id="657" name="Google Shape;657;g3693f7da1e3_0_222"/>
          <p:cNvSpPr/>
          <p:nvPr/>
        </p:nvSpPr>
        <p:spPr>
          <a:xfrm>
            <a:off x="643863" y="1494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sp>
        <p:nvSpPr>
          <p:cNvPr id="658" name="Google Shape;658;g3693f7da1e3_0_222"/>
          <p:cNvSpPr/>
          <p:nvPr/>
        </p:nvSpPr>
        <p:spPr>
          <a:xfrm>
            <a:off x="2254525" y="1494950"/>
            <a:ext cx="12330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staging for production manual or automatic(via BG job)</a:t>
            </a:r>
            <a:endParaRPr sz="800">
              <a:solidFill>
                <a:schemeClr val="lt2"/>
              </a:solidFill>
              <a:latin typeface="Roboto Light"/>
              <a:ea typeface="Roboto Light"/>
              <a:cs typeface="Roboto Light"/>
              <a:sym typeface="Roboto Light"/>
            </a:endParaRPr>
          </a:p>
        </p:txBody>
      </p:sp>
      <p:sp>
        <p:nvSpPr>
          <p:cNvPr id="659" name="Google Shape;659;g3693f7da1e3_0_222"/>
          <p:cNvSpPr/>
          <p:nvPr/>
        </p:nvSpPr>
        <p:spPr>
          <a:xfrm>
            <a:off x="2148950" y="2551050"/>
            <a:ext cx="667200" cy="3948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Single order staging</a:t>
            </a:r>
            <a:endParaRPr sz="600">
              <a:solidFill>
                <a:schemeClr val="lt2"/>
              </a:solidFill>
              <a:latin typeface="Roboto Light"/>
              <a:ea typeface="Roboto Light"/>
              <a:cs typeface="Roboto Light"/>
              <a:sym typeface="Roboto Light"/>
            </a:endParaRPr>
          </a:p>
        </p:txBody>
      </p:sp>
      <p:sp>
        <p:nvSpPr>
          <p:cNvPr id="660" name="Google Shape;660;g3693f7da1e3_0_222"/>
          <p:cNvSpPr/>
          <p:nvPr/>
        </p:nvSpPr>
        <p:spPr>
          <a:xfrm>
            <a:off x="2926650" y="2551050"/>
            <a:ext cx="667200" cy="3948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Cross order staging</a:t>
            </a:r>
            <a:endParaRPr sz="600">
              <a:solidFill>
                <a:schemeClr val="lt2"/>
              </a:solidFill>
              <a:latin typeface="Roboto Light"/>
              <a:ea typeface="Roboto Light"/>
              <a:cs typeface="Roboto Light"/>
              <a:sym typeface="Roboto Light"/>
            </a:endParaRPr>
          </a:p>
        </p:txBody>
      </p:sp>
      <p:sp>
        <p:nvSpPr>
          <p:cNvPr id="661" name="Google Shape;661;g3693f7da1e3_0_222"/>
          <p:cNvSpPr/>
          <p:nvPr/>
        </p:nvSpPr>
        <p:spPr>
          <a:xfrm>
            <a:off x="4528913" y="1494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Staging warehouse order created</a:t>
            </a:r>
            <a:endParaRPr sz="800">
              <a:solidFill>
                <a:schemeClr val="lt2"/>
              </a:solidFill>
              <a:latin typeface="Roboto Light"/>
              <a:ea typeface="Roboto Light"/>
              <a:cs typeface="Roboto Light"/>
              <a:sym typeface="Roboto Light"/>
            </a:endParaRPr>
          </a:p>
        </p:txBody>
      </p:sp>
      <p:sp>
        <p:nvSpPr>
          <p:cNvPr id="662" name="Google Shape;662;g3693f7da1e3_0_222"/>
          <p:cNvSpPr/>
          <p:nvPr/>
        </p:nvSpPr>
        <p:spPr>
          <a:xfrm>
            <a:off x="6356225" y="1472150"/>
            <a:ext cx="837000" cy="4806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movement rules, Batch </a:t>
            </a:r>
            <a:r>
              <a:rPr lang="en-US" sz="600">
                <a:solidFill>
                  <a:schemeClr val="lt2"/>
                </a:solidFill>
                <a:latin typeface="Roboto Light"/>
                <a:ea typeface="Roboto Light"/>
                <a:cs typeface="Roboto Light"/>
                <a:sym typeface="Roboto Light"/>
              </a:rPr>
              <a:t>selection</a:t>
            </a:r>
            <a:r>
              <a:rPr lang="en-US" sz="600">
                <a:solidFill>
                  <a:schemeClr val="lt2"/>
                </a:solidFill>
                <a:latin typeface="Roboto Light"/>
                <a:ea typeface="Roboto Light"/>
                <a:cs typeface="Roboto Light"/>
                <a:sym typeface="Roboto Light"/>
              </a:rPr>
              <a:t>(Cross)</a:t>
            </a:r>
            <a:endParaRPr sz="600">
              <a:solidFill>
                <a:schemeClr val="lt2"/>
              </a:solidFill>
              <a:latin typeface="Roboto Light"/>
              <a:ea typeface="Roboto Light"/>
              <a:cs typeface="Roboto Light"/>
              <a:sym typeface="Roboto Light"/>
            </a:endParaRPr>
          </a:p>
        </p:txBody>
      </p:sp>
      <p:sp>
        <p:nvSpPr>
          <p:cNvPr id="663" name="Google Shape;663;g3693f7da1e3_0_222"/>
          <p:cNvSpPr/>
          <p:nvPr/>
        </p:nvSpPr>
        <p:spPr>
          <a:xfrm>
            <a:off x="4539713" y="26028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Validate Staging warehouse order</a:t>
            </a:r>
            <a:endParaRPr sz="800">
              <a:solidFill>
                <a:schemeClr val="lt2"/>
              </a:solidFill>
              <a:latin typeface="Roboto Light"/>
              <a:ea typeface="Roboto Light"/>
              <a:cs typeface="Roboto Light"/>
              <a:sym typeface="Roboto Light"/>
            </a:endParaRPr>
          </a:p>
        </p:txBody>
      </p:sp>
      <p:sp>
        <p:nvSpPr>
          <p:cNvPr id="664" name="Google Shape;664;g3693f7da1e3_0_222"/>
          <p:cNvSpPr/>
          <p:nvPr/>
        </p:nvSpPr>
        <p:spPr>
          <a:xfrm>
            <a:off x="4539713" y="35438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Generate pick list</a:t>
            </a:r>
            <a:endParaRPr sz="800">
              <a:solidFill>
                <a:schemeClr val="lt2"/>
              </a:solidFill>
              <a:latin typeface="Roboto Light"/>
              <a:ea typeface="Roboto Light"/>
              <a:cs typeface="Roboto Light"/>
              <a:sym typeface="Roboto Light"/>
            </a:endParaRPr>
          </a:p>
        </p:txBody>
      </p:sp>
      <p:sp>
        <p:nvSpPr>
          <p:cNvPr id="665" name="Google Shape;665;g3693f7da1e3_0_222"/>
          <p:cNvSpPr/>
          <p:nvPr/>
        </p:nvSpPr>
        <p:spPr>
          <a:xfrm>
            <a:off x="6413088" y="3543842"/>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cxnSp>
        <p:nvCxnSpPr>
          <p:cNvPr id="666" name="Google Shape;666;g3693f7da1e3_0_222"/>
          <p:cNvCxnSpPr>
            <a:endCxn id="658" idx="1"/>
          </p:cNvCxnSpPr>
          <p:nvPr/>
        </p:nvCxnSpPr>
        <p:spPr>
          <a:xfrm>
            <a:off x="1547125" y="1735250"/>
            <a:ext cx="707400" cy="0"/>
          </a:xfrm>
          <a:prstGeom prst="straightConnector1">
            <a:avLst/>
          </a:prstGeom>
          <a:noFill/>
          <a:ln cap="flat" cmpd="sng" w="9525">
            <a:solidFill>
              <a:schemeClr val="dk2"/>
            </a:solidFill>
            <a:prstDash val="solid"/>
            <a:round/>
            <a:headEnd len="med" w="med" type="none"/>
            <a:tailEnd len="med" w="med" type="triangle"/>
          </a:ln>
        </p:spPr>
      </p:cxnSp>
      <p:cxnSp>
        <p:nvCxnSpPr>
          <p:cNvPr id="667" name="Google Shape;667;g3693f7da1e3_0_222"/>
          <p:cNvCxnSpPr>
            <a:stCxn id="658" idx="3"/>
            <a:endCxn id="661" idx="1"/>
          </p:cNvCxnSpPr>
          <p:nvPr/>
        </p:nvCxnSpPr>
        <p:spPr>
          <a:xfrm>
            <a:off x="3487525" y="1735250"/>
            <a:ext cx="1041300" cy="0"/>
          </a:xfrm>
          <a:prstGeom prst="straightConnector1">
            <a:avLst/>
          </a:prstGeom>
          <a:noFill/>
          <a:ln cap="flat" cmpd="sng" w="9525">
            <a:solidFill>
              <a:schemeClr val="dk2"/>
            </a:solidFill>
            <a:prstDash val="solid"/>
            <a:round/>
            <a:headEnd len="med" w="med" type="none"/>
            <a:tailEnd len="med" w="med" type="triangle"/>
          </a:ln>
        </p:spPr>
      </p:cxnSp>
      <p:cxnSp>
        <p:nvCxnSpPr>
          <p:cNvPr id="668" name="Google Shape;668;g3693f7da1e3_0_222"/>
          <p:cNvCxnSpPr>
            <a:stCxn id="661" idx="2"/>
            <a:endCxn id="663" idx="0"/>
          </p:cNvCxnSpPr>
          <p:nvPr/>
        </p:nvCxnSpPr>
        <p:spPr>
          <a:xfrm>
            <a:off x="4980563" y="1975550"/>
            <a:ext cx="10800" cy="627300"/>
          </a:xfrm>
          <a:prstGeom prst="straightConnector1">
            <a:avLst/>
          </a:prstGeom>
          <a:noFill/>
          <a:ln cap="flat" cmpd="sng" w="9525">
            <a:solidFill>
              <a:schemeClr val="dk2"/>
            </a:solidFill>
            <a:prstDash val="solid"/>
            <a:round/>
            <a:headEnd len="med" w="med" type="none"/>
            <a:tailEnd len="med" w="med" type="triangle"/>
          </a:ln>
        </p:spPr>
      </p:cxnSp>
      <p:cxnSp>
        <p:nvCxnSpPr>
          <p:cNvPr id="669" name="Google Shape;669;g3693f7da1e3_0_222"/>
          <p:cNvCxnSpPr>
            <a:stCxn id="663" idx="2"/>
            <a:endCxn id="664" idx="0"/>
          </p:cNvCxnSpPr>
          <p:nvPr/>
        </p:nvCxnSpPr>
        <p:spPr>
          <a:xfrm>
            <a:off x="4991363" y="3083450"/>
            <a:ext cx="0" cy="460500"/>
          </a:xfrm>
          <a:prstGeom prst="straightConnector1">
            <a:avLst/>
          </a:prstGeom>
          <a:noFill/>
          <a:ln cap="flat" cmpd="sng" w="9525">
            <a:solidFill>
              <a:schemeClr val="dk2"/>
            </a:solidFill>
            <a:prstDash val="solid"/>
            <a:round/>
            <a:headEnd len="med" w="med" type="none"/>
            <a:tailEnd len="med" w="med" type="triangle"/>
          </a:ln>
        </p:spPr>
      </p:cxnSp>
      <p:cxnSp>
        <p:nvCxnSpPr>
          <p:cNvPr id="670" name="Google Shape;670;g3693f7da1e3_0_222"/>
          <p:cNvCxnSpPr>
            <a:stCxn id="659" idx="0"/>
            <a:endCxn id="658" idx="2"/>
          </p:cNvCxnSpPr>
          <p:nvPr/>
        </p:nvCxnSpPr>
        <p:spPr>
          <a:xfrm rot="-5400000">
            <a:off x="2389100" y="2069100"/>
            <a:ext cx="575400" cy="388500"/>
          </a:xfrm>
          <a:prstGeom prst="bentConnector3">
            <a:avLst>
              <a:gd fmla="val 50009" name="adj1"/>
            </a:avLst>
          </a:prstGeom>
          <a:noFill/>
          <a:ln cap="flat" cmpd="sng" w="9525">
            <a:solidFill>
              <a:schemeClr val="dk2"/>
            </a:solidFill>
            <a:prstDash val="dash"/>
            <a:round/>
            <a:headEnd len="med" w="med" type="none"/>
            <a:tailEnd len="med" w="med" type="triangle"/>
          </a:ln>
        </p:spPr>
      </p:cxnSp>
      <p:cxnSp>
        <p:nvCxnSpPr>
          <p:cNvPr id="671" name="Google Shape;671;g3693f7da1e3_0_222"/>
          <p:cNvCxnSpPr>
            <a:stCxn id="660" idx="0"/>
            <a:endCxn id="658" idx="2"/>
          </p:cNvCxnSpPr>
          <p:nvPr/>
        </p:nvCxnSpPr>
        <p:spPr>
          <a:xfrm flipH="1" rot="5400000">
            <a:off x="2778000" y="2068800"/>
            <a:ext cx="575400" cy="389100"/>
          </a:xfrm>
          <a:prstGeom prst="bentConnector3">
            <a:avLst>
              <a:gd fmla="val 50009" name="adj1"/>
            </a:avLst>
          </a:prstGeom>
          <a:noFill/>
          <a:ln cap="flat" cmpd="sng" w="9525">
            <a:solidFill>
              <a:schemeClr val="dk2"/>
            </a:solidFill>
            <a:prstDash val="dash"/>
            <a:round/>
            <a:headEnd len="med" w="med" type="none"/>
            <a:tailEnd len="med" w="med" type="triangle"/>
          </a:ln>
        </p:spPr>
      </p:cxnSp>
      <p:cxnSp>
        <p:nvCxnSpPr>
          <p:cNvPr id="672" name="Google Shape;672;g3693f7da1e3_0_222"/>
          <p:cNvCxnSpPr>
            <a:stCxn id="662" idx="1"/>
            <a:endCxn id="661" idx="3"/>
          </p:cNvCxnSpPr>
          <p:nvPr/>
        </p:nvCxnSpPr>
        <p:spPr>
          <a:xfrm flipH="1">
            <a:off x="5432225" y="1712450"/>
            <a:ext cx="924000" cy="22800"/>
          </a:xfrm>
          <a:prstGeom prst="straightConnector1">
            <a:avLst/>
          </a:prstGeom>
          <a:noFill/>
          <a:ln cap="flat" cmpd="sng" w="9525">
            <a:solidFill>
              <a:schemeClr val="dk2"/>
            </a:solidFill>
            <a:prstDash val="dash"/>
            <a:round/>
            <a:headEnd len="med" w="med" type="none"/>
            <a:tailEnd len="med" w="med" type="triangle"/>
          </a:ln>
        </p:spPr>
      </p:cxnSp>
      <p:cxnSp>
        <p:nvCxnSpPr>
          <p:cNvPr id="673" name="Google Shape;673;g3693f7da1e3_0_222"/>
          <p:cNvCxnSpPr>
            <a:stCxn id="664" idx="3"/>
            <a:endCxn id="665" idx="1"/>
          </p:cNvCxnSpPr>
          <p:nvPr/>
        </p:nvCxnSpPr>
        <p:spPr>
          <a:xfrm>
            <a:off x="5443013" y="3784150"/>
            <a:ext cx="970200" cy="0"/>
          </a:xfrm>
          <a:prstGeom prst="straightConnector1">
            <a:avLst/>
          </a:prstGeom>
          <a:noFill/>
          <a:ln cap="flat" cmpd="sng" w="9525">
            <a:solidFill>
              <a:schemeClr val="dk2"/>
            </a:solidFill>
            <a:prstDash val="solid"/>
            <a:round/>
            <a:headEnd len="med" w="med" type="none"/>
            <a:tailEnd len="med" w="med" type="triangle"/>
          </a:ln>
        </p:spPr>
      </p:cxnSp>
      <p:sp>
        <p:nvSpPr>
          <p:cNvPr id="674" name="Google Shape;674;g3693f7da1e3_0_222"/>
          <p:cNvSpPr/>
          <p:nvPr/>
        </p:nvSpPr>
        <p:spPr>
          <a:xfrm>
            <a:off x="2940950" y="3036450"/>
            <a:ext cx="1260300" cy="627300"/>
          </a:xfrm>
          <a:prstGeom prst="rect">
            <a:avLst/>
          </a:prstGeom>
          <a:solidFill>
            <a:srgbClr val="FFFF00"/>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ctr">
              <a:spcBef>
                <a:spcPts val="0"/>
              </a:spcBef>
              <a:spcAft>
                <a:spcPts val="0"/>
              </a:spcAft>
              <a:buNone/>
            </a:pPr>
            <a:r>
              <a:rPr lang="en-US" sz="600" u="sng">
                <a:solidFill>
                  <a:schemeClr val="hlink"/>
                </a:solidFill>
                <a:latin typeface="Roboto Light"/>
                <a:ea typeface="Roboto Light"/>
                <a:cs typeface="Roboto Light"/>
                <a:sym typeface="Roboto Light"/>
                <a:hlinkClick r:id="rId3"/>
              </a:rPr>
              <a:t>1.GT</a:t>
            </a:r>
            <a:r>
              <a:rPr lang="en-US" sz="600">
                <a:latin typeface="Roboto Light"/>
                <a:ea typeface="Roboto Light"/>
                <a:cs typeface="Roboto Light"/>
                <a:sym typeface="Roboto Light"/>
              </a:rPr>
              <a:t> Single order is only in scope</a:t>
            </a:r>
            <a:endParaRPr sz="600">
              <a:latin typeface="Roboto Light"/>
              <a:ea typeface="Roboto Light"/>
              <a:cs typeface="Roboto Light"/>
              <a:sym typeface="Roboto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g3693f7da1e3_0_244"/>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680" name="Google Shape;680;g3693f7da1e3_0_244"/>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Single order</a:t>
                      </a:r>
                      <a:endParaRPr/>
                    </a:p>
                  </a:txBody>
                  <a:tcPr marT="91425" marB="91425" marR="91425" marL="91425"/>
                </a:tc>
                <a:tc>
                  <a:txBody>
                    <a:bodyPr/>
                    <a:lstStyle/>
                    <a:p>
                      <a:pPr indent="0" lvl="0" marL="0" rtl="0" algn="l">
                        <a:spcBef>
                          <a:spcPts val="0"/>
                        </a:spcBef>
                        <a:spcAft>
                          <a:spcPts val="0"/>
                        </a:spcAft>
                        <a:buNone/>
                      </a:pPr>
                      <a:r>
                        <a:rPr lang="en-US"/>
                        <a:t>Single order staging</a:t>
                      </a:r>
                      <a:endParaRPr/>
                    </a:p>
                  </a:txBody>
                  <a:tcPr marT="91425" marB="91425" marR="91425" marL="91425"/>
                </a:tc>
              </a:tr>
              <a:tr h="381000">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Batch determination</a:t>
                      </a:r>
                      <a:endParaRPr/>
                    </a:p>
                  </a:txBody>
                  <a:tcPr marT="91425" marB="91425" marR="91425" marL="91425"/>
                </a:tc>
                <a:tc>
                  <a:txBody>
                    <a:bodyPr/>
                    <a:lstStyle/>
                    <a:p>
                      <a:pPr indent="0" lvl="0" marL="0" rtl="0" algn="l">
                        <a:spcBef>
                          <a:spcPts val="0"/>
                        </a:spcBef>
                        <a:spcAft>
                          <a:spcPts val="0"/>
                        </a:spcAft>
                        <a:buNone/>
                      </a:pPr>
                      <a:r>
                        <a:rPr lang="en-US"/>
                        <a:t>Batch determination at production order(Single order can only be used)</a:t>
                      </a:r>
                      <a:endParaRPr/>
                    </a:p>
                  </a:txBody>
                  <a:tcPr marT="91425" marB="91425" marR="91425" marL="91425"/>
                </a:tc>
              </a:tr>
            </a:tbl>
          </a:graphicData>
        </a:graphic>
      </p:graphicFrame>
      <p:sp>
        <p:nvSpPr>
          <p:cNvPr id="681" name="Google Shape;681;g3693f7da1e3_0_244"/>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682" name="Google Shape;682;g3693f7da1e3_0_244"/>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683" name="Google Shape;683;g3693f7da1e3_0_244"/>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pic>
        <p:nvPicPr>
          <p:cNvPr id="688" name="Google Shape;688;g3693f7da1e3_2_23"/>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689" name="Google Shape;689;g3693f7da1e3_2_23"/>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Light"/>
              <a:buAutoNum type="arabicPeriod"/>
            </a:pPr>
            <a:r>
              <a:rPr lang="en-US" sz="1400"/>
              <a:t>Process Order creation and release</a:t>
            </a:r>
            <a:endParaRPr sz="1400"/>
          </a:p>
          <a:p>
            <a:pPr indent="-317500" lvl="0" marL="457200" rtl="0" algn="l">
              <a:lnSpc>
                <a:spcPct val="95238"/>
              </a:lnSpc>
              <a:spcBef>
                <a:spcPts val="0"/>
              </a:spcBef>
              <a:spcAft>
                <a:spcPts val="0"/>
              </a:spcAft>
              <a:buSzPts val="1400"/>
              <a:buAutoNum type="arabicPeriod"/>
            </a:pPr>
            <a:r>
              <a:rPr lang="en-US" sz="1400"/>
              <a:t>Staging for production with EWM</a:t>
            </a:r>
            <a:endParaRPr sz="1400"/>
          </a:p>
          <a:p>
            <a:pPr indent="-317500" lvl="0" marL="457200" rtl="0" algn="l">
              <a:lnSpc>
                <a:spcPct val="95238"/>
              </a:lnSpc>
              <a:spcBef>
                <a:spcPts val="0"/>
              </a:spcBef>
              <a:spcAft>
                <a:spcPts val="0"/>
              </a:spcAft>
              <a:buSzPts val="1400"/>
              <a:buFont typeface="Roboto"/>
              <a:buAutoNum type="arabicPeriod"/>
            </a:pPr>
            <a:r>
              <a:rPr b="1" lang="en-US" sz="1400">
                <a:latin typeface="Roboto"/>
                <a:ea typeface="Roboto"/>
                <a:cs typeface="Roboto"/>
                <a:sym typeface="Roboto"/>
              </a:rPr>
              <a:t>Manage BOM inventory</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Font typeface="Roboto Light"/>
              <a:buAutoNum type="arabicPeriod"/>
            </a:pPr>
            <a:r>
              <a:rPr lang="en-US" sz="1400"/>
              <a:t>Consumption for production with EWM</a:t>
            </a:r>
            <a:endParaRPr sz="1400"/>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690" name="Google Shape;690;g3693f7da1e3_2_23"/>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691" name="Google Shape;691;g3693f7da1e3_2_23"/>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692" name="Google Shape;692;g3693f7da1e3_2_23"/>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693" name="Google Shape;693;g3693f7da1e3_2_23"/>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694" name="Google Shape;694;g3693f7da1e3_2_23"/>
          <p:cNvGrpSpPr/>
          <p:nvPr/>
        </p:nvGrpSpPr>
        <p:grpSpPr>
          <a:xfrm>
            <a:off x="7495354" y="188417"/>
            <a:ext cx="1395087" cy="441585"/>
            <a:chOff x="5991694" y="1720305"/>
            <a:chExt cx="1929047" cy="618207"/>
          </a:xfrm>
        </p:grpSpPr>
        <p:sp>
          <p:nvSpPr>
            <p:cNvPr id="695" name="Google Shape;695;g3693f7da1e3_2_23"/>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g3693f7da1e3_2_23"/>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g3693f7da1e3_2_23"/>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g3693f7da1e3_2_23"/>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g3693f7da1e3_2_23"/>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g3693f7da1e3_2_23"/>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3693f7da1e3_2_23"/>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g3693f7da1e3_2_23"/>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g3693f7da1e3_2_23"/>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g3693f7da1e3_2_23"/>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g3693f7da1e3_2_23"/>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g3693f7da1e3_2_23"/>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g3693f7da1e3_2_23"/>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pic>
        <p:nvPicPr>
          <p:cNvPr id="713" name="Google Shape;713;p16"/>
          <p:cNvPicPr preferRelativeResize="0"/>
          <p:nvPr/>
        </p:nvPicPr>
        <p:blipFill rotWithShape="1">
          <a:blip r:embed="rId3">
            <a:alphaModFix/>
          </a:blip>
          <a:srcRect b="0" l="0" r="0" t="0"/>
          <a:stretch/>
        </p:blipFill>
        <p:spPr>
          <a:xfrm>
            <a:off x="1940738" y="1131574"/>
            <a:ext cx="4677418" cy="3901737"/>
          </a:xfrm>
          <a:prstGeom prst="rect">
            <a:avLst/>
          </a:prstGeom>
          <a:noFill/>
          <a:ln>
            <a:noFill/>
          </a:ln>
        </p:spPr>
      </p:pic>
      <p:sp>
        <p:nvSpPr>
          <p:cNvPr id="714" name="Google Shape;714;p16"/>
          <p:cNvSpPr txBox="1"/>
          <p:nvPr>
            <p:ph type="title"/>
          </p:nvPr>
        </p:nvSpPr>
        <p:spPr>
          <a:xfrm>
            <a:off x="542299" y="-40854"/>
            <a:ext cx="7174523" cy="441848"/>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Check for Material Availability -</a:t>
            </a:r>
            <a:r>
              <a:rPr lang="en-US"/>
              <a:t> M-090-010 </a:t>
            </a:r>
            <a:br>
              <a:rPr lang="en-US"/>
            </a:br>
            <a:endParaRPr>
              <a:latin typeface="Open Sans"/>
              <a:ea typeface="Open Sans"/>
              <a:cs typeface="Open Sans"/>
              <a:sym typeface="Open Sans"/>
            </a:endParaRPr>
          </a:p>
        </p:txBody>
      </p:sp>
      <p:sp>
        <p:nvSpPr>
          <p:cNvPr id="715" name="Google Shape;715;p16"/>
          <p:cNvSpPr txBox="1"/>
          <p:nvPr/>
        </p:nvSpPr>
        <p:spPr>
          <a:xfrm>
            <a:off x="713918" y="1011897"/>
            <a:ext cx="7328100" cy="577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25"/>
              <a:buFont typeface="Arial"/>
              <a:buNone/>
            </a:pPr>
            <a:r>
              <a:rPr lang="en-US" sz="1100">
                <a:solidFill>
                  <a:schemeClr val="dk1"/>
                </a:solidFill>
              </a:rPr>
              <a:t>A </a:t>
            </a:r>
            <a:r>
              <a:rPr b="1" lang="en-US" sz="1100">
                <a:solidFill>
                  <a:schemeClr val="dk1"/>
                </a:solidFill>
              </a:rPr>
              <a:t>material availability check</a:t>
            </a:r>
            <a:r>
              <a:rPr lang="en-US" sz="1100">
                <a:solidFill>
                  <a:schemeClr val="dk1"/>
                </a:solidFill>
              </a:rPr>
              <a:t> in a process order ensures that all required components and materials are available in the necessary quantities before production begins. This check is crucial for smooth production execution, preventing delays and disruptions caused by missing materials.</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4"/>
          <p:cNvSpPr txBox="1"/>
          <p:nvPr>
            <p:ph type="title"/>
          </p:nvPr>
        </p:nvSpPr>
        <p:spPr>
          <a:xfrm>
            <a:off x="786044" y="238124"/>
            <a:ext cx="5311746" cy="314409"/>
          </a:xfrm>
          <a:prstGeom prst="rect">
            <a:avLst/>
          </a:prstGeom>
          <a:noFill/>
          <a:ln>
            <a:noFill/>
          </a:ln>
        </p:spPr>
        <p:txBody>
          <a:bodyPr anchorCtr="0" anchor="t" bIns="0" lIns="0" spcFirstLastPara="1" rIns="180000" wrap="square" tIns="0">
            <a:noAutofit/>
          </a:bodyPr>
          <a:lstStyle/>
          <a:p>
            <a:pPr indent="0" lvl="0" marL="0" rtl="0" algn="l">
              <a:lnSpc>
                <a:spcPct val="90000"/>
              </a:lnSpc>
              <a:spcBef>
                <a:spcPts val="0"/>
              </a:spcBef>
              <a:spcAft>
                <a:spcPts val="0"/>
              </a:spcAft>
              <a:buSzPts val="2600"/>
              <a:buNone/>
            </a:pPr>
            <a:r>
              <a:rPr lang="en-US">
                <a:solidFill>
                  <a:srgbClr val="000000"/>
                </a:solidFill>
                <a:latin typeface="Arial"/>
                <a:ea typeface="Arial"/>
                <a:cs typeface="Arial"/>
                <a:sym typeface="Arial"/>
              </a:rPr>
              <a:t>L3 – </a:t>
            </a:r>
            <a:r>
              <a:rPr lang="en-US">
                <a:latin typeface="Open Sans"/>
                <a:ea typeface="Open Sans"/>
                <a:cs typeface="Open Sans"/>
                <a:sym typeface="Open Sans"/>
              </a:rPr>
              <a:t> Check for Material Availability</a:t>
            </a:r>
            <a:endParaRPr>
              <a:latin typeface="Arial"/>
              <a:ea typeface="Arial"/>
              <a:cs typeface="Arial"/>
              <a:sym typeface="Arial"/>
            </a:endParaRPr>
          </a:p>
        </p:txBody>
      </p:sp>
      <p:pic>
        <p:nvPicPr>
          <p:cNvPr id="722" name="Google Shape;722;p14"/>
          <p:cNvPicPr preferRelativeResize="0"/>
          <p:nvPr/>
        </p:nvPicPr>
        <p:blipFill rotWithShape="1">
          <a:blip r:embed="rId3">
            <a:alphaModFix/>
          </a:blip>
          <a:srcRect b="0" l="0" r="0" t="0"/>
          <a:stretch/>
        </p:blipFill>
        <p:spPr>
          <a:xfrm rot="-5199283">
            <a:off x="2108536" y="1282112"/>
            <a:ext cx="281970" cy="382190"/>
          </a:xfrm>
          <a:prstGeom prst="rect">
            <a:avLst/>
          </a:prstGeom>
          <a:noFill/>
          <a:ln>
            <a:noFill/>
          </a:ln>
        </p:spPr>
      </p:pic>
      <p:sp>
        <p:nvSpPr>
          <p:cNvPr id="723" name="Google Shape;723;p14"/>
          <p:cNvSpPr/>
          <p:nvPr/>
        </p:nvSpPr>
        <p:spPr>
          <a:xfrm>
            <a:off x="1613426" y="1061268"/>
            <a:ext cx="1037271" cy="1183005"/>
          </a:xfrm>
          <a:prstGeom prst="rect">
            <a:avLst/>
          </a:prstGeom>
          <a:solidFill>
            <a:srgbClr val="F9EEEC"/>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Calibri"/>
                <a:ea typeface="Calibri"/>
                <a:cs typeface="Calibri"/>
                <a:sym typeface="Calibri"/>
              </a:rPr>
              <a:t>Requirements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Calibri"/>
                <a:ea typeface="Calibri"/>
                <a:cs typeface="Calibri"/>
                <a:sym typeface="Calibri"/>
              </a:rPr>
              <a:t>qty/date</a:t>
            </a:r>
            <a:endParaRPr b="0" i="0" sz="1400" u="none" cap="none" strike="noStrike">
              <a:solidFill>
                <a:srgbClr val="000000"/>
              </a:solidFill>
              <a:latin typeface="Arial"/>
              <a:ea typeface="Arial"/>
              <a:cs typeface="Arial"/>
              <a:sym typeface="Arial"/>
            </a:endParaRPr>
          </a:p>
        </p:txBody>
      </p:sp>
      <p:pic>
        <p:nvPicPr>
          <p:cNvPr id="724" name="Google Shape;724;p14"/>
          <p:cNvPicPr preferRelativeResize="0"/>
          <p:nvPr/>
        </p:nvPicPr>
        <p:blipFill rotWithShape="1">
          <a:blip r:embed="rId3">
            <a:alphaModFix/>
          </a:blip>
          <a:srcRect b="0" l="0" r="0" t="0"/>
          <a:stretch/>
        </p:blipFill>
        <p:spPr>
          <a:xfrm>
            <a:off x="1757597" y="1106703"/>
            <a:ext cx="554296" cy="551683"/>
          </a:xfrm>
          <a:prstGeom prst="rect">
            <a:avLst/>
          </a:prstGeom>
          <a:noFill/>
          <a:ln>
            <a:noFill/>
          </a:ln>
        </p:spPr>
      </p:pic>
      <p:sp>
        <p:nvSpPr>
          <p:cNvPr id="725" name="Google Shape;725;p14"/>
          <p:cNvSpPr/>
          <p:nvPr/>
        </p:nvSpPr>
        <p:spPr>
          <a:xfrm>
            <a:off x="1363235" y="2324091"/>
            <a:ext cx="1388745" cy="258850"/>
          </a:xfrm>
          <a:prstGeom prst="flowChartMerge">
            <a:avLst/>
          </a:prstGeom>
          <a:solidFill>
            <a:srgbClr val="F9EEEC"/>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p:txBody>
      </p:sp>
      <p:sp>
        <p:nvSpPr>
          <p:cNvPr id="726" name="Google Shape;726;p14"/>
          <p:cNvSpPr/>
          <p:nvPr/>
        </p:nvSpPr>
        <p:spPr>
          <a:xfrm>
            <a:off x="2819131" y="1793951"/>
            <a:ext cx="1951673" cy="895827"/>
          </a:xfrm>
          <a:prstGeom prst="rect">
            <a:avLst/>
          </a:prstGeom>
          <a:solidFill>
            <a:srgbClr val="F9EEEC"/>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000000"/>
                </a:solidFill>
                <a:latin typeface="Calibri"/>
                <a:ea typeface="Calibri"/>
                <a:cs typeface="Calibri"/>
                <a:sym typeface="Calibri"/>
              </a:rPr>
              <a:t>Availability check: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Calibri"/>
                <a:ea typeface="Calibri"/>
                <a:cs typeface="Calibri"/>
                <a:sym typeface="Calibri"/>
              </a:rPr>
              <a:t> Checks whether all the materials required to perform an operation or manufacture the product are/will be available</a:t>
            </a:r>
            <a:endParaRPr b="0" i="0" sz="1400" u="none" cap="none" strike="noStrike">
              <a:solidFill>
                <a:srgbClr val="000000"/>
              </a:solidFill>
              <a:latin typeface="Arial"/>
              <a:ea typeface="Arial"/>
              <a:cs typeface="Arial"/>
              <a:sym typeface="Arial"/>
            </a:endParaRPr>
          </a:p>
        </p:txBody>
      </p:sp>
      <p:pic>
        <p:nvPicPr>
          <p:cNvPr id="727" name="Google Shape;727;p14"/>
          <p:cNvPicPr preferRelativeResize="0"/>
          <p:nvPr/>
        </p:nvPicPr>
        <p:blipFill rotWithShape="1">
          <a:blip r:embed="rId4">
            <a:alphaModFix/>
          </a:blip>
          <a:srcRect b="0" l="0" r="0" t="0"/>
          <a:stretch/>
        </p:blipFill>
        <p:spPr>
          <a:xfrm>
            <a:off x="2684829" y="1471776"/>
            <a:ext cx="494348" cy="491675"/>
          </a:xfrm>
          <a:prstGeom prst="rect">
            <a:avLst/>
          </a:prstGeom>
          <a:noFill/>
          <a:ln>
            <a:noFill/>
          </a:ln>
        </p:spPr>
      </p:pic>
      <p:sp>
        <p:nvSpPr>
          <p:cNvPr id="728" name="Google Shape;728;p14"/>
          <p:cNvSpPr/>
          <p:nvPr/>
        </p:nvSpPr>
        <p:spPr>
          <a:xfrm>
            <a:off x="1163179" y="2937041"/>
            <a:ext cx="1783079" cy="245837"/>
          </a:xfrm>
          <a:prstGeom prst="rect">
            <a:avLst/>
          </a:prstGeom>
          <a:solidFill>
            <a:srgbClr val="EFD0CA"/>
          </a:solidFill>
          <a:ln cap="flat" cmpd="sng" w="9525">
            <a:solidFill>
              <a:srgbClr val="E1ABA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Check result</a:t>
            </a:r>
            <a:endParaRPr b="0" i="0" sz="1400" u="none" cap="none" strike="noStrike">
              <a:solidFill>
                <a:srgbClr val="000000"/>
              </a:solidFill>
              <a:latin typeface="Arial"/>
              <a:ea typeface="Arial"/>
              <a:cs typeface="Arial"/>
              <a:sym typeface="Arial"/>
            </a:endParaRPr>
          </a:p>
        </p:txBody>
      </p:sp>
      <p:sp>
        <p:nvSpPr>
          <p:cNvPr id="729" name="Google Shape;729;p14"/>
          <p:cNvSpPr/>
          <p:nvPr/>
        </p:nvSpPr>
        <p:spPr>
          <a:xfrm>
            <a:off x="1490389" y="3248680"/>
            <a:ext cx="2220278" cy="827869"/>
          </a:xfrm>
          <a:prstGeom prst="rect">
            <a:avLst/>
          </a:prstGeom>
          <a:solidFill>
            <a:srgbClr val="F9EEEC"/>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214313" lvl="0" marL="214313" marR="0" rtl="0" algn="l">
              <a:lnSpc>
                <a:spcPct val="100000"/>
              </a:lnSpc>
              <a:spcBef>
                <a:spcPts val="0"/>
              </a:spcBef>
              <a:spcAft>
                <a:spcPts val="0"/>
              </a:spcAft>
              <a:buClr>
                <a:srgbClr val="000000"/>
              </a:buClr>
              <a:buSzPts val="1050"/>
              <a:buFont typeface="Arial"/>
              <a:buChar char="•"/>
            </a:pPr>
            <a:r>
              <a:rPr b="1" i="0" lang="en-US" sz="1050" u="none" cap="none" strike="noStrike">
                <a:solidFill>
                  <a:srgbClr val="000000"/>
                </a:solidFill>
                <a:latin typeface="Calibri"/>
                <a:ea typeface="Calibri"/>
                <a:cs typeface="Calibri"/>
                <a:sym typeface="Calibri"/>
              </a:rPr>
              <a:t>Confirmed quantity</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050"/>
              <a:buFont typeface="Arial"/>
              <a:buChar char="•"/>
            </a:pPr>
            <a:r>
              <a:rPr b="1" i="0" lang="en-US" sz="1050" u="none" cap="none" strike="noStrike">
                <a:solidFill>
                  <a:srgbClr val="000000"/>
                </a:solidFill>
                <a:latin typeface="Calibri"/>
                <a:ea typeface="Calibri"/>
                <a:cs typeface="Calibri"/>
                <a:sym typeface="Calibri"/>
              </a:rPr>
              <a:t>Missing part record</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050"/>
              <a:buFont typeface="Arial"/>
              <a:buChar char="•"/>
            </a:pPr>
            <a:r>
              <a:rPr b="1" i="0" lang="en-US" sz="1050" u="none" cap="none" strike="noStrike">
                <a:solidFill>
                  <a:srgbClr val="000000"/>
                </a:solidFill>
                <a:latin typeface="Calibri"/>
                <a:ea typeface="Calibri"/>
                <a:cs typeface="Calibri"/>
                <a:sym typeface="Calibri"/>
              </a:rPr>
              <a:t>Status MSPT (material shortage)</a:t>
            </a:r>
            <a:endParaRPr b="0" i="0" sz="1400" u="none" cap="none" strike="noStrike">
              <a:solidFill>
                <a:srgbClr val="000000"/>
              </a:solidFill>
              <a:latin typeface="Arial"/>
              <a:ea typeface="Arial"/>
              <a:cs typeface="Arial"/>
              <a:sym typeface="Arial"/>
            </a:endParaRPr>
          </a:p>
        </p:txBody>
      </p:sp>
      <p:sp>
        <p:nvSpPr>
          <p:cNvPr id="730" name="Google Shape;730;p14"/>
          <p:cNvSpPr/>
          <p:nvPr/>
        </p:nvSpPr>
        <p:spPr>
          <a:xfrm>
            <a:off x="1888723" y="4394020"/>
            <a:ext cx="1483334" cy="382190"/>
          </a:xfrm>
          <a:prstGeom prst="rect">
            <a:avLst/>
          </a:prstGeom>
          <a:solidFill>
            <a:srgbClr val="F9EEEC"/>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Warehouse stock + Inbound Quantity</a:t>
            </a:r>
            <a:endParaRPr b="0" i="0" sz="1400" u="none" cap="none" strike="noStrike">
              <a:solidFill>
                <a:srgbClr val="000000"/>
              </a:solidFill>
              <a:latin typeface="Arial"/>
              <a:ea typeface="Arial"/>
              <a:cs typeface="Arial"/>
              <a:sym typeface="Arial"/>
            </a:endParaRPr>
          </a:p>
        </p:txBody>
      </p:sp>
      <p:sp>
        <p:nvSpPr>
          <p:cNvPr id="731" name="Google Shape;731;p14"/>
          <p:cNvSpPr/>
          <p:nvPr/>
        </p:nvSpPr>
        <p:spPr>
          <a:xfrm>
            <a:off x="3625239" y="4394020"/>
            <a:ext cx="1145566" cy="382190"/>
          </a:xfrm>
          <a:prstGeom prst="rect">
            <a:avLst/>
          </a:prstGeom>
          <a:solidFill>
            <a:srgbClr val="F9EEEC"/>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Outward Quantity</a:t>
            </a:r>
            <a:endParaRPr b="0" i="0" sz="1400" u="none" cap="none" strike="noStrike">
              <a:solidFill>
                <a:srgbClr val="000000"/>
              </a:solidFill>
              <a:latin typeface="Arial"/>
              <a:ea typeface="Arial"/>
              <a:cs typeface="Arial"/>
              <a:sym typeface="Arial"/>
            </a:endParaRPr>
          </a:p>
        </p:txBody>
      </p:sp>
      <p:sp>
        <p:nvSpPr>
          <p:cNvPr id="732" name="Google Shape;732;p14"/>
          <p:cNvSpPr txBox="1"/>
          <p:nvPr/>
        </p:nvSpPr>
        <p:spPr>
          <a:xfrm>
            <a:off x="1697773" y="4399938"/>
            <a:ext cx="368975"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733" name="Google Shape;733;p14"/>
          <p:cNvSpPr txBox="1"/>
          <p:nvPr/>
        </p:nvSpPr>
        <p:spPr>
          <a:xfrm flipH="1">
            <a:off x="3372058" y="4346189"/>
            <a:ext cx="437198" cy="5078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734" name="Google Shape;734;p14"/>
          <p:cNvSpPr/>
          <p:nvPr/>
        </p:nvSpPr>
        <p:spPr>
          <a:xfrm>
            <a:off x="458774" y="4394020"/>
            <a:ext cx="1170776" cy="382190"/>
          </a:xfrm>
          <a:prstGeom prst="rect">
            <a:avLst/>
          </a:prstGeom>
          <a:solidFill>
            <a:srgbClr val="F9EEEC"/>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ATP Quantity</a:t>
            </a:r>
            <a:endParaRPr b="0" i="0" sz="1400" u="none" cap="none" strike="noStrike">
              <a:solidFill>
                <a:srgbClr val="000000"/>
              </a:solidFill>
              <a:latin typeface="Arial"/>
              <a:ea typeface="Arial"/>
              <a:cs typeface="Arial"/>
              <a:sym typeface="Arial"/>
            </a:endParaRPr>
          </a:p>
        </p:txBody>
      </p:sp>
      <p:sp>
        <p:nvSpPr>
          <p:cNvPr id="735" name="Google Shape;735;p14"/>
          <p:cNvSpPr/>
          <p:nvPr/>
        </p:nvSpPr>
        <p:spPr>
          <a:xfrm>
            <a:off x="239275" y="758625"/>
            <a:ext cx="1145400" cy="1102200"/>
          </a:xfrm>
          <a:prstGeom prst="round2DiagRect">
            <a:avLst>
              <a:gd fmla="val 16667" name="adj1"/>
              <a:gd fmla="val 0" name="adj2"/>
            </a:avLst>
          </a:prstGeom>
          <a:solidFill>
            <a:srgbClr val="F9EEEC"/>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50"/>
              <a:buFont typeface="Arial"/>
              <a:buNone/>
            </a:pPr>
            <a:r>
              <a:rPr b="1" lang="en-US" sz="1350">
                <a:latin typeface="Calibri"/>
                <a:ea typeface="Calibri"/>
                <a:cs typeface="Calibri"/>
                <a:sym typeface="Calibri"/>
              </a:rPr>
              <a:t>Process</a:t>
            </a:r>
            <a:endParaRPr b="1" sz="1350">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000000"/>
                </a:solidFill>
                <a:latin typeface="Calibri"/>
                <a:ea typeface="Calibri"/>
                <a:cs typeface="Calibri"/>
                <a:sym typeface="Calibri"/>
              </a:rPr>
              <a:t>order</a:t>
            </a:r>
            <a:endParaRPr b="0" i="0" sz="1400" u="none" cap="none" strike="noStrike">
              <a:solidFill>
                <a:srgbClr val="000000"/>
              </a:solidFill>
              <a:latin typeface="Arial"/>
              <a:ea typeface="Arial"/>
              <a:cs typeface="Arial"/>
              <a:sym typeface="Arial"/>
            </a:endParaRPr>
          </a:p>
        </p:txBody>
      </p:sp>
      <p:pic>
        <p:nvPicPr>
          <p:cNvPr id="736" name="Google Shape;736;p14"/>
          <p:cNvPicPr preferRelativeResize="0"/>
          <p:nvPr/>
        </p:nvPicPr>
        <p:blipFill rotWithShape="1">
          <a:blip r:embed="rId5">
            <a:alphaModFix/>
          </a:blip>
          <a:srcRect b="0" l="0" r="0" t="0"/>
          <a:stretch/>
        </p:blipFill>
        <p:spPr>
          <a:xfrm>
            <a:off x="458784" y="884123"/>
            <a:ext cx="617220" cy="530966"/>
          </a:xfrm>
          <a:prstGeom prst="rect">
            <a:avLst/>
          </a:prstGeom>
          <a:noFill/>
          <a:ln>
            <a:noFill/>
          </a:ln>
        </p:spPr>
      </p:pic>
      <p:sp>
        <p:nvSpPr>
          <p:cNvPr id="737" name="Google Shape;737;p14"/>
          <p:cNvSpPr/>
          <p:nvPr/>
        </p:nvSpPr>
        <p:spPr>
          <a:xfrm>
            <a:off x="5262416" y="830294"/>
            <a:ext cx="3662121" cy="2169847"/>
          </a:xfrm>
          <a:prstGeom prst="roundRect">
            <a:avLst>
              <a:gd fmla="val 7091" name="adj"/>
            </a:avLst>
          </a:prstGeom>
          <a:noFill/>
          <a:ln cap="flat" cmpd="sng" w="9525">
            <a:solidFill>
              <a:schemeClr val="accent1"/>
            </a:solidFill>
            <a:prstDash val="solid"/>
            <a:miter lim="800000"/>
            <a:headEnd len="sm" w="sm" type="none"/>
            <a:tailEnd len="sm" w="sm" type="none"/>
          </a:ln>
        </p:spPr>
        <p:txBody>
          <a:bodyPr anchorCtr="0" anchor="t" bIns="68575" lIns="68575" spcFirstLastPara="1" rIns="68575" wrap="square" tIns="68575">
            <a:spAutoFit/>
          </a:bodyPr>
          <a:lstStyle/>
          <a:p>
            <a:pPr indent="-214313" lvl="0" marL="214313" marR="0" rtl="0" algn="l">
              <a:lnSpc>
                <a:spcPct val="100000"/>
              </a:lnSpc>
              <a:spcBef>
                <a:spcPts val="0"/>
              </a:spcBef>
              <a:spcAft>
                <a:spcPts val="0"/>
              </a:spcAft>
              <a:buClr>
                <a:srgbClr val="000000"/>
              </a:buClr>
              <a:buSzPts val="975"/>
              <a:buFont typeface="Arial"/>
              <a:buChar char="•"/>
            </a:pPr>
            <a:r>
              <a:rPr b="0" i="0" lang="en-US" sz="975" u="none" cap="none" strike="noStrike">
                <a:solidFill>
                  <a:schemeClr val="dk1"/>
                </a:solidFill>
                <a:latin typeface="Calibri"/>
                <a:ea typeface="Calibri"/>
                <a:cs typeface="Calibri"/>
                <a:sym typeface="Calibri"/>
              </a:rPr>
              <a:t>Controls the scope of check during the order processing.</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975"/>
              <a:buFont typeface="Arial"/>
              <a:buChar char="•"/>
            </a:pPr>
            <a:r>
              <a:rPr b="1" i="0" lang="en-US" sz="975" u="none" cap="none" strike="noStrike">
                <a:solidFill>
                  <a:schemeClr val="dk1"/>
                </a:solidFill>
                <a:latin typeface="Calibri"/>
                <a:ea typeface="Calibri"/>
                <a:cs typeface="Calibri"/>
                <a:sym typeface="Calibri"/>
              </a:rPr>
              <a:t>The Scope of check: </a:t>
            </a:r>
            <a:r>
              <a:rPr b="0" i="0" lang="en-US" sz="975" u="none" cap="none" strike="noStrike">
                <a:solidFill>
                  <a:schemeClr val="dk1"/>
                </a:solidFill>
                <a:latin typeface="Calibri"/>
                <a:ea typeface="Calibri"/>
                <a:cs typeface="Calibri"/>
                <a:sym typeface="Calibri"/>
              </a:rPr>
              <a:t>The checking rule, in conjunction with the checking group, determines the scope of the availability check for every business operation.</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975"/>
              <a:buFont typeface="Arial"/>
              <a:buChar char="•"/>
            </a:pPr>
            <a:r>
              <a:rPr b="0" i="0" lang="en-US" sz="975" u="none" cap="none" strike="noStrike">
                <a:solidFill>
                  <a:schemeClr val="dk1"/>
                </a:solidFill>
                <a:latin typeface="Calibri"/>
                <a:ea typeface="Calibri"/>
                <a:cs typeface="Calibri"/>
                <a:sym typeface="Calibri"/>
              </a:rPr>
              <a:t>The following elements can be defined in the scope of availability check during order processing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975"/>
              <a:buFont typeface="Noto Sans Symbols"/>
              <a:buChar char="▪"/>
            </a:pPr>
            <a:r>
              <a:rPr b="0" i="0" lang="en-US" sz="975" u="none" cap="none" strike="noStrike">
                <a:solidFill>
                  <a:schemeClr val="dk1"/>
                </a:solidFill>
                <a:latin typeface="Calibri"/>
                <a:ea typeface="Calibri"/>
                <a:cs typeface="Calibri"/>
                <a:sym typeface="Calibri"/>
              </a:rPr>
              <a:t>Stock</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975"/>
              <a:buFont typeface="Noto Sans Symbols"/>
              <a:buChar char="▪"/>
            </a:pPr>
            <a:r>
              <a:rPr b="0" i="0" lang="en-US" sz="975" u="none" cap="none" strike="noStrike">
                <a:solidFill>
                  <a:schemeClr val="dk1"/>
                </a:solidFill>
                <a:latin typeface="Calibri"/>
                <a:ea typeface="Calibri"/>
                <a:cs typeface="Calibri"/>
                <a:sym typeface="Calibri"/>
              </a:rPr>
              <a:t>Safety Stock</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975"/>
              <a:buFont typeface="Noto Sans Symbols"/>
              <a:buChar char="▪"/>
            </a:pPr>
            <a:r>
              <a:rPr b="0" i="0" lang="en-US" sz="975" u="none" cap="none" strike="noStrike">
                <a:solidFill>
                  <a:schemeClr val="dk1"/>
                </a:solidFill>
                <a:latin typeface="Calibri"/>
                <a:ea typeface="Calibri"/>
                <a:cs typeface="Calibri"/>
                <a:sym typeface="Calibri"/>
              </a:rPr>
              <a:t>Stock in Transfer</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975"/>
              <a:buFont typeface="Noto Sans Symbols"/>
              <a:buChar char="▪"/>
            </a:pPr>
            <a:r>
              <a:rPr b="0" i="0" lang="en-US" sz="975" u="none" cap="none" strike="noStrike">
                <a:solidFill>
                  <a:schemeClr val="dk1"/>
                </a:solidFill>
                <a:latin typeface="Calibri"/>
                <a:ea typeface="Calibri"/>
                <a:cs typeface="Calibri"/>
                <a:sym typeface="Calibri"/>
              </a:rPr>
              <a:t>Blocked Stock</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975"/>
              <a:buFont typeface="Noto Sans Symbols"/>
              <a:buChar char="▪"/>
            </a:pPr>
            <a:r>
              <a:rPr b="0" i="0" lang="en-US" sz="975" u="none" cap="none" strike="noStrike">
                <a:solidFill>
                  <a:schemeClr val="dk1"/>
                </a:solidFill>
                <a:latin typeface="Calibri"/>
                <a:ea typeface="Calibri"/>
                <a:cs typeface="Calibri"/>
                <a:sym typeface="Calibri"/>
              </a:rPr>
              <a:t>Quality Inspection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975"/>
              <a:buFont typeface="Noto Sans Symbols"/>
              <a:buChar char="▪"/>
            </a:pPr>
            <a:r>
              <a:rPr b="0" i="0" lang="en-US" sz="975" u="none" cap="none" strike="noStrike">
                <a:solidFill>
                  <a:schemeClr val="dk1"/>
                </a:solidFill>
                <a:latin typeface="Calibri"/>
                <a:ea typeface="Calibri"/>
                <a:cs typeface="Calibri"/>
                <a:sym typeface="Calibri"/>
              </a:rPr>
              <a:t>Factors such as Replenishment lead time (RLT), Release Orders, Planned Orders etc.</a:t>
            </a:r>
            <a:endParaRPr b="0" i="0" sz="975"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g3691bdd514c_1_1"/>
          <p:cNvSpPr txBox="1"/>
          <p:nvPr>
            <p:ph type="title"/>
          </p:nvPr>
        </p:nvSpPr>
        <p:spPr>
          <a:xfrm>
            <a:off x="468314" y="366713"/>
            <a:ext cx="8207400" cy="28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sz="1800">
                <a:solidFill>
                  <a:srgbClr val="5495FC"/>
                </a:solidFill>
                <a:latin typeface="Arial"/>
                <a:ea typeface="Arial"/>
                <a:cs typeface="Arial"/>
                <a:sym typeface="Arial"/>
              </a:rPr>
              <a:t>Process Orders: Material Availability Check </a:t>
            </a:r>
            <a:endParaRPr/>
          </a:p>
        </p:txBody>
      </p:sp>
      <p:pic>
        <p:nvPicPr>
          <p:cNvPr id="743" name="Google Shape;743;g3691bdd514c_1_1"/>
          <p:cNvPicPr preferRelativeResize="0"/>
          <p:nvPr/>
        </p:nvPicPr>
        <p:blipFill>
          <a:blip r:embed="rId3">
            <a:alphaModFix/>
          </a:blip>
          <a:stretch>
            <a:fillRect/>
          </a:stretch>
        </p:blipFill>
        <p:spPr>
          <a:xfrm>
            <a:off x="152400" y="807113"/>
            <a:ext cx="8839201" cy="3827530"/>
          </a:xfrm>
          <a:prstGeom prst="rect">
            <a:avLst/>
          </a:prstGeom>
          <a:noFill/>
          <a:ln>
            <a:noFill/>
          </a:ln>
        </p:spPr>
      </p:pic>
      <p:sp>
        <p:nvSpPr>
          <p:cNvPr id="744" name="Google Shape;744;g3691bdd514c_1_1"/>
          <p:cNvSpPr txBox="1"/>
          <p:nvPr/>
        </p:nvSpPr>
        <p:spPr>
          <a:xfrm>
            <a:off x="4926725" y="1044475"/>
            <a:ext cx="3749100" cy="160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sz="1050">
                <a:solidFill>
                  <a:schemeClr val="dk1"/>
                </a:solidFill>
              </a:rPr>
              <a:t>The material availability check is a critical process that verifies whether all necessary raw materials and components are available in inventory before releasing or executing a production or process order. This check helps identify any shortages early, allowing planners to resolve issues—such as ordering missing materials or rescheduling production—so that manufacturing can proceed smoothly without interruption</a:t>
            </a:r>
            <a:endParaRPr sz="1050">
              <a:solidFill>
                <a:schemeClr val="dk1"/>
              </a:solidFill>
            </a:endParaRPr>
          </a:p>
          <a:p>
            <a:pPr indent="0" lvl="0" marL="0" rtl="0" algn="l">
              <a:spcBef>
                <a:spcPts val="0"/>
              </a:spcBef>
              <a:spcAft>
                <a:spcPts val="0"/>
              </a:spcAft>
              <a:buNone/>
            </a:pPr>
            <a:r>
              <a:t/>
            </a:r>
            <a:endParaRPr sz="1200">
              <a:solidFill>
                <a:schemeClr val="dk1"/>
              </a:solidFill>
              <a:latin typeface="Roboto Light"/>
              <a:ea typeface="Roboto Light"/>
              <a:cs typeface="Roboto Light"/>
              <a:sym typeface="Roboto Light"/>
            </a:endParaRPr>
          </a:p>
        </p:txBody>
      </p:sp>
      <p:cxnSp>
        <p:nvCxnSpPr>
          <p:cNvPr id="745" name="Google Shape;745;g3691bdd514c_1_1"/>
          <p:cNvCxnSpPr/>
          <p:nvPr/>
        </p:nvCxnSpPr>
        <p:spPr>
          <a:xfrm>
            <a:off x="1675075" y="1034600"/>
            <a:ext cx="1044600" cy="2877300"/>
          </a:xfrm>
          <a:prstGeom prst="straightConnector1">
            <a:avLst/>
          </a:prstGeom>
          <a:noFill/>
          <a:ln cap="flat" cmpd="sng" w="9525">
            <a:solidFill>
              <a:schemeClr val="dk2"/>
            </a:solidFill>
            <a:prstDash val="solid"/>
            <a:round/>
            <a:headEnd len="med" w="med" type="none"/>
            <a:tailEnd len="med" w="med" type="triangle"/>
          </a:ln>
        </p:spPr>
      </p:cxnSp>
      <p:sp>
        <p:nvSpPr>
          <p:cNvPr id="746" name="Google Shape;746;g3691bdd514c_1_1"/>
          <p:cNvSpPr/>
          <p:nvPr/>
        </p:nvSpPr>
        <p:spPr>
          <a:xfrm>
            <a:off x="1280950" y="847400"/>
            <a:ext cx="492600" cy="19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747" name="Google Shape;747;g3691bdd514c_1_1"/>
          <p:cNvSpPr/>
          <p:nvPr/>
        </p:nvSpPr>
        <p:spPr>
          <a:xfrm>
            <a:off x="2295850" y="3852700"/>
            <a:ext cx="945900" cy="19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7"/>
          <p:cNvSpPr txBox="1"/>
          <p:nvPr>
            <p:ph type="title"/>
          </p:nvPr>
        </p:nvSpPr>
        <p:spPr>
          <a:xfrm>
            <a:off x="568179" y="0"/>
            <a:ext cx="7174523" cy="441848"/>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solidFill>
                  <a:schemeClr val="accent2"/>
                </a:solidFill>
                <a:latin typeface="Open Sans"/>
                <a:ea typeface="Open Sans"/>
                <a:cs typeface="Open Sans"/>
                <a:sym typeface="Open Sans"/>
              </a:rPr>
              <a:t>Expedite missing materials - </a:t>
            </a:r>
            <a:r>
              <a:rPr lang="en-US"/>
              <a:t>M-090-040 </a:t>
            </a:r>
            <a:br>
              <a:rPr lang="en-US"/>
            </a:br>
            <a:endParaRPr>
              <a:solidFill>
                <a:schemeClr val="accent2"/>
              </a:solidFill>
              <a:latin typeface="Open Sans"/>
              <a:ea typeface="Open Sans"/>
              <a:cs typeface="Open Sans"/>
              <a:sym typeface="Open Sans"/>
            </a:endParaRPr>
          </a:p>
        </p:txBody>
      </p:sp>
      <p:sp>
        <p:nvSpPr>
          <p:cNvPr id="754" name="Google Shape;754;p17"/>
          <p:cNvSpPr txBox="1"/>
          <p:nvPr/>
        </p:nvSpPr>
        <p:spPr>
          <a:xfrm>
            <a:off x="713918" y="942389"/>
            <a:ext cx="6980637" cy="55399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Open Sans"/>
                <a:ea typeface="Open Sans"/>
                <a:cs typeface="Open Sans"/>
                <a:sym typeface="Open Sans"/>
              </a:rPr>
              <a:t>This process involves </a:t>
            </a:r>
            <a:r>
              <a:rPr b="0" i="0" lang="en-US" sz="1050" u="none" cap="none" strike="noStrike">
                <a:solidFill>
                  <a:srgbClr val="000000"/>
                </a:solidFill>
                <a:latin typeface="Arial"/>
                <a:ea typeface="Arial"/>
                <a:cs typeface="Arial"/>
                <a:sym typeface="Arial"/>
              </a:rPr>
              <a:t>taking actions to quickly obtain materials that are not available but are required for production. It includes activities such as expediting purchase orders, reallocating materials from other locations, or finding alternative suppliers.</a:t>
            </a:r>
            <a:endParaRPr b="0" i="0" sz="1400" u="none" cap="none" strike="noStrike">
              <a:solidFill>
                <a:srgbClr val="000000"/>
              </a:solidFill>
              <a:latin typeface="Arial"/>
              <a:ea typeface="Arial"/>
              <a:cs typeface="Arial"/>
              <a:sym typeface="Arial"/>
            </a:endParaRPr>
          </a:p>
        </p:txBody>
      </p:sp>
      <p:pic>
        <p:nvPicPr>
          <p:cNvPr id="755" name="Google Shape;755;p17"/>
          <p:cNvPicPr preferRelativeResize="0"/>
          <p:nvPr/>
        </p:nvPicPr>
        <p:blipFill rotWithShape="1">
          <a:blip r:embed="rId3">
            <a:alphaModFix/>
          </a:blip>
          <a:srcRect b="0" l="0" r="0" t="0"/>
          <a:stretch/>
        </p:blipFill>
        <p:spPr>
          <a:xfrm>
            <a:off x="1714310" y="1700675"/>
            <a:ext cx="5491445" cy="283383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g3691bdd514c_1_241"/>
          <p:cNvSpPr txBox="1"/>
          <p:nvPr>
            <p:ph type="title"/>
          </p:nvPr>
        </p:nvSpPr>
        <p:spPr>
          <a:xfrm>
            <a:off x="568179" y="0"/>
            <a:ext cx="7174500" cy="4419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Schedule Consumable Material Requirements - </a:t>
            </a:r>
            <a:r>
              <a:rPr lang="en-US"/>
              <a:t>M-090-090 </a:t>
            </a:r>
            <a:br>
              <a:rPr lang="en-US"/>
            </a:br>
            <a:endParaRPr>
              <a:solidFill>
                <a:schemeClr val="accent2"/>
              </a:solidFill>
              <a:latin typeface="Open Sans"/>
              <a:ea typeface="Open Sans"/>
              <a:cs typeface="Open Sans"/>
              <a:sym typeface="Open Sans"/>
            </a:endParaRPr>
          </a:p>
        </p:txBody>
      </p:sp>
      <p:sp>
        <p:nvSpPr>
          <p:cNvPr id="762" name="Google Shape;762;g3691bdd514c_1_241"/>
          <p:cNvSpPr txBox="1"/>
          <p:nvPr/>
        </p:nvSpPr>
        <p:spPr>
          <a:xfrm>
            <a:off x="468325" y="942407"/>
            <a:ext cx="7226400" cy="26067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In SAP, </a:t>
            </a:r>
            <a:r>
              <a:rPr b="1" lang="en-US" sz="1100">
                <a:solidFill>
                  <a:schemeClr val="dk1"/>
                </a:solidFill>
              </a:rPr>
              <a:t>consumable materials</a:t>
            </a:r>
            <a:r>
              <a:rPr lang="en-US" sz="1100">
                <a:solidFill>
                  <a:schemeClr val="dk1"/>
                </a:solidFill>
              </a:rPr>
              <a:t> refer to items that are purchased for immediate consumption rather than for inventory or resale. These materials are typically used in operations, maintenance, or production processes and are not tracked as stock items after receipt. Examples include office supplies, lubricants, cleaning agents, and spare parts.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Key Characteristics of Consumable Materials:-</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arenR"/>
            </a:pPr>
            <a:r>
              <a:rPr lang="en-US" sz="1100">
                <a:solidFill>
                  <a:schemeClr val="dk1"/>
                </a:solidFill>
              </a:rPr>
              <a:t>Not Managed in Inventory</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arenR"/>
            </a:pPr>
            <a:r>
              <a:rPr lang="en-US" sz="1100">
                <a:solidFill>
                  <a:schemeClr val="dk1"/>
                </a:solidFill>
              </a:rPr>
              <a:t>Expensed at Receipt</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arenR"/>
            </a:pPr>
            <a:r>
              <a:rPr lang="en-US" sz="1100">
                <a:solidFill>
                  <a:schemeClr val="dk1"/>
                </a:solidFill>
              </a:rPr>
              <a:t>No Material Master Needed (Optional)</a:t>
            </a:r>
            <a:endParaRPr sz="11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pic>
        <p:nvPicPr>
          <p:cNvPr id="767" name="Google Shape;767;g3693f7da1e3_2_46"/>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768" name="Google Shape;768;g3693f7da1e3_2_46"/>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Light"/>
              <a:buAutoNum type="arabicPeriod"/>
            </a:pPr>
            <a:r>
              <a:rPr lang="en-US" sz="1400"/>
              <a:t>Process Order creation and release</a:t>
            </a:r>
            <a:endParaRPr sz="1400"/>
          </a:p>
          <a:p>
            <a:pPr indent="-317500" lvl="0" marL="457200" rtl="0" algn="l">
              <a:lnSpc>
                <a:spcPct val="95238"/>
              </a:lnSpc>
              <a:spcBef>
                <a:spcPts val="0"/>
              </a:spcBef>
              <a:spcAft>
                <a:spcPts val="0"/>
              </a:spcAft>
              <a:buSzPts val="1400"/>
              <a:buAutoNum type="arabicPeriod"/>
            </a:pPr>
            <a:r>
              <a:rPr lang="en-US" sz="1400"/>
              <a:t>Staging for production with EWM</a:t>
            </a:r>
            <a:endParaRPr sz="1400"/>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Font typeface="Roboto"/>
              <a:buAutoNum type="arabicPeriod"/>
            </a:pPr>
            <a:r>
              <a:rPr b="1" lang="en-US" sz="1400">
                <a:latin typeface="Roboto"/>
                <a:ea typeface="Roboto"/>
                <a:cs typeface="Roboto"/>
                <a:sym typeface="Roboto"/>
              </a:rPr>
              <a:t>Execution of operations plan</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769" name="Google Shape;769;g3693f7da1e3_2_46"/>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770" name="Google Shape;770;g3693f7da1e3_2_46"/>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771" name="Google Shape;771;g3693f7da1e3_2_46"/>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772" name="Google Shape;772;g3693f7da1e3_2_46"/>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773" name="Google Shape;773;g3693f7da1e3_2_46"/>
          <p:cNvGrpSpPr/>
          <p:nvPr/>
        </p:nvGrpSpPr>
        <p:grpSpPr>
          <a:xfrm>
            <a:off x="7495354" y="188417"/>
            <a:ext cx="1395087" cy="441585"/>
            <a:chOff x="5991694" y="1720305"/>
            <a:chExt cx="1929047" cy="618207"/>
          </a:xfrm>
        </p:grpSpPr>
        <p:sp>
          <p:nvSpPr>
            <p:cNvPr id="774" name="Google Shape;774;g3693f7da1e3_2_46"/>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g3693f7da1e3_2_46"/>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g3693f7da1e3_2_46"/>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g3693f7da1e3_2_46"/>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g3693f7da1e3_2_46"/>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g3693f7da1e3_2_46"/>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g3693f7da1e3_2_46"/>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g3693f7da1e3_2_46"/>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g3693f7da1e3_2_46"/>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g3693f7da1e3_2_46"/>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g3693f7da1e3_2_46"/>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g3693f7da1e3_2_46"/>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g3693f7da1e3_2_46"/>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22"/>
          <p:cNvSpPr txBox="1"/>
          <p:nvPr/>
        </p:nvSpPr>
        <p:spPr>
          <a:xfrm>
            <a:off x="708043" y="709806"/>
            <a:ext cx="7437023" cy="715581"/>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This process involves</a:t>
            </a:r>
            <a:r>
              <a:rPr b="0" i="0" lang="en-US" sz="1050" u="none" cap="none" strike="noStrike">
                <a:solidFill>
                  <a:srgbClr val="000000"/>
                </a:solidFill>
                <a:latin typeface="Open Sans"/>
                <a:ea typeface="Open Sans"/>
                <a:cs typeface="Open Sans"/>
                <a:sym typeface="Open Sans"/>
              </a:rPr>
              <a:t> </a:t>
            </a:r>
            <a:r>
              <a:rPr b="0" i="0" lang="en-US" sz="1050" u="none" cap="none" strike="noStrike">
                <a:solidFill>
                  <a:srgbClr val="000000"/>
                </a:solidFill>
                <a:latin typeface="Arial"/>
                <a:ea typeface="Arial"/>
                <a:cs typeface="Arial"/>
                <a:sym typeface="Arial"/>
              </a:rPr>
              <a:t>backflushing, it is an automated process in SAP PP where raw materials are issued to a process order at the time of confirmation. This means that instead of manually issuing materials to the process order, the system automatically deducts the required quantities of materials from inventory based on the Bill of Materials (BOM) when the process order is confirmed.</a:t>
            </a:r>
            <a:endParaRPr b="0" i="0" sz="1050" u="none" cap="none" strike="noStrike">
              <a:solidFill>
                <a:srgbClr val="000000"/>
              </a:solidFill>
              <a:latin typeface="Open Sans"/>
              <a:ea typeface="Open Sans"/>
              <a:cs typeface="Open Sans"/>
              <a:sym typeface="Open Sans"/>
            </a:endParaRPr>
          </a:p>
        </p:txBody>
      </p:sp>
      <p:sp>
        <p:nvSpPr>
          <p:cNvPr id="793" name="Google Shape;793;p22"/>
          <p:cNvSpPr txBox="1"/>
          <p:nvPr>
            <p:ph type="title"/>
          </p:nvPr>
        </p:nvSpPr>
        <p:spPr>
          <a:xfrm>
            <a:off x="645286" y="0"/>
            <a:ext cx="7414055" cy="375876"/>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Backflush Raw Materials</a:t>
            </a:r>
            <a:r>
              <a:rPr lang="en-US"/>
              <a:t>  - </a:t>
            </a:r>
            <a:r>
              <a:rPr lang="en-US"/>
              <a:t> M-100-020 </a:t>
            </a:r>
            <a:br>
              <a:rPr lang="en-US"/>
            </a:br>
            <a:endParaRPr/>
          </a:p>
        </p:txBody>
      </p:sp>
      <p:pic>
        <p:nvPicPr>
          <p:cNvPr id="794" name="Google Shape;794;p22"/>
          <p:cNvPicPr preferRelativeResize="0"/>
          <p:nvPr/>
        </p:nvPicPr>
        <p:blipFill rotWithShape="1">
          <a:blip r:embed="rId3">
            <a:alphaModFix/>
          </a:blip>
          <a:srcRect b="0" l="0" r="0" t="0"/>
          <a:stretch/>
        </p:blipFill>
        <p:spPr>
          <a:xfrm>
            <a:off x="1163956" y="1902859"/>
            <a:ext cx="6816089" cy="24149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23"/>
          <p:cNvSpPr txBox="1"/>
          <p:nvPr>
            <p:ph type="title"/>
          </p:nvPr>
        </p:nvSpPr>
        <p:spPr>
          <a:xfrm>
            <a:off x="753059" y="122431"/>
            <a:ext cx="507992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Backflush Indicator Settings</a:t>
            </a:r>
            <a:endParaRPr>
              <a:latin typeface="Arial"/>
              <a:ea typeface="Arial"/>
              <a:cs typeface="Arial"/>
              <a:sym typeface="Arial"/>
            </a:endParaRPr>
          </a:p>
        </p:txBody>
      </p:sp>
      <p:sp>
        <p:nvSpPr>
          <p:cNvPr id="800" name="Google Shape;800;p23"/>
          <p:cNvSpPr txBox="1"/>
          <p:nvPr/>
        </p:nvSpPr>
        <p:spPr>
          <a:xfrm>
            <a:off x="3005693" y="1705943"/>
            <a:ext cx="4129800" cy="1847100"/>
          </a:xfrm>
          <a:prstGeom prst="rect">
            <a:avLst/>
          </a:prstGeom>
          <a:noFill/>
          <a:ln>
            <a:noFill/>
          </a:ln>
        </p:spPr>
        <p:txBody>
          <a:bodyPr anchorCtr="0" anchor="t" bIns="34275" lIns="68575" spcFirstLastPara="1" rIns="68575" wrap="square" tIns="34275">
            <a:spAutoFit/>
          </a:bodyPr>
          <a:lstStyle/>
          <a:p>
            <a:pPr indent="-214313" lvl="0" marL="214313" marR="0" rtl="0" algn="l">
              <a:lnSpc>
                <a:spcPct val="100000"/>
              </a:lnSpc>
              <a:spcBef>
                <a:spcPts val="0"/>
              </a:spcBef>
              <a:spcAft>
                <a:spcPts val="0"/>
              </a:spcAft>
              <a:buClr>
                <a:srgbClr val="000000"/>
              </a:buClr>
              <a:buSzPts val="1050"/>
              <a:buFont typeface="Arial"/>
              <a:buChar char="•"/>
            </a:pPr>
            <a:r>
              <a:rPr b="0" i="0" lang="en-US" sz="1050" u="none" cap="none" strike="noStrike">
                <a:solidFill>
                  <a:srgbClr val="000000"/>
                </a:solidFill>
                <a:latin typeface="Open Sans"/>
                <a:ea typeface="Open Sans"/>
                <a:cs typeface="Open Sans"/>
                <a:sym typeface="Open Sans"/>
              </a:rPr>
              <a:t>The system checks the backflush indicator in the following order: </a:t>
            </a:r>
            <a:br>
              <a:rPr b="0" i="0" lang="en-US" sz="1050" u="none" cap="none" strike="noStrike">
                <a:solidFill>
                  <a:srgbClr val="000000"/>
                </a:solidFill>
                <a:latin typeface="Open Sans"/>
                <a:ea typeface="Open Sans"/>
                <a:cs typeface="Open Sans"/>
                <a:sym typeface="Open Sans"/>
              </a:rPr>
            </a:br>
            <a:r>
              <a:rPr b="0" i="0" lang="en-US" sz="1050" u="none" cap="none" strike="noStrike">
                <a:solidFill>
                  <a:srgbClr val="000000"/>
                </a:solidFill>
                <a:latin typeface="Open Sans"/>
                <a:ea typeface="Open Sans"/>
                <a:cs typeface="Open Sans"/>
                <a:sym typeface="Open Sans"/>
              </a:rPr>
              <a:t>Material Master &lt; Work Center &lt; R</a:t>
            </a:r>
            <a:r>
              <a:rPr lang="en-US" sz="1050">
                <a:latin typeface="Open Sans"/>
                <a:ea typeface="Open Sans"/>
                <a:cs typeface="Open Sans"/>
                <a:sym typeface="Open Sans"/>
              </a:rPr>
              <a:t>ecipe</a:t>
            </a:r>
            <a:r>
              <a:rPr b="0" i="0" lang="en-US" sz="1050" u="none" cap="none" strike="noStrike">
                <a:solidFill>
                  <a:srgbClr val="000000"/>
                </a:solidFill>
                <a:latin typeface="Open Sans"/>
                <a:ea typeface="Open Sans"/>
                <a:cs typeface="Open Sans"/>
                <a:sym typeface="Open Sans"/>
              </a:rPr>
              <a:t>&lt; Production/Process Order</a:t>
            </a:r>
            <a:br>
              <a:rPr b="0" i="0" lang="en-US" sz="1050" u="none" cap="none" strike="noStrike">
                <a:solidFill>
                  <a:srgbClr val="000000"/>
                </a:solidFill>
                <a:latin typeface="Open Sans"/>
                <a:ea typeface="Open Sans"/>
                <a:cs typeface="Open Sans"/>
                <a:sym typeface="Open Sans"/>
              </a:rPr>
            </a:br>
            <a:endParaRPr b="0" i="0" sz="1050" u="none" cap="none" strike="noStrike">
              <a:solidFill>
                <a:srgbClr val="000000"/>
              </a:solidFill>
              <a:latin typeface="Open Sans"/>
              <a:ea typeface="Open Sans"/>
              <a:cs typeface="Open Sans"/>
              <a:sym typeface="Open Sans"/>
            </a:endParaRPr>
          </a:p>
          <a:p>
            <a:pPr indent="-214313" lvl="0" marL="214313" marR="0" rtl="0" algn="l">
              <a:lnSpc>
                <a:spcPct val="100000"/>
              </a:lnSpc>
              <a:spcBef>
                <a:spcPts val="0"/>
              </a:spcBef>
              <a:spcAft>
                <a:spcPts val="0"/>
              </a:spcAft>
              <a:buClr>
                <a:srgbClr val="000000"/>
              </a:buClr>
              <a:buSzPts val="1050"/>
              <a:buFont typeface="Arial"/>
              <a:buChar char="•"/>
            </a:pPr>
            <a:r>
              <a:rPr b="0" i="0" lang="en-US" sz="1050" u="none" cap="none" strike="noStrike">
                <a:solidFill>
                  <a:srgbClr val="000000"/>
                </a:solidFill>
                <a:latin typeface="Open Sans"/>
                <a:ea typeface="Open Sans"/>
                <a:cs typeface="Open Sans"/>
                <a:sym typeface="Open Sans"/>
              </a:rPr>
              <a:t>If the indicator is set in the r</a:t>
            </a:r>
            <a:r>
              <a:rPr lang="en-US" sz="1050">
                <a:latin typeface="Open Sans"/>
                <a:ea typeface="Open Sans"/>
                <a:cs typeface="Open Sans"/>
                <a:sym typeface="Open Sans"/>
              </a:rPr>
              <a:t>ecipe</a:t>
            </a:r>
            <a:r>
              <a:rPr b="0" i="0" lang="en-US" sz="1050" u="none" cap="none" strike="noStrike">
                <a:solidFill>
                  <a:srgbClr val="000000"/>
                </a:solidFill>
                <a:latin typeface="Open Sans"/>
                <a:ea typeface="Open Sans"/>
                <a:cs typeface="Open Sans"/>
                <a:sym typeface="Open Sans"/>
              </a:rPr>
              <a:t>, it takes precedence over the material master and work center settings for that specific r</a:t>
            </a:r>
            <a:r>
              <a:rPr lang="en-US" sz="1050">
                <a:latin typeface="Open Sans"/>
                <a:ea typeface="Open Sans"/>
                <a:cs typeface="Open Sans"/>
                <a:sym typeface="Open Sans"/>
              </a:rPr>
              <a:t>ecipe</a:t>
            </a:r>
            <a:r>
              <a:rPr b="0" i="0" lang="en-US" sz="1050" u="none" cap="none" strike="noStrike">
                <a:solidFill>
                  <a:srgbClr val="000000"/>
                </a:solidFill>
                <a:latin typeface="Open Sans"/>
                <a:ea typeface="Open Sans"/>
                <a:cs typeface="Open Sans"/>
                <a:sym typeface="Open Sans"/>
              </a:rPr>
              <a:t>.</a:t>
            </a:r>
            <a:br>
              <a:rPr b="0" i="0" lang="en-US" sz="1050" u="none" cap="none" strike="noStrike">
                <a:solidFill>
                  <a:srgbClr val="000000"/>
                </a:solidFill>
                <a:latin typeface="Open Sans"/>
                <a:ea typeface="Open Sans"/>
                <a:cs typeface="Open Sans"/>
                <a:sym typeface="Open Sans"/>
              </a:rPr>
            </a:br>
            <a:endParaRPr b="0" i="0" sz="1050" u="none" cap="none" strike="noStrike">
              <a:solidFill>
                <a:srgbClr val="000000"/>
              </a:solidFill>
              <a:latin typeface="Open Sans"/>
              <a:ea typeface="Open Sans"/>
              <a:cs typeface="Open Sans"/>
              <a:sym typeface="Open Sans"/>
            </a:endParaRPr>
          </a:p>
          <a:p>
            <a:pPr indent="-214313" lvl="0" marL="214313" marR="0" rtl="0" algn="l">
              <a:lnSpc>
                <a:spcPct val="100000"/>
              </a:lnSpc>
              <a:spcBef>
                <a:spcPts val="0"/>
              </a:spcBef>
              <a:spcAft>
                <a:spcPts val="0"/>
              </a:spcAft>
              <a:buClr>
                <a:srgbClr val="000000"/>
              </a:buClr>
              <a:buSzPts val="1050"/>
              <a:buFont typeface="Arial"/>
              <a:buChar char="•"/>
            </a:pPr>
            <a:r>
              <a:rPr b="0" i="0" lang="en-US" sz="1050" u="none" cap="none" strike="noStrike">
                <a:solidFill>
                  <a:srgbClr val="000000"/>
                </a:solidFill>
                <a:latin typeface="Open Sans"/>
                <a:ea typeface="Open Sans"/>
                <a:cs typeface="Open Sans"/>
                <a:sym typeface="Open Sans"/>
              </a:rPr>
              <a:t>If the indicator is not set in the r</a:t>
            </a:r>
            <a:r>
              <a:rPr lang="en-US" sz="1050">
                <a:latin typeface="Open Sans"/>
                <a:ea typeface="Open Sans"/>
                <a:cs typeface="Open Sans"/>
                <a:sym typeface="Open Sans"/>
              </a:rPr>
              <a:t>ecipe</a:t>
            </a:r>
            <a:r>
              <a:rPr b="0" i="0" lang="en-US" sz="1050" u="none" cap="none" strike="noStrike">
                <a:solidFill>
                  <a:srgbClr val="000000"/>
                </a:solidFill>
                <a:latin typeface="Open Sans"/>
                <a:ea typeface="Open Sans"/>
                <a:cs typeface="Open Sans"/>
                <a:sym typeface="Open Sans"/>
              </a:rPr>
              <a:t>, the system checks the material master and work center settings. </a:t>
            </a:r>
            <a:endParaRPr b="0" i="0" sz="1400" u="none" cap="none" strike="noStrike">
              <a:solidFill>
                <a:srgbClr val="000000"/>
              </a:solidFill>
              <a:latin typeface="Arial"/>
              <a:ea typeface="Arial"/>
              <a:cs typeface="Arial"/>
              <a:sym typeface="Arial"/>
            </a:endParaRPr>
          </a:p>
        </p:txBody>
      </p:sp>
      <p:grpSp>
        <p:nvGrpSpPr>
          <p:cNvPr id="801" name="Google Shape;801;p23"/>
          <p:cNvGrpSpPr/>
          <p:nvPr/>
        </p:nvGrpSpPr>
        <p:grpSpPr>
          <a:xfrm>
            <a:off x="1143128" y="1705943"/>
            <a:ext cx="1730941" cy="1731615"/>
            <a:chOff x="2998797" y="1402244"/>
            <a:chExt cx="362309" cy="362450"/>
          </a:xfrm>
        </p:grpSpPr>
        <p:sp>
          <p:nvSpPr>
            <p:cNvPr id="802" name="Google Shape;802;p23"/>
            <p:cNvSpPr/>
            <p:nvPr/>
          </p:nvSpPr>
          <p:spPr>
            <a:xfrm>
              <a:off x="2998797" y="1402244"/>
              <a:ext cx="362309" cy="362450"/>
            </a:xfrm>
            <a:custGeom>
              <a:rect b="b" l="l" r="r" t="t"/>
              <a:pathLst>
                <a:path extrusionOk="0" h="362450" w="362309">
                  <a:moveTo>
                    <a:pt x="180835" y="479"/>
                  </a:moveTo>
                  <a:cubicBezTo>
                    <a:pt x="80513" y="479"/>
                    <a:pt x="0" y="81555"/>
                    <a:pt x="0" y="181784"/>
                  </a:cubicBezTo>
                  <a:cubicBezTo>
                    <a:pt x="0" y="282013"/>
                    <a:pt x="81152" y="362451"/>
                    <a:pt x="181474" y="362451"/>
                  </a:cubicBezTo>
                  <a:cubicBezTo>
                    <a:pt x="281157" y="362451"/>
                    <a:pt x="362310" y="281374"/>
                    <a:pt x="362310" y="181145"/>
                  </a:cubicBezTo>
                  <a:cubicBezTo>
                    <a:pt x="362310" y="80917"/>
                    <a:pt x="281157" y="-160"/>
                    <a:pt x="180835" y="479"/>
                  </a:cubicBezTo>
                  <a:cubicBezTo>
                    <a:pt x="180835" y="-160"/>
                    <a:pt x="180835" y="-160"/>
                    <a:pt x="180835" y="479"/>
                  </a:cubicBezTo>
                  <a:close/>
                  <a:moveTo>
                    <a:pt x="187225" y="248816"/>
                  </a:moveTo>
                  <a:cubicBezTo>
                    <a:pt x="185308" y="250093"/>
                    <a:pt x="184030" y="251369"/>
                    <a:pt x="182752" y="252646"/>
                  </a:cubicBezTo>
                  <a:cubicBezTo>
                    <a:pt x="182752" y="254561"/>
                    <a:pt x="183391" y="256477"/>
                    <a:pt x="184030" y="258392"/>
                  </a:cubicBezTo>
                  <a:cubicBezTo>
                    <a:pt x="188503" y="265414"/>
                    <a:pt x="186586" y="274352"/>
                    <a:pt x="179557" y="278821"/>
                  </a:cubicBezTo>
                  <a:cubicBezTo>
                    <a:pt x="175723" y="281374"/>
                    <a:pt x="171250" y="282013"/>
                    <a:pt x="167416" y="280736"/>
                  </a:cubicBezTo>
                  <a:cubicBezTo>
                    <a:pt x="165500" y="280736"/>
                    <a:pt x="162943" y="280736"/>
                    <a:pt x="161027" y="281374"/>
                  </a:cubicBezTo>
                  <a:cubicBezTo>
                    <a:pt x="159748" y="283289"/>
                    <a:pt x="159110" y="284566"/>
                    <a:pt x="158471" y="286481"/>
                  </a:cubicBezTo>
                  <a:cubicBezTo>
                    <a:pt x="156553" y="291588"/>
                    <a:pt x="153998" y="297972"/>
                    <a:pt x="148247" y="299888"/>
                  </a:cubicBezTo>
                  <a:cubicBezTo>
                    <a:pt x="146969" y="300526"/>
                    <a:pt x="145691" y="300526"/>
                    <a:pt x="145052" y="300526"/>
                  </a:cubicBezTo>
                  <a:cubicBezTo>
                    <a:pt x="140579" y="299888"/>
                    <a:pt x="136106" y="297972"/>
                    <a:pt x="132272" y="294780"/>
                  </a:cubicBezTo>
                  <a:cubicBezTo>
                    <a:pt x="130994" y="293504"/>
                    <a:pt x="129077" y="292227"/>
                    <a:pt x="127160" y="291588"/>
                  </a:cubicBezTo>
                  <a:cubicBezTo>
                    <a:pt x="125243" y="292227"/>
                    <a:pt x="123326" y="293504"/>
                    <a:pt x="122048" y="294780"/>
                  </a:cubicBezTo>
                  <a:cubicBezTo>
                    <a:pt x="117575" y="298611"/>
                    <a:pt x="111824" y="300526"/>
                    <a:pt x="106073" y="299249"/>
                  </a:cubicBezTo>
                  <a:cubicBezTo>
                    <a:pt x="99683" y="297334"/>
                    <a:pt x="97766" y="290950"/>
                    <a:pt x="95849" y="285843"/>
                  </a:cubicBezTo>
                  <a:cubicBezTo>
                    <a:pt x="95210" y="283928"/>
                    <a:pt x="94571" y="282013"/>
                    <a:pt x="93293" y="280097"/>
                  </a:cubicBezTo>
                  <a:cubicBezTo>
                    <a:pt x="91376" y="279459"/>
                    <a:pt x="89459" y="279459"/>
                    <a:pt x="87542" y="279459"/>
                  </a:cubicBezTo>
                  <a:cubicBezTo>
                    <a:pt x="79874" y="281374"/>
                    <a:pt x="71567" y="276905"/>
                    <a:pt x="69650" y="269245"/>
                  </a:cubicBezTo>
                  <a:cubicBezTo>
                    <a:pt x="68372" y="265414"/>
                    <a:pt x="69011" y="260945"/>
                    <a:pt x="71567" y="257115"/>
                  </a:cubicBezTo>
                  <a:cubicBezTo>
                    <a:pt x="72206" y="255200"/>
                    <a:pt x="72845" y="252646"/>
                    <a:pt x="72845" y="250731"/>
                  </a:cubicBezTo>
                  <a:cubicBezTo>
                    <a:pt x="71567" y="248816"/>
                    <a:pt x="69650" y="247539"/>
                    <a:pt x="68372" y="246262"/>
                  </a:cubicBezTo>
                  <a:cubicBezTo>
                    <a:pt x="63899" y="243070"/>
                    <a:pt x="58788" y="238601"/>
                    <a:pt x="58788" y="232856"/>
                  </a:cubicBezTo>
                  <a:cubicBezTo>
                    <a:pt x="58788" y="227110"/>
                    <a:pt x="64538" y="222641"/>
                    <a:pt x="68372" y="219449"/>
                  </a:cubicBezTo>
                  <a:cubicBezTo>
                    <a:pt x="70289" y="218173"/>
                    <a:pt x="71567" y="216896"/>
                    <a:pt x="72845" y="215619"/>
                  </a:cubicBezTo>
                  <a:cubicBezTo>
                    <a:pt x="72845" y="213704"/>
                    <a:pt x="72206" y="211789"/>
                    <a:pt x="71567" y="209873"/>
                  </a:cubicBezTo>
                  <a:cubicBezTo>
                    <a:pt x="67094" y="202851"/>
                    <a:pt x="69011" y="193913"/>
                    <a:pt x="76040" y="189445"/>
                  </a:cubicBezTo>
                  <a:cubicBezTo>
                    <a:pt x="79874" y="186891"/>
                    <a:pt x="84347" y="186253"/>
                    <a:pt x="88181" y="187529"/>
                  </a:cubicBezTo>
                  <a:cubicBezTo>
                    <a:pt x="90098" y="187529"/>
                    <a:pt x="92654" y="187529"/>
                    <a:pt x="94571" y="186891"/>
                  </a:cubicBezTo>
                  <a:cubicBezTo>
                    <a:pt x="95210" y="184976"/>
                    <a:pt x="96488" y="183061"/>
                    <a:pt x="97127" y="181145"/>
                  </a:cubicBezTo>
                  <a:cubicBezTo>
                    <a:pt x="99044" y="176038"/>
                    <a:pt x="101600" y="169654"/>
                    <a:pt x="107351" y="167739"/>
                  </a:cubicBezTo>
                  <a:cubicBezTo>
                    <a:pt x="113102" y="167101"/>
                    <a:pt x="119492" y="169016"/>
                    <a:pt x="123326" y="172846"/>
                  </a:cubicBezTo>
                  <a:cubicBezTo>
                    <a:pt x="124604" y="174123"/>
                    <a:pt x="126521" y="175400"/>
                    <a:pt x="128438" y="176038"/>
                  </a:cubicBezTo>
                  <a:cubicBezTo>
                    <a:pt x="130355" y="175400"/>
                    <a:pt x="132272" y="174123"/>
                    <a:pt x="133550" y="172846"/>
                  </a:cubicBezTo>
                  <a:cubicBezTo>
                    <a:pt x="138023" y="169016"/>
                    <a:pt x="143774" y="167101"/>
                    <a:pt x="149525" y="168377"/>
                  </a:cubicBezTo>
                  <a:cubicBezTo>
                    <a:pt x="155915" y="170293"/>
                    <a:pt x="157832" y="176677"/>
                    <a:pt x="159110" y="181784"/>
                  </a:cubicBezTo>
                  <a:cubicBezTo>
                    <a:pt x="159748" y="183699"/>
                    <a:pt x="160387" y="185614"/>
                    <a:pt x="161666" y="187529"/>
                  </a:cubicBezTo>
                  <a:cubicBezTo>
                    <a:pt x="163582" y="188168"/>
                    <a:pt x="165500" y="188168"/>
                    <a:pt x="167416" y="188168"/>
                  </a:cubicBezTo>
                  <a:cubicBezTo>
                    <a:pt x="173167" y="187529"/>
                    <a:pt x="178918" y="189445"/>
                    <a:pt x="183391" y="193913"/>
                  </a:cubicBezTo>
                  <a:cubicBezTo>
                    <a:pt x="185947" y="199021"/>
                    <a:pt x="185947" y="205405"/>
                    <a:pt x="183391" y="210512"/>
                  </a:cubicBezTo>
                  <a:cubicBezTo>
                    <a:pt x="182752" y="212427"/>
                    <a:pt x="182113" y="214981"/>
                    <a:pt x="182113" y="216896"/>
                  </a:cubicBezTo>
                  <a:cubicBezTo>
                    <a:pt x="183391" y="218811"/>
                    <a:pt x="185308" y="220088"/>
                    <a:pt x="187225" y="221365"/>
                  </a:cubicBezTo>
                  <a:cubicBezTo>
                    <a:pt x="191059" y="224557"/>
                    <a:pt x="196810" y="229025"/>
                    <a:pt x="196810" y="234771"/>
                  </a:cubicBezTo>
                  <a:cubicBezTo>
                    <a:pt x="196810" y="241155"/>
                    <a:pt x="191698" y="245624"/>
                    <a:pt x="187225" y="248816"/>
                  </a:cubicBezTo>
                  <a:lnTo>
                    <a:pt x="187225" y="248816"/>
                  </a:lnTo>
                  <a:close/>
                  <a:moveTo>
                    <a:pt x="293298" y="142842"/>
                  </a:moveTo>
                  <a:cubicBezTo>
                    <a:pt x="291381" y="144118"/>
                    <a:pt x="290103" y="145395"/>
                    <a:pt x="288825" y="146672"/>
                  </a:cubicBezTo>
                  <a:cubicBezTo>
                    <a:pt x="288825" y="148587"/>
                    <a:pt x="289464" y="150502"/>
                    <a:pt x="290103" y="152418"/>
                  </a:cubicBezTo>
                  <a:cubicBezTo>
                    <a:pt x="294576" y="159440"/>
                    <a:pt x="292659" y="168377"/>
                    <a:pt x="286269" y="172846"/>
                  </a:cubicBezTo>
                  <a:cubicBezTo>
                    <a:pt x="282435" y="175400"/>
                    <a:pt x="277962" y="176038"/>
                    <a:pt x="274128" y="174761"/>
                  </a:cubicBezTo>
                  <a:cubicBezTo>
                    <a:pt x="272211" y="174761"/>
                    <a:pt x="269655" y="174761"/>
                    <a:pt x="267739" y="175400"/>
                  </a:cubicBezTo>
                  <a:cubicBezTo>
                    <a:pt x="267100" y="177315"/>
                    <a:pt x="265821" y="178592"/>
                    <a:pt x="265182" y="180507"/>
                  </a:cubicBezTo>
                  <a:cubicBezTo>
                    <a:pt x="263266" y="185614"/>
                    <a:pt x="260710" y="191998"/>
                    <a:pt x="254959" y="193913"/>
                  </a:cubicBezTo>
                  <a:cubicBezTo>
                    <a:pt x="253681" y="194552"/>
                    <a:pt x="253042" y="194552"/>
                    <a:pt x="251764" y="194552"/>
                  </a:cubicBezTo>
                  <a:cubicBezTo>
                    <a:pt x="247291" y="193913"/>
                    <a:pt x="242818" y="191998"/>
                    <a:pt x="238984" y="188806"/>
                  </a:cubicBezTo>
                  <a:cubicBezTo>
                    <a:pt x="237706" y="187529"/>
                    <a:pt x="235789" y="186253"/>
                    <a:pt x="233872" y="185614"/>
                  </a:cubicBezTo>
                  <a:cubicBezTo>
                    <a:pt x="231955" y="186253"/>
                    <a:pt x="230038" y="187529"/>
                    <a:pt x="228760" y="188806"/>
                  </a:cubicBezTo>
                  <a:cubicBezTo>
                    <a:pt x="224287" y="192637"/>
                    <a:pt x="218536" y="194552"/>
                    <a:pt x="212785" y="193275"/>
                  </a:cubicBezTo>
                  <a:cubicBezTo>
                    <a:pt x="207034" y="191360"/>
                    <a:pt x="204478" y="184976"/>
                    <a:pt x="203200" y="179869"/>
                  </a:cubicBezTo>
                  <a:cubicBezTo>
                    <a:pt x="202561" y="177953"/>
                    <a:pt x="201922" y="176038"/>
                    <a:pt x="200644" y="174123"/>
                  </a:cubicBezTo>
                  <a:cubicBezTo>
                    <a:pt x="198727" y="173485"/>
                    <a:pt x="196810" y="173485"/>
                    <a:pt x="194893" y="173485"/>
                  </a:cubicBezTo>
                  <a:cubicBezTo>
                    <a:pt x="189142" y="174123"/>
                    <a:pt x="183391" y="172208"/>
                    <a:pt x="178918" y="167739"/>
                  </a:cubicBezTo>
                  <a:cubicBezTo>
                    <a:pt x="176362" y="162632"/>
                    <a:pt x="176362" y="156248"/>
                    <a:pt x="178918" y="151141"/>
                  </a:cubicBezTo>
                  <a:cubicBezTo>
                    <a:pt x="179557" y="149226"/>
                    <a:pt x="180196" y="146672"/>
                    <a:pt x="180196" y="144757"/>
                  </a:cubicBezTo>
                  <a:cubicBezTo>
                    <a:pt x="178918" y="142842"/>
                    <a:pt x="177001" y="141565"/>
                    <a:pt x="175723" y="140288"/>
                  </a:cubicBezTo>
                  <a:cubicBezTo>
                    <a:pt x="171889" y="137096"/>
                    <a:pt x="166138" y="132627"/>
                    <a:pt x="166138" y="126882"/>
                  </a:cubicBezTo>
                  <a:cubicBezTo>
                    <a:pt x="166777" y="121136"/>
                    <a:pt x="170611" y="116029"/>
                    <a:pt x="175723" y="113475"/>
                  </a:cubicBezTo>
                  <a:cubicBezTo>
                    <a:pt x="177640" y="112199"/>
                    <a:pt x="178918" y="110922"/>
                    <a:pt x="180196" y="109645"/>
                  </a:cubicBezTo>
                  <a:cubicBezTo>
                    <a:pt x="180196" y="107730"/>
                    <a:pt x="179557" y="105815"/>
                    <a:pt x="178918" y="103899"/>
                  </a:cubicBezTo>
                  <a:cubicBezTo>
                    <a:pt x="176362" y="98792"/>
                    <a:pt x="176362" y="92408"/>
                    <a:pt x="179557" y="87301"/>
                  </a:cubicBezTo>
                  <a:cubicBezTo>
                    <a:pt x="183391" y="82832"/>
                    <a:pt x="189781" y="80917"/>
                    <a:pt x="195532" y="82194"/>
                  </a:cubicBezTo>
                  <a:cubicBezTo>
                    <a:pt x="197449" y="82194"/>
                    <a:pt x="200005" y="82194"/>
                    <a:pt x="201922" y="81555"/>
                  </a:cubicBezTo>
                  <a:cubicBezTo>
                    <a:pt x="202561" y="79640"/>
                    <a:pt x="203839" y="77725"/>
                    <a:pt x="204478" y="75810"/>
                  </a:cubicBezTo>
                  <a:cubicBezTo>
                    <a:pt x="206395" y="70703"/>
                    <a:pt x="208951" y="64319"/>
                    <a:pt x="214702" y="62403"/>
                  </a:cubicBezTo>
                  <a:cubicBezTo>
                    <a:pt x="220453" y="61765"/>
                    <a:pt x="226843" y="63680"/>
                    <a:pt x="230677" y="67511"/>
                  </a:cubicBezTo>
                  <a:cubicBezTo>
                    <a:pt x="232594" y="68787"/>
                    <a:pt x="233872" y="70064"/>
                    <a:pt x="235789" y="70703"/>
                  </a:cubicBezTo>
                  <a:cubicBezTo>
                    <a:pt x="237706" y="70064"/>
                    <a:pt x="239623" y="68787"/>
                    <a:pt x="240901" y="67511"/>
                  </a:cubicBezTo>
                  <a:cubicBezTo>
                    <a:pt x="245374" y="63680"/>
                    <a:pt x="251125" y="61765"/>
                    <a:pt x="256876" y="63042"/>
                  </a:cubicBezTo>
                  <a:cubicBezTo>
                    <a:pt x="263266" y="64957"/>
                    <a:pt x="265182" y="71341"/>
                    <a:pt x="267100" y="76448"/>
                  </a:cubicBezTo>
                  <a:cubicBezTo>
                    <a:pt x="267739" y="78363"/>
                    <a:pt x="268377" y="80279"/>
                    <a:pt x="269655" y="82194"/>
                  </a:cubicBezTo>
                  <a:cubicBezTo>
                    <a:pt x="271572" y="82832"/>
                    <a:pt x="273489" y="82832"/>
                    <a:pt x="275407" y="82832"/>
                  </a:cubicBezTo>
                  <a:cubicBezTo>
                    <a:pt x="283074" y="80917"/>
                    <a:pt x="291381" y="85386"/>
                    <a:pt x="293298" y="93047"/>
                  </a:cubicBezTo>
                  <a:cubicBezTo>
                    <a:pt x="294576" y="96877"/>
                    <a:pt x="293937" y="101346"/>
                    <a:pt x="291381" y="105176"/>
                  </a:cubicBezTo>
                  <a:cubicBezTo>
                    <a:pt x="290742" y="107091"/>
                    <a:pt x="290103" y="109645"/>
                    <a:pt x="290103" y="111560"/>
                  </a:cubicBezTo>
                  <a:cubicBezTo>
                    <a:pt x="291381" y="113475"/>
                    <a:pt x="293298" y="114752"/>
                    <a:pt x="294576" y="116029"/>
                  </a:cubicBezTo>
                  <a:cubicBezTo>
                    <a:pt x="299049" y="119221"/>
                    <a:pt x="304161" y="123051"/>
                    <a:pt x="304161" y="129435"/>
                  </a:cubicBezTo>
                  <a:cubicBezTo>
                    <a:pt x="304161" y="135819"/>
                    <a:pt x="297771" y="139650"/>
                    <a:pt x="293298" y="142842"/>
                  </a:cubicBezTo>
                  <a:lnTo>
                    <a:pt x="293298" y="142842"/>
                  </a:lnTo>
                  <a:close/>
                </a:path>
              </a:pathLst>
            </a:custGeom>
            <a:solidFill>
              <a:srgbClr val="046A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803" name="Google Shape;803;p23"/>
            <p:cNvSpPr/>
            <p:nvPr/>
          </p:nvSpPr>
          <p:spPr>
            <a:xfrm>
              <a:off x="3070364" y="1581475"/>
              <a:ext cx="113101" cy="109166"/>
            </a:xfrm>
            <a:custGeom>
              <a:rect b="b" l="l" r="r" t="t"/>
              <a:pathLst>
                <a:path extrusionOk="0" h="109166" w="113101">
                  <a:moveTo>
                    <a:pt x="99044" y="41496"/>
                  </a:moveTo>
                  <a:lnTo>
                    <a:pt x="99044" y="41496"/>
                  </a:lnTo>
                  <a:cubicBezTo>
                    <a:pt x="98405" y="37027"/>
                    <a:pt x="98405" y="31920"/>
                    <a:pt x="100322" y="27451"/>
                  </a:cubicBezTo>
                  <a:cubicBezTo>
                    <a:pt x="100961" y="25536"/>
                    <a:pt x="101600" y="23621"/>
                    <a:pt x="101600" y="22344"/>
                  </a:cubicBezTo>
                  <a:cubicBezTo>
                    <a:pt x="100322" y="22344"/>
                    <a:pt x="97766" y="22344"/>
                    <a:pt x="95849" y="21706"/>
                  </a:cubicBezTo>
                  <a:cubicBezTo>
                    <a:pt x="86264" y="23621"/>
                    <a:pt x="77318" y="17237"/>
                    <a:pt x="76040" y="7661"/>
                  </a:cubicBezTo>
                  <a:cubicBezTo>
                    <a:pt x="76040" y="7022"/>
                    <a:pt x="76040" y="7022"/>
                    <a:pt x="76040" y="6384"/>
                  </a:cubicBezTo>
                  <a:cubicBezTo>
                    <a:pt x="75401" y="4469"/>
                    <a:pt x="74762" y="3192"/>
                    <a:pt x="74123" y="1277"/>
                  </a:cubicBezTo>
                  <a:cubicBezTo>
                    <a:pt x="72206" y="1915"/>
                    <a:pt x="70928" y="3192"/>
                    <a:pt x="69650" y="3830"/>
                  </a:cubicBezTo>
                  <a:cubicBezTo>
                    <a:pt x="65816" y="7022"/>
                    <a:pt x="61343" y="8938"/>
                    <a:pt x="56870" y="8938"/>
                  </a:cubicBezTo>
                  <a:cubicBezTo>
                    <a:pt x="52398" y="8299"/>
                    <a:pt x="47925" y="6384"/>
                    <a:pt x="44730" y="3192"/>
                  </a:cubicBezTo>
                  <a:cubicBezTo>
                    <a:pt x="42813" y="1915"/>
                    <a:pt x="41535" y="1277"/>
                    <a:pt x="39618" y="0"/>
                  </a:cubicBezTo>
                  <a:cubicBezTo>
                    <a:pt x="38979" y="1915"/>
                    <a:pt x="37701" y="3830"/>
                    <a:pt x="37062" y="5746"/>
                  </a:cubicBezTo>
                  <a:cubicBezTo>
                    <a:pt x="35784" y="10214"/>
                    <a:pt x="33228" y="14045"/>
                    <a:pt x="30033" y="17237"/>
                  </a:cubicBezTo>
                  <a:cubicBezTo>
                    <a:pt x="26199" y="19790"/>
                    <a:pt x="21087" y="20429"/>
                    <a:pt x="16614" y="19790"/>
                  </a:cubicBezTo>
                  <a:cubicBezTo>
                    <a:pt x="14697" y="19790"/>
                    <a:pt x="12780" y="19790"/>
                    <a:pt x="10863" y="20429"/>
                  </a:cubicBezTo>
                  <a:cubicBezTo>
                    <a:pt x="10863" y="22344"/>
                    <a:pt x="11502" y="24259"/>
                    <a:pt x="12141" y="26174"/>
                  </a:cubicBezTo>
                  <a:cubicBezTo>
                    <a:pt x="14058" y="30643"/>
                    <a:pt x="14058" y="35112"/>
                    <a:pt x="13419" y="39581"/>
                  </a:cubicBezTo>
                  <a:cubicBezTo>
                    <a:pt x="11502" y="44049"/>
                    <a:pt x="8307" y="47241"/>
                    <a:pt x="4473" y="49795"/>
                  </a:cubicBezTo>
                  <a:cubicBezTo>
                    <a:pt x="3195" y="51072"/>
                    <a:pt x="1278" y="52349"/>
                    <a:pt x="0" y="53625"/>
                  </a:cubicBezTo>
                  <a:cubicBezTo>
                    <a:pt x="1278" y="54902"/>
                    <a:pt x="2556" y="56179"/>
                    <a:pt x="3834" y="57456"/>
                  </a:cubicBezTo>
                  <a:cubicBezTo>
                    <a:pt x="7668" y="60009"/>
                    <a:pt x="10863" y="63840"/>
                    <a:pt x="12780" y="68308"/>
                  </a:cubicBezTo>
                  <a:cubicBezTo>
                    <a:pt x="13419" y="72777"/>
                    <a:pt x="13419" y="77884"/>
                    <a:pt x="11502" y="82353"/>
                  </a:cubicBezTo>
                  <a:cubicBezTo>
                    <a:pt x="10863" y="84268"/>
                    <a:pt x="10224" y="86184"/>
                    <a:pt x="10224" y="87460"/>
                  </a:cubicBezTo>
                  <a:cubicBezTo>
                    <a:pt x="10863" y="87460"/>
                    <a:pt x="14058" y="87460"/>
                    <a:pt x="15975" y="87460"/>
                  </a:cubicBezTo>
                  <a:cubicBezTo>
                    <a:pt x="20448" y="86822"/>
                    <a:pt x="24921" y="88099"/>
                    <a:pt x="29394" y="90652"/>
                  </a:cubicBezTo>
                  <a:cubicBezTo>
                    <a:pt x="32589" y="93844"/>
                    <a:pt x="35145" y="97675"/>
                    <a:pt x="36423" y="102782"/>
                  </a:cubicBezTo>
                  <a:cubicBezTo>
                    <a:pt x="37062" y="104697"/>
                    <a:pt x="37701" y="105974"/>
                    <a:pt x="38340" y="107889"/>
                  </a:cubicBezTo>
                  <a:cubicBezTo>
                    <a:pt x="40257" y="107251"/>
                    <a:pt x="41535" y="105974"/>
                    <a:pt x="42813" y="105336"/>
                  </a:cubicBezTo>
                  <a:cubicBezTo>
                    <a:pt x="46646" y="102144"/>
                    <a:pt x="51119" y="100228"/>
                    <a:pt x="55593" y="100228"/>
                  </a:cubicBezTo>
                  <a:lnTo>
                    <a:pt x="55593" y="100228"/>
                  </a:lnTo>
                  <a:cubicBezTo>
                    <a:pt x="60065" y="100867"/>
                    <a:pt x="64538" y="102782"/>
                    <a:pt x="67733" y="105974"/>
                  </a:cubicBezTo>
                  <a:cubicBezTo>
                    <a:pt x="69011" y="107251"/>
                    <a:pt x="70928" y="107889"/>
                    <a:pt x="72845" y="109166"/>
                  </a:cubicBezTo>
                  <a:cubicBezTo>
                    <a:pt x="73484" y="107251"/>
                    <a:pt x="74762" y="105336"/>
                    <a:pt x="75401" y="103420"/>
                  </a:cubicBezTo>
                  <a:cubicBezTo>
                    <a:pt x="76679" y="98952"/>
                    <a:pt x="78596" y="95121"/>
                    <a:pt x="82430" y="91929"/>
                  </a:cubicBezTo>
                  <a:cubicBezTo>
                    <a:pt x="86264" y="89376"/>
                    <a:pt x="91376" y="88737"/>
                    <a:pt x="95849" y="88737"/>
                  </a:cubicBezTo>
                  <a:cubicBezTo>
                    <a:pt x="97766" y="88737"/>
                    <a:pt x="99683" y="88737"/>
                    <a:pt x="101600" y="88099"/>
                  </a:cubicBezTo>
                  <a:cubicBezTo>
                    <a:pt x="101600" y="86184"/>
                    <a:pt x="100961" y="84268"/>
                    <a:pt x="100322" y="82992"/>
                  </a:cubicBezTo>
                  <a:cubicBezTo>
                    <a:pt x="95849" y="74692"/>
                    <a:pt x="99044" y="63840"/>
                    <a:pt x="107990" y="59371"/>
                  </a:cubicBezTo>
                  <a:cubicBezTo>
                    <a:pt x="107990" y="59371"/>
                    <a:pt x="108629" y="59371"/>
                    <a:pt x="108629" y="58733"/>
                  </a:cubicBezTo>
                  <a:cubicBezTo>
                    <a:pt x="109907" y="57456"/>
                    <a:pt x="111824" y="56179"/>
                    <a:pt x="113102" y="54902"/>
                  </a:cubicBezTo>
                  <a:cubicBezTo>
                    <a:pt x="111824" y="53625"/>
                    <a:pt x="110546" y="52349"/>
                    <a:pt x="109268" y="51072"/>
                  </a:cubicBezTo>
                  <a:cubicBezTo>
                    <a:pt x="104156" y="49795"/>
                    <a:pt x="100961" y="45965"/>
                    <a:pt x="99044" y="41496"/>
                  </a:cubicBezTo>
                  <a:close/>
                  <a:moveTo>
                    <a:pt x="63899" y="79161"/>
                  </a:moveTo>
                  <a:cubicBezTo>
                    <a:pt x="61343" y="79800"/>
                    <a:pt x="58788" y="80438"/>
                    <a:pt x="56231" y="80438"/>
                  </a:cubicBezTo>
                  <a:cubicBezTo>
                    <a:pt x="42174" y="80438"/>
                    <a:pt x="30672" y="68947"/>
                    <a:pt x="30672" y="54902"/>
                  </a:cubicBezTo>
                  <a:cubicBezTo>
                    <a:pt x="30672" y="40857"/>
                    <a:pt x="42174" y="29366"/>
                    <a:pt x="56231" y="29366"/>
                  </a:cubicBezTo>
                  <a:cubicBezTo>
                    <a:pt x="70289" y="29366"/>
                    <a:pt x="81791" y="40857"/>
                    <a:pt x="81791" y="54902"/>
                  </a:cubicBezTo>
                  <a:cubicBezTo>
                    <a:pt x="81791" y="65755"/>
                    <a:pt x="74123" y="75969"/>
                    <a:pt x="63899" y="79161"/>
                  </a:cubicBezTo>
                  <a:close/>
                </a:path>
              </a:pathLst>
            </a:custGeom>
            <a:solidFill>
              <a:srgbClr val="046A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804" name="Google Shape;804;p23"/>
            <p:cNvSpPr/>
            <p:nvPr/>
          </p:nvSpPr>
          <p:spPr>
            <a:xfrm>
              <a:off x="3219637" y="1518273"/>
              <a:ext cx="25869" cy="25633"/>
            </a:xfrm>
            <a:custGeom>
              <a:rect b="b" l="l" r="r" t="t"/>
              <a:pathLst>
                <a:path extrusionOk="0" h="25633" w="25869">
                  <a:moveTo>
                    <a:pt x="18782" y="1277"/>
                  </a:moveTo>
                  <a:cubicBezTo>
                    <a:pt x="16866" y="638"/>
                    <a:pt x="14949" y="0"/>
                    <a:pt x="13032" y="0"/>
                  </a:cubicBezTo>
                  <a:cubicBezTo>
                    <a:pt x="11754" y="0"/>
                    <a:pt x="10476" y="0"/>
                    <a:pt x="9198" y="638"/>
                  </a:cubicBezTo>
                  <a:cubicBezTo>
                    <a:pt x="6003" y="1915"/>
                    <a:pt x="3447" y="3830"/>
                    <a:pt x="1530" y="7022"/>
                  </a:cubicBezTo>
                  <a:cubicBezTo>
                    <a:pt x="-387" y="10214"/>
                    <a:pt x="-387" y="13406"/>
                    <a:pt x="891" y="16598"/>
                  </a:cubicBezTo>
                  <a:cubicBezTo>
                    <a:pt x="2169" y="19790"/>
                    <a:pt x="4086" y="22344"/>
                    <a:pt x="7281" y="24259"/>
                  </a:cubicBezTo>
                  <a:cubicBezTo>
                    <a:pt x="13671" y="27451"/>
                    <a:pt x="21339" y="24898"/>
                    <a:pt x="24534" y="18514"/>
                  </a:cubicBezTo>
                  <a:cubicBezTo>
                    <a:pt x="25811" y="15960"/>
                    <a:pt x="26450" y="12130"/>
                    <a:pt x="25172" y="9576"/>
                  </a:cubicBezTo>
                  <a:cubicBezTo>
                    <a:pt x="24534" y="5107"/>
                    <a:pt x="21977" y="2554"/>
                    <a:pt x="18782" y="1277"/>
                  </a:cubicBezTo>
                  <a:close/>
                </a:path>
              </a:pathLst>
            </a:custGeom>
            <a:solidFill>
              <a:srgbClr val="046A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805" name="Google Shape;805;p23"/>
            <p:cNvSpPr/>
            <p:nvPr/>
          </p:nvSpPr>
          <p:spPr>
            <a:xfrm>
              <a:off x="3113907" y="1623609"/>
              <a:ext cx="25377" cy="25444"/>
            </a:xfrm>
            <a:custGeom>
              <a:rect b="b" l="l" r="r" t="t"/>
              <a:pathLst>
                <a:path extrusionOk="0" h="25444" w="25377">
                  <a:moveTo>
                    <a:pt x="12689" y="0"/>
                  </a:moveTo>
                  <a:cubicBezTo>
                    <a:pt x="11411" y="0"/>
                    <a:pt x="10133" y="0"/>
                    <a:pt x="8855" y="638"/>
                  </a:cubicBezTo>
                  <a:cubicBezTo>
                    <a:pt x="1826" y="2554"/>
                    <a:pt x="-1369" y="9576"/>
                    <a:pt x="548" y="16598"/>
                  </a:cubicBezTo>
                  <a:cubicBezTo>
                    <a:pt x="2465" y="23621"/>
                    <a:pt x="9494" y="26813"/>
                    <a:pt x="16523" y="24898"/>
                  </a:cubicBezTo>
                  <a:cubicBezTo>
                    <a:pt x="23552" y="22982"/>
                    <a:pt x="26747" y="15960"/>
                    <a:pt x="24830" y="8938"/>
                  </a:cubicBezTo>
                  <a:cubicBezTo>
                    <a:pt x="23552" y="3830"/>
                    <a:pt x="18440" y="0"/>
                    <a:pt x="12689" y="0"/>
                  </a:cubicBezTo>
                  <a:close/>
                </a:path>
              </a:pathLst>
            </a:custGeom>
            <a:solidFill>
              <a:srgbClr val="046A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806" name="Google Shape;806;p23"/>
            <p:cNvSpPr/>
            <p:nvPr/>
          </p:nvSpPr>
          <p:spPr>
            <a:xfrm>
              <a:off x="3175798" y="1476139"/>
              <a:ext cx="111823" cy="107250"/>
            </a:xfrm>
            <a:custGeom>
              <a:rect b="b" l="l" r="r" t="t"/>
              <a:pathLst>
                <a:path extrusionOk="0" h="107250" w="111823">
                  <a:moveTo>
                    <a:pt x="99683" y="40857"/>
                  </a:moveTo>
                  <a:cubicBezTo>
                    <a:pt x="99044" y="36389"/>
                    <a:pt x="99044" y="31281"/>
                    <a:pt x="100961" y="26813"/>
                  </a:cubicBezTo>
                  <a:cubicBezTo>
                    <a:pt x="101600" y="24897"/>
                    <a:pt x="102239" y="22982"/>
                    <a:pt x="102239" y="21706"/>
                  </a:cubicBezTo>
                  <a:cubicBezTo>
                    <a:pt x="100961" y="21706"/>
                    <a:pt x="98405" y="21706"/>
                    <a:pt x="96488" y="21706"/>
                  </a:cubicBezTo>
                  <a:cubicBezTo>
                    <a:pt x="86903" y="23621"/>
                    <a:pt x="77957" y="17237"/>
                    <a:pt x="76040" y="7661"/>
                  </a:cubicBezTo>
                  <a:cubicBezTo>
                    <a:pt x="76040" y="7022"/>
                    <a:pt x="76040" y="7022"/>
                    <a:pt x="76040" y="6384"/>
                  </a:cubicBezTo>
                  <a:cubicBezTo>
                    <a:pt x="75401" y="4469"/>
                    <a:pt x="74762" y="3192"/>
                    <a:pt x="74123" y="1277"/>
                  </a:cubicBezTo>
                  <a:cubicBezTo>
                    <a:pt x="72206" y="1915"/>
                    <a:pt x="70928" y="3192"/>
                    <a:pt x="69650" y="3830"/>
                  </a:cubicBezTo>
                  <a:cubicBezTo>
                    <a:pt x="65816" y="6384"/>
                    <a:pt x="61343" y="8299"/>
                    <a:pt x="56870" y="8938"/>
                  </a:cubicBezTo>
                  <a:cubicBezTo>
                    <a:pt x="52398" y="8299"/>
                    <a:pt x="47925" y="6384"/>
                    <a:pt x="44730" y="3192"/>
                  </a:cubicBezTo>
                  <a:cubicBezTo>
                    <a:pt x="43451" y="1915"/>
                    <a:pt x="41535" y="638"/>
                    <a:pt x="39618" y="0"/>
                  </a:cubicBezTo>
                  <a:cubicBezTo>
                    <a:pt x="38979" y="1915"/>
                    <a:pt x="37701" y="3830"/>
                    <a:pt x="37062" y="5107"/>
                  </a:cubicBezTo>
                  <a:cubicBezTo>
                    <a:pt x="35784" y="9576"/>
                    <a:pt x="33867" y="13406"/>
                    <a:pt x="30033" y="16598"/>
                  </a:cubicBezTo>
                  <a:cubicBezTo>
                    <a:pt x="26199" y="19152"/>
                    <a:pt x="21087" y="19790"/>
                    <a:pt x="16614" y="19152"/>
                  </a:cubicBezTo>
                  <a:cubicBezTo>
                    <a:pt x="14697" y="19152"/>
                    <a:pt x="12780" y="19152"/>
                    <a:pt x="10863" y="19152"/>
                  </a:cubicBezTo>
                  <a:cubicBezTo>
                    <a:pt x="10863" y="21067"/>
                    <a:pt x="11502" y="22982"/>
                    <a:pt x="12141" y="24897"/>
                  </a:cubicBezTo>
                  <a:cubicBezTo>
                    <a:pt x="14058" y="29366"/>
                    <a:pt x="14058" y="33835"/>
                    <a:pt x="13419" y="38304"/>
                  </a:cubicBezTo>
                  <a:cubicBezTo>
                    <a:pt x="11502" y="42773"/>
                    <a:pt x="8307" y="45965"/>
                    <a:pt x="4473" y="48518"/>
                  </a:cubicBezTo>
                  <a:cubicBezTo>
                    <a:pt x="3195" y="49795"/>
                    <a:pt x="1278" y="51072"/>
                    <a:pt x="0" y="52349"/>
                  </a:cubicBezTo>
                  <a:cubicBezTo>
                    <a:pt x="1278" y="53625"/>
                    <a:pt x="2556" y="54902"/>
                    <a:pt x="3834" y="56179"/>
                  </a:cubicBezTo>
                  <a:cubicBezTo>
                    <a:pt x="12780" y="60648"/>
                    <a:pt x="15975" y="70862"/>
                    <a:pt x="12141" y="79800"/>
                  </a:cubicBezTo>
                  <a:cubicBezTo>
                    <a:pt x="12141" y="79800"/>
                    <a:pt x="12141" y="80438"/>
                    <a:pt x="11502" y="80438"/>
                  </a:cubicBezTo>
                  <a:cubicBezTo>
                    <a:pt x="10863" y="82353"/>
                    <a:pt x="10224" y="84269"/>
                    <a:pt x="10224" y="86184"/>
                  </a:cubicBezTo>
                  <a:lnTo>
                    <a:pt x="15975" y="86184"/>
                  </a:lnTo>
                  <a:cubicBezTo>
                    <a:pt x="25560" y="84269"/>
                    <a:pt x="34506" y="90653"/>
                    <a:pt x="35784" y="100229"/>
                  </a:cubicBezTo>
                  <a:cubicBezTo>
                    <a:pt x="35784" y="100229"/>
                    <a:pt x="35784" y="100867"/>
                    <a:pt x="35784" y="100867"/>
                  </a:cubicBezTo>
                  <a:cubicBezTo>
                    <a:pt x="36423" y="102782"/>
                    <a:pt x="37062" y="104059"/>
                    <a:pt x="37701" y="105974"/>
                  </a:cubicBezTo>
                  <a:cubicBezTo>
                    <a:pt x="39618" y="105336"/>
                    <a:pt x="40896" y="104059"/>
                    <a:pt x="42174" y="103420"/>
                  </a:cubicBezTo>
                  <a:cubicBezTo>
                    <a:pt x="46008" y="100229"/>
                    <a:pt x="50480" y="98313"/>
                    <a:pt x="54954" y="98313"/>
                  </a:cubicBezTo>
                  <a:lnTo>
                    <a:pt x="54954" y="98313"/>
                  </a:lnTo>
                  <a:cubicBezTo>
                    <a:pt x="59426" y="98952"/>
                    <a:pt x="63899" y="100867"/>
                    <a:pt x="67094" y="104059"/>
                  </a:cubicBezTo>
                  <a:cubicBezTo>
                    <a:pt x="68372" y="105336"/>
                    <a:pt x="70289" y="105974"/>
                    <a:pt x="72206" y="107251"/>
                  </a:cubicBezTo>
                  <a:cubicBezTo>
                    <a:pt x="72845" y="105336"/>
                    <a:pt x="74123" y="104059"/>
                    <a:pt x="74762" y="102144"/>
                  </a:cubicBezTo>
                  <a:cubicBezTo>
                    <a:pt x="76040" y="97675"/>
                    <a:pt x="78596" y="93845"/>
                    <a:pt x="81791" y="90653"/>
                  </a:cubicBezTo>
                  <a:cubicBezTo>
                    <a:pt x="85625" y="88099"/>
                    <a:pt x="90737" y="87461"/>
                    <a:pt x="95210" y="88099"/>
                  </a:cubicBezTo>
                  <a:cubicBezTo>
                    <a:pt x="97127" y="88099"/>
                    <a:pt x="99044" y="88099"/>
                    <a:pt x="100961" y="87461"/>
                  </a:cubicBezTo>
                  <a:cubicBezTo>
                    <a:pt x="100961" y="85545"/>
                    <a:pt x="100322" y="83630"/>
                    <a:pt x="99683" y="81715"/>
                  </a:cubicBezTo>
                  <a:cubicBezTo>
                    <a:pt x="97766" y="77246"/>
                    <a:pt x="97766" y="72777"/>
                    <a:pt x="98405" y="68309"/>
                  </a:cubicBezTo>
                  <a:cubicBezTo>
                    <a:pt x="100322" y="63840"/>
                    <a:pt x="103517" y="60648"/>
                    <a:pt x="107351" y="58094"/>
                  </a:cubicBezTo>
                  <a:cubicBezTo>
                    <a:pt x="108629" y="56817"/>
                    <a:pt x="110546" y="56179"/>
                    <a:pt x="111824" y="54264"/>
                  </a:cubicBezTo>
                  <a:cubicBezTo>
                    <a:pt x="110546" y="52987"/>
                    <a:pt x="109268" y="51710"/>
                    <a:pt x="107990" y="50433"/>
                  </a:cubicBezTo>
                  <a:cubicBezTo>
                    <a:pt x="104795" y="48518"/>
                    <a:pt x="101600" y="45326"/>
                    <a:pt x="99683" y="40857"/>
                  </a:cubicBezTo>
                  <a:close/>
                  <a:moveTo>
                    <a:pt x="79235" y="65755"/>
                  </a:moveTo>
                  <a:cubicBezTo>
                    <a:pt x="74762" y="74054"/>
                    <a:pt x="66455" y="79161"/>
                    <a:pt x="56870" y="79161"/>
                  </a:cubicBezTo>
                  <a:cubicBezTo>
                    <a:pt x="53036" y="79161"/>
                    <a:pt x="48564" y="77885"/>
                    <a:pt x="44730" y="75969"/>
                  </a:cubicBezTo>
                  <a:cubicBezTo>
                    <a:pt x="32589" y="68947"/>
                    <a:pt x="27477" y="53625"/>
                    <a:pt x="34506" y="41496"/>
                  </a:cubicBezTo>
                  <a:cubicBezTo>
                    <a:pt x="37701" y="35750"/>
                    <a:pt x="42813" y="31281"/>
                    <a:pt x="49203" y="29366"/>
                  </a:cubicBezTo>
                  <a:cubicBezTo>
                    <a:pt x="55593" y="27451"/>
                    <a:pt x="62621" y="28089"/>
                    <a:pt x="68372" y="31281"/>
                  </a:cubicBezTo>
                  <a:cubicBezTo>
                    <a:pt x="81152" y="38304"/>
                    <a:pt x="85625" y="53625"/>
                    <a:pt x="79235" y="65755"/>
                  </a:cubicBezTo>
                  <a:lnTo>
                    <a:pt x="79235" y="65755"/>
                  </a:lnTo>
                  <a:close/>
                </a:path>
              </a:pathLst>
            </a:custGeom>
            <a:solidFill>
              <a:srgbClr val="046A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24"/>
          <p:cNvSpPr txBox="1"/>
          <p:nvPr>
            <p:ph type="title"/>
          </p:nvPr>
        </p:nvSpPr>
        <p:spPr>
          <a:xfrm>
            <a:off x="753059" y="122431"/>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Illustration to maintain Backflush Indicator in Master Recipe</a:t>
            </a:r>
            <a:endParaRPr>
              <a:latin typeface="Arial"/>
              <a:ea typeface="Arial"/>
              <a:cs typeface="Arial"/>
              <a:sym typeface="Arial"/>
            </a:endParaRPr>
          </a:p>
        </p:txBody>
      </p:sp>
      <p:grpSp>
        <p:nvGrpSpPr>
          <p:cNvPr id="812" name="Google Shape;812;p24"/>
          <p:cNvGrpSpPr/>
          <p:nvPr/>
        </p:nvGrpSpPr>
        <p:grpSpPr>
          <a:xfrm>
            <a:off x="753083" y="850659"/>
            <a:ext cx="7487510" cy="3468695"/>
            <a:chOff x="1056663" y="913627"/>
            <a:chExt cx="10678137" cy="5525159"/>
          </a:xfrm>
        </p:grpSpPr>
        <p:pic>
          <p:nvPicPr>
            <p:cNvPr id="813" name="Google Shape;813;p24"/>
            <p:cNvPicPr preferRelativeResize="0"/>
            <p:nvPr/>
          </p:nvPicPr>
          <p:blipFill rotWithShape="1">
            <a:blip r:embed="rId3">
              <a:alphaModFix/>
            </a:blip>
            <a:srcRect b="0" l="0" r="0" t="0"/>
            <a:stretch/>
          </p:blipFill>
          <p:spPr>
            <a:xfrm>
              <a:off x="1056663" y="913627"/>
              <a:ext cx="10678137" cy="5525159"/>
            </a:xfrm>
            <a:prstGeom prst="rect">
              <a:avLst/>
            </a:prstGeom>
            <a:noFill/>
            <a:ln>
              <a:noFill/>
            </a:ln>
          </p:spPr>
        </p:pic>
        <p:pic>
          <p:nvPicPr>
            <p:cNvPr id="814" name="Google Shape;814;p24"/>
            <p:cNvPicPr preferRelativeResize="0"/>
            <p:nvPr/>
          </p:nvPicPr>
          <p:blipFill rotWithShape="1">
            <a:blip r:embed="rId4">
              <a:alphaModFix/>
            </a:blip>
            <a:srcRect b="0" l="0" r="0" t="0"/>
            <a:stretch/>
          </p:blipFill>
          <p:spPr>
            <a:xfrm>
              <a:off x="1225484" y="1082908"/>
              <a:ext cx="10303497" cy="5148208"/>
            </a:xfrm>
            <a:prstGeom prst="rect">
              <a:avLst/>
            </a:prstGeom>
            <a:noFill/>
            <a:ln>
              <a:noFill/>
            </a:ln>
          </p:spPr>
        </p:pic>
        <p:sp>
          <p:nvSpPr>
            <p:cNvPr id="815" name="Google Shape;815;p24"/>
            <p:cNvSpPr/>
            <p:nvPr/>
          </p:nvSpPr>
          <p:spPr>
            <a:xfrm>
              <a:off x="9086625" y="4905815"/>
              <a:ext cx="389068" cy="813667"/>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816" name="Google Shape;816;p24"/>
            <p:cNvSpPr/>
            <p:nvPr/>
          </p:nvSpPr>
          <p:spPr>
            <a:xfrm>
              <a:off x="3247655" y="2978354"/>
              <a:ext cx="594879" cy="275130"/>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25"/>
          <p:cNvSpPr txBox="1"/>
          <p:nvPr>
            <p:ph type="title"/>
          </p:nvPr>
        </p:nvSpPr>
        <p:spPr>
          <a:xfrm>
            <a:off x="753059" y="122431"/>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Illustration to maintain Backflush Indicator in Process Order</a:t>
            </a:r>
            <a:endParaRPr>
              <a:latin typeface="Arial"/>
              <a:ea typeface="Arial"/>
              <a:cs typeface="Arial"/>
              <a:sym typeface="Arial"/>
            </a:endParaRPr>
          </a:p>
        </p:txBody>
      </p:sp>
      <p:grpSp>
        <p:nvGrpSpPr>
          <p:cNvPr id="822" name="Google Shape;822;p25"/>
          <p:cNvGrpSpPr/>
          <p:nvPr/>
        </p:nvGrpSpPr>
        <p:grpSpPr>
          <a:xfrm>
            <a:off x="180329" y="1212112"/>
            <a:ext cx="9027042" cy="2719277"/>
            <a:chOff x="74428" y="1190847"/>
            <a:chExt cx="12036056" cy="3625702"/>
          </a:xfrm>
        </p:grpSpPr>
        <p:pic>
          <p:nvPicPr>
            <p:cNvPr id="823" name="Google Shape;823;p25"/>
            <p:cNvPicPr preferRelativeResize="0"/>
            <p:nvPr/>
          </p:nvPicPr>
          <p:blipFill rotWithShape="1">
            <a:blip r:embed="rId3">
              <a:alphaModFix/>
            </a:blip>
            <a:srcRect b="0" l="0" r="0" t="0"/>
            <a:stretch/>
          </p:blipFill>
          <p:spPr>
            <a:xfrm>
              <a:off x="74428" y="1190847"/>
              <a:ext cx="12036056" cy="3625702"/>
            </a:xfrm>
            <a:prstGeom prst="rect">
              <a:avLst/>
            </a:prstGeom>
            <a:noFill/>
            <a:ln>
              <a:noFill/>
            </a:ln>
          </p:spPr>
        </p:pic>
        <p:pic>
          <p:nvPicPr>
            <p:cNvPr id="824" name="Google Shape;824;p25"/>
            <p:cNvPicPr preferRelativeResize="0"/>
            <p:nvPr/>
          </p:nvPicPr>
          <p:blipFill rotWithShape="1">
            <a:blip r:embed="rId4">
              <a:alphaModFix/>
            </a:blip>
            <a:srcRect b="0" l="0" r="0" t="0"/>
            <a:stretch/>
          </p:blipFill>
          <p:spPr>
            <a:xfrm>
              <a:off x="333460" y="1308831"/>
              <a:ext cx="11567611" cy="3250775"/>
            </a:xfrm>
            <a:prstGeom prst="rect">
              <a:avLst/>
            </a:prstGeom>
            <a:noFill/>
            <a:ln>
              <a:noFill/>
            </a:ln>
          </p:spPr>
        </p:pic>
        <p:sp>
          <p:nvSpPr>
            <p:cNvPr id="825" name="Google Shape;825;p25"/>
            <p:cNvSpPr/>
            <p:nvPr/>
          </p:nvSpPr>
          <p:spPr>
            <a:xfrm>
              <a:off x="11077054" y="3244886"/>
              <a:ext cx="389068" cy="813667"/>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826" name="Google Shape;826;p25"/>
            <p:cNvSpPr/>
            <p:nvPr/>
          </p:nvSpPr>
          <p:spPr>
            <a:xfrm>
              <a:off x="2807610" y="1312548"/>
              <a:ext cx="723470" cy="275130"/>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26"/>
          <p:cNvSpPr txBox="1"/>
          <p:nvPr>
            <p:ph type="title"/>
          </p:nvPr>
        </p:nvSpPr>
        <p:spPr>
          <a:xfrm>
            <a:off x="632928" y="1"/>
            <a:ext cx="7313656" cy="462521"/>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Issue Materials for Next Phase</a:t>
            </a:r>
            <a:r>
              <a:rPr lang="en-US"/>
              <a:t> -</a:t>
            </a:r>
            <a:r>
              <a:rPr lang="en-US"/>
              <a:t> M-100-030 </a:t>
            </a:r>
            <a:br>
              <a:rPr lang="en-US"/>
            </a:br>
            <a:endParaRPr/>
          </a:p>
        </p:txBody>
      </p:sp>
      <p:sp>
        <p:nvSpPr>
          <p:cNvPr id="833" name="Google Shape;833;p26"/>
          <p:cNvSpPr txBox="1"/>
          <p:nvPr/>
        </p:nvSpPr>
        <p:spPr>
          <a:xfrm>
            <a:off x="711509" y="710545"/>
            <a:ext cx="7519035" cy="55399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This process involves</a:t>
            </a:r>
            <a:r>
              <a:rPr b="0" i="0" lang="en-US" sz="1050" u="none" cap="none" strike="noStrike">
                <a:solidFill>
                  <a:srgbClr val="000000"/>
                </a:solidFill>
                <a:latin typeface="Open Sans"/>
                <a:ea typeface="Open Sans"/>
                <a:cs typeface="Open Sans"/>
                <a:sym typeface="Open Sans"/>
              </a:rPr>
              <a:t>  </a:t>
            </a:r>
            <a:r>
              <a:rPr b="0" i="0" lang="en-US" sz="1050" u="none" cap="none" strike="noStrike">
                <a:solidFill>
                  <a:srgbClr val="000000"/>
                </a:solidFill>
                <a:latin typeface="Arial"/>
                <a:ea typeface="Arial"/>
                <a:cs typeface="Arial"/>
                <a:sym typeface="Arial"/>
              </a:rPr>
              <a:t>issuing the required materials for the next phase of production i.e. making sure the required materials are available for the upcoming phase. This ensures that the production process can continue smoothly without interruptions due to material shortages.</a:t>
            </a:r>
            <a:endParaRPr b="0" i="0" sz="1050" u="none" cap="none" strike="noStrike">
              <a:solidFill>
                <a:srgbClr val="000000"/>
              </a:solidFill>
              <a:latin typeface="Open Sans"/>
              <a:ea typeface="Open Sans"/>
              <a:cs typeface="Open Sans"/>
              <a:sym typeface="Open Sans"/>
            </a:endParaRPr>
          </a:p>
        </p:txBody>
      </p:sp>
      <p:pic>
        <p:nvPicPr>
          <p:cNvPr id="834" name="Google Shape;834;p26"/>
          <p:cNvPicPr preferRelativeResize="0"/>
          <p:nvPr/>
        </p:nvPicPr>
        <p:blipFill rotWithShape="1">
          <a:blip r:embed="rId3">
            <a:alphaModFix/>
          </a:blip>
          <a:srcRect b="0" l="0" r="0" t="0"/>
          <a:stretch/>
        </p:blipFill>
        <p:spPr>
          <a:xfrm>
            <a:off x="1804926" y="2006053"/>
            <a:ext cx="5534148" cy="19691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27"/>
          <p:cNvSpPr/>
          <p:nvPr/>
        </p:nvSpPr>
        <p:spPr>
          <a:xfrm>
            <a:off x="5501079" y="851045"/>
            <a:ext cx="2804018" cy="2169847"/>
          </a:xfrm>
          <a:prstGeom prst="roundRect">
            <a:avLst>
              <a:gd fmla="val 7091" name="adj"/>
            </a:avLst>
          </a:prstGeom>
          <a:noFill/>
          <a:ln cap="flat" cmpd="sng" w="9525">
            <a:solidFill>
              <a:schemeClr val="accent1"/>
            </a:solidFill>
            <a:prstDash val="solid"/>
            <a:miter lim="800000"/>
            <a:headEnd len="sm" w="sm" type="none"/>
            <a:tailEnd len="sm" w="sm" type="none"/>
          </a:ln>
        </p:spPr>
        <p:txBody>
          <a:bodyPr anchorCtr="0" anchor="t" bIns="68575" lIns="68575" spcFirstLastPara="1" rIns="68575" wrap="square" tIns="68575">
            <a:spAutoFit/>
          </a:bodyPr>
          <a:lstStyle/>
          <a:p>
            <a:pPr indent="0" lvl="0" marL="0" marR="0" rtl="0" algn="just">
              <a:lnSpc>
                <a:spcPct val="100000"/>
              </a:lnSpc>
              <a:spcBef>
                <a:spcPts val="0"/>
              </a:spcBef>
              <a:spcAft>
                <a:spcPts val="0"/>
              </a:spcAft>
              <a:buClr>
                <a:srgbClr val="000000"/>
              </a:buClr>
              <a:buSzPts val="975"/>
              <a:buFont typeface="Arial"/>
              <a:buNone/>
            </a:pPr>
            <a:r>
              <a:rPr b="0" i="0" lang="en-US" sz="975" u="none" cap="none" strike="noStrike">
                <a:solidFill>
                  <a:srgbClr val="000000"/>
                </a:solidFill>
                <a:latin typeface="Calibri"/>
                <a:ea typeface="Calibri"/>
                <a:cs typeface="Calibri"/>
                <a:sym typeface="Calibri"/>
              </a:rPr>
              <a:t>It is defined as physical outbound movements of goods or materials from the warehouse. In SAP PP, goods issue takes place when the raw material is consumed to produce material as per Pro</a:t>
            </a:r>
            <a:r>
              <a:rPr lang="en-US" sz="975">
                <a:latin typeface="Calibri"/>
                <a:ea typeface="Calibri"/>
                <a:cs typeface="Calibri"/>
                <a:sym typeface="Calibri"/>
              </a:rPr>
              <a:t>cess</a:t>
            </a:r>
            <a:r>
              <a:rPr b="0" i="0" lang="en-US" sz="975" u="none" cap="none" strike="noStrike">
                <a:solidFill>
                  <a:srgbClr val="000000"/>
                </a:solidFill>
                <a:latin typeface="Calibri"/>
                <a:ea typeface="Calibri"/>
                <a:cs typeface="Calibri"/>
                <a:sym typeface="Calibri"/>
              </a:rPr>
              <a:t> order. When goods are issued, the system decreases the inventory of components at the storage location in the Production Planning system. Movement type 261 is used for goods issue.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975"/>
              <a:buFont typeface="Arial"/>
              <a:buNone/>
            </a:pPr>
            <a:r>
              <a:t/>
            </a:r>
            <a:endParaRPr b="0" i="0" sz="97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75"/>
              <a:buFont typeface="Arial"/>
              <a:buNone/>
            </a:pPr>
            <a:r>
              <a:rPr b="1" i="0" lang="en-US" sz="975" u="none" cap="none" strike="noStrike">
                <a:solidFill>
                  <a:srgbClr val="000000"/>
                </a:solidFill>
                <a:latin typeface="Calibri"/>
                <a:ea typeface="Calibri"/>
                <a:cs typeface="Calibri"/>
                <a:sym typeface="Calibri"/>
              </a:rPr>
              <a:t>Process:-</a:t>
            </a:r>
            <a:endParaRPr b="0" i="0" sz="97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975"/>
              <a:buFont typeface="Arial"/>
              <a:buNone/>
            </a:pPr>
            <a:r>
              <a:rPr b="0" i="0" lang="en-US" sz="975" u="none" cap="none" strike="noStrike">
                <a:solidFill>
                  <a:srgbClr val="000000"/>
                </a:solidFill>
                <a:latin typeface="Calibri"/>
                <a:ea typeface="Calibri"/>
                <a:cs typeface="Calibri"/>
                <a:sym typeface="Calibri"/>
              </a:rPr>
              <a:t>First, three raw material batches are consumed by the same process order. The good issue with movement type 261 is posted for each batch.</a:t>
            </a:r>
            <a:endParaRPr b="0" i="0" sz="1400" u="none" cap="none" strike="noStrike">
              <a:solidFill>
                <a:srgbClr val="000000"/>
              </a:solidFill>
              <a:latin typeface="Arial"/>
              <a:ea typeface="Arial"/>
              <a:cs typeface="Arial"/>
              <a:sym typeface="Arial"/>
            </a:endParaRPr>
          </a:p>
        </p:txBody>
      </p:sp>
      <p:sp>
        <p:nvSpPr>
          <p:cNvPr id="841" name="Google Shape;841;p27"/>
          <p:cNvSpPr/>
          <p:nvPr/>
        </p:nvSpPr>
        <p:spPr>
          <a:xfrm>
            <a:off x="959828" y="685434"/>
            <a:ext cx="1072908" cy="3898218"/>
          </a:xfrm>
          <a:prstGeom prst="rect">
            <a:avLst/>
          </a:prstGeom>
          <a:solidFill>
            <a:schemeClr val="accent2"/>
          </a:solidFill>
          <a:ln cap="flat" cmpd="sng" w="28575">
            <a:solidFill>
              <a:srgbClr val="77A7E9"/>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66675" lIns="66675" spcFirstLastPara="1" rIns="66675" wrap="square" tIns="66675">
            <a:noAutofit/>
          </a:bodyPr>
          <a:lstStyle/>
          <a:p>
            <a:pPr indent="0" lvl="0" marL="0" marR="0" rtl="0" algn="l">
              <a:lnSpc>
                <a:spcPct val="106000"/>
              </a:lnSpc>
              <a:spcBef>
                <a:spcPts val="0"/>
              </a:spcBef>
              <a:spcAft>
                <a:spcPts val="0"/>
              </a:spcAft>
              <a:buClr>
                <a:srgbClr val="000000"/>
              </a:buClr>
              <a:buSzPts val="900"/>
              <a:buFont typeface="Noto Sans Symbols"/>
              <a:buNone/>
            </a:pPr>
            <a:r>
              <a:t/>
            </a:r>
            <a:endParaRPr b="1" i="0" sz="900" u="none" cap="none" strike="noStrike">
              <a:solidFill>
                <a:schemeClr val="lt1"/>
              </a:solidFill>
              <a:latin typeface="Calibri"/>
              <a:ea typeface="Calibri"/>
              <a:cs typeface="Calibri"/>
              <a:sym typeface="Calibri"/>
            </a:endParaRPr>
          </a:p>
        </p:txBody>
      </p:sp>
      <p:sp>
        <p:nvSpPr>
          <p:cNvPr id="842" name="Google Shape;842;p27"/>
          <p:cNvSpPr/>
          <p:nvPr/>
        </p:nvSpPr>
        <p:spPr>
          <a:xfrm>
            <a:off x="3825688" y="1715929"/>
            <a:ext cx="745808" cy="1311593"/>
          </a:xfrm>
          <a:prstGeom prst="rect">
            <a:avLst/>
          </a:prstGeom>
          <a:solidFill>
            <a:schemeClr val="accent2"/>
          </a:solidFill>
          <a:ln cap="flat" cmpd="sng" w="28575">
            <a:solidFill>
              <a:srgbClr val="0C9C14">
                <a:alpha val="68235"/>
              </a:srgbClr>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66675" lIns="66675" spcFirstLastPara="1" rIns="66675" wrap="square" tIns="66675">
            <a:noAutofit/>
          </a:bodyPr>
          <a:lstStyle/>
          <a:p>
            <a:pPr indent="0" lvl="0" marL="0" marR="0" rtl="0" algn="ctr">
              <a:lnSpc>
                <a:spcPct val="106000"/>
              </a:lnSpc>
              <a:spcBef>
                <a:spcPts val="0"/>
              </a:spcBef>
              <a:spcAft>
                <a:spcPts val="0"/>
              </a:spcAft>
              <a:buClr>
                <a:srgbClr val="000000"/>
              </a:buClr>
              <a:buSzPts val="900"/>
              <a:buFont typeface="Noto Sans Symbols"/>
              <a:buNone/>
            </a:pPr>
            <a:r>
              <a:t/>
            </a:r>
            <a:endParaRPr b="1" i="0" sz="900" u="none" cap="none" strike="noStrike">
              <a:solidFill>
                <a:schemeClr val="lt1"/>
              </a:solidFill>
              <a:latin typeface="Calibri"/>
              <a:ea typeface="Calibri"/>
              <a:cs typeface="Calibri"/>
              <a:sym typeface="Calibri"/>
            </a:endParaRPr>
          </a:p>
          <a:p>
            <a:pPr indent="0" lvl="0" marL="0" marR="0" rtl="0" algn="ctr">
              <a:lnSpc>
                <a:spcPct val="106000"/>
              </a:lnSpc>
              <a:spcBef>
                <a:spcPts val="0"/>
              </a:spcBef>
              <a:spcAft>
                <a:spcPts val="0"/>
              </a:spcAft>
              <a:buClr>
                <a:srgbClr val="000000"/>
              </a:buClr>
              <a:buSzPts val="900"/>
              <a:buFont typeface="Noto Sans Symbols"/>
              <a:buNone/>
            </a:pPr>
            <a:r>
              <a:t/>
            </a:r>
            <a:endParaRPr b="1" i="0" sz="900" u="none" cap="none" strike="noStrike">
              <a:solidFill>
                <a:schemeClr val="lt1"/>
              </a:solidFill>
              <a:latin typeface="Calibri"/>
              <a:ea typeface="Calibri"/>
              <a:cs typeface="Calibri"/>
              <a:sym typeface="Calibri"/>
            </a:endParaRPr>
          </a:p>
          <a:p>
            <a:pPr indent="0" lvl="0" marL="0" marR="0" rtl="0" algn="ctr">
              <a:lnSpc>
                <a:spcPct val="106000"/>
              </a:lnSpc>
              <a:spcBef>
                <a:spcPts val="0"/>
              </a:spcBef>
              <a:spcAft>
                <a:spcPts val="0"/>
              </a:spcAft>
              <a:buClr>
                <a:srgbClr val="000000"/>
              </a:buClr>
              <a:buSzPts val="900"/>
              <a:buFont typeface="Noto Sans Symbols"/>
              <a:buNone/>
            </a:pPr>
            <a:r>
              <a:t/>
            </a:r>
            <a:endParaRPr b="1" i="0" sz="900" u="none" cap="none" strike="noStrike">
              <a:solidFill>
                <a:schemeClr val="lt1"/>
              </a:solidFill>
              <a:latin typeface="Calibri"/>
              <a:ea typeface="Calibri"/>
              <a:cs typeface="Calibri"/>
              <a:sym typeface="Calibri"/>
            </a:endParaRPr>
          </a:p>
          <a:p>
            <a:pPr indent="0" lvl="0" marL="0" marR="0" rtl="0" algn="ctr">
              <a:lnSpc>
                <a:spcPct val="106000"/>
              </a:lnSpc>
              <a:spcBef>
                <a:spcPts val="0"/>
              </a:spcBef>
              <a:spcAft>
                <a:spcPts val="0"/>
              </a:spcAft>
              <a:buClr>
                <a:srgbClr val="000000"/>
              </a:buClr>
              <a:buSzPts val="900"/>
              <a:buFont typeface="Noto Sans Symbols"/>
              <a:buNone/>
            </a:pPr>
            <a:r>
              <a:t/>
            </a:r>
            <a:endParaRPr b="1" i="0" sz="900" u="none" cap="none" strike="noStrike">
              <a:solidFill>
                <a:schemeClr val="lt1"/>
              </a:solidFill>
              <a:latin typeface="Calibri"/>
              <a:ea typeface="Calibri"/>
              <a:cs typeface="Calibri"/>
              <a:sym typeface="Calibri"/>
            </a:endParaRPr>
          </a:p>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chemeClr val="lt1"/>
                </a:solidFill>
                <a:latin typeface="Calibri"/>
                <a:ea typeface="Calibri"/>
                <a:cs typeface="Calibri"/>
                <a:sym typeface="Calibri"/>
              </a:rPr>
              <a:t>Production Order</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900"/>
              <a:buFont typeface="Noto Sans Symbols"/>
              <a:buNone/>
            </a:pPr>
            <a:r>
              <a:t/>
            </a:r>
            <a:endParaRPr b="1" i="0" sz="900" u="none" cap="none" strike="noStrike">
              <a:solidFill>
                <a:schemeClr val="lt1"/>
              </a:solidFill>
              <a:latin typeface="Calibri"/>
              <a:ea typeface="Calibri"/>
              <a:cs typeface="Calibri"/>
              <a:sym typeface="Calibri"/>
            </a:endParaRPr>
          </a:p>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chemeClr val="lt1"/>
                </a:solidFill>
                <a:latin typeface="Calibri"/>
                <a:ea typeface="Calibri"/>
                <a:cs typeface="Calibri"/>
                <a:sym typeface="Calibri"/>
              </a:rPr>
              <a:t>700011</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chemeClr val="lt1"/>
                </a:solidFill>
                <a:latin typeface="Calibri"/>
                <a:ea typeface="Calibri"/>
                <a:cs typeface="Calibri"/>
                <a:sym typeface="Calibri"/>
              </a:rPr>
              <a:t>GBT-FINISH1</a:t>
            </a:r>
            <a:endParaRPr b="0" i="0" sz="1400" u="none" cap="none" strike="noStrike">
              <a:solidFill>
                <a:srgbClr val="000000"/>
              </a:solidFill>
              <a:latin typeface="Arial"/>
              <a:ea typeface="Arial"/>
              <a:cs typeface="Arial"/>
              <a:sym typeface="Arial"/>
            </a:endParaRPr>
          </a:p>
        </p:txBody>
      </p:sp>
      <p:cxnSp>
        <p:nvCxnSpPr>
          <p:cNvPr id="843" name="Google Shape;843;p27"/>
          <p:cNvCxnSpPr/>
          <p:nvPr/>
        </p:nvCxnSpPr>
        <p:spPr>
          <a:xfrm>
            <a:off x="2030543" y="1356359"/>
            <a:ext cx="2152200" cy="350100"/>
          </a:xfrm>
          <a:prstGeom prst="bentConnector2">
            <a:avLst/>
          </a:prstGeom>
          <a:noFill/>
          <a:ln cap="flat" cmpd="sng" w="9525">
            <a:solidFill>
              <a:schemeClr val="lt2"/>
            </a:solidFill>
            <a:prstDash val="solid"/>
            <a:round/>
            <a:headEnd len="sm" w="sm" type="none"/>
            <a:tailEnd len="med" w="med" type="triangle"/>
          </a:ln>
        </p:spPr>
      </p:cxnSp>
      <p:cxnSp>
        <p:nvCxnSpPr>
          <p:cNvPr id="844" name="Google Shape;844;p27"/>
          <p:cNvCxnSpPr/>
          <p:nvPr/>
        </p:nvCxnSpPr>
        <p:spPr>
          <a:xfrm flipH="1" rot="10800000">
            <a:off x="2020891" y="3027513"/>
            <a:ext cx="2178900" cy="503700"/>
          </a:xfrm>
          <a:prstGeom prst="bentConnector2">
            <a:avLst/>
          </a:prstGeom>
          <a:noFill/>
          <a:ln cap="flat" cmpd="sng" w="9525">
            <a:solidFill>
              <a:schemeClr val="lt2"/>
            </a:solidFill>
            <a:prstDash val="solid"/>
            <a:round/>
            <a:headEnd len="sm" w="sm" type="none"/>
            <a:tailEnd len="med" w="med" type="triangle"/>
          </a:ln>
        </p:spPr>
      </p:cxnSp>
      <p:cxnSp>
        <p:nvCxnSpPr>
          <p:cNvPr id="845" name="Google Shape;845;p27"/>
          <p:cNvCxnSpPr/>
          <p:nvPr/>
        </p:nvCxnSpPr>
        <p:spPr>
          <a:xfrm>
            <a:off x="2030543" y="2434409"/>
            <a:ext cx="1773872" cy="0"/>
          </a:xfrm>
          <a:prstGeom prst="straightConnector1">
            <a:avLst/>
          </a:prstGeom>
          <a:noFill/>
          <a:ln cap="flat" cmpd="sng" w="9525">
            <a:solidFill>
              <a:schemeClr val="lt2"/>
            </a:solidFill>
            <a:prstDash val="solid"/>
            <a:round/>
            <a:headEnd len="sm" w="sm" type="none"/>
            <a:tailEnd len="med" w="med" type="triangle"/>
          </a:ln>
        </p:spPr>
      </p:cxnSp>
      <p:sp>
        <p:nvSpPr>
          <p:cNvPr id="846" name="Google Shape;846;p27"/>
          <p:cNvSpPr/>
          <p:nvPr/>
        </p:nvSpPr>
        <p:spPr>
          <a:xfrm>
            <a:off x="2629456" y="1106412"/>
            <a:ext cx="919758" cy="190192"/>
          </a:xfrm>
          <a:prstGeom prst="rect">
            <a:avLst/>
          </a:prstGeom>
          <a:solidFill>
            <a:srgbClr val="E3EDFB"/>
          </a:solidFill>
          <a:ln cap="flat" cmpd="sng" w="19050">
            <a:solidFill>
              <a:srgbClr val="164F9E"/>
            </a:solidFill>
            <a:prstDash val="solid"/>
            <a:miter lim="800000"/>
            <a:headEnd len="sm" w="sm" type="none"/>
            <a:tailEnd len="sm" w="sm" type="none"/>
          </a:ln>
        </p:spPr>
        <p:txBody>
          <a:bodyPr anchorCtr="0" anchor="ctr" bIns="66675" lIns="66675" spcFirstLastPara="1" rIns="66675" wrap="square" tIns="66675">
            <a:noAutofit/>
          </a:bodyPr>
          <a:lstStyle/>
          <a:p>
            <a:pPr indent="0" lvl="0" marL="0" marR="0" rtl="0" algn="l">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Goods Issue  1</a:t>
            </a:r>
            <a:endParaRPr b="0" i="0" sz="1400" u="none" cap="none" strike="noStrike">
              <a:solidFill>
                <a:srgbClr val="000000"/>
              </a:solidFill>
              <a:latin typeface="Arial"/>
              <a:ea typeface="Arial"/>
              <a:cs typeface="Arial"/>
              <a:sym typeface="Arial"/>
            </a:endParaRPr>
          </a:p>
        </p:txBody>
      </p:sp>
      <p:sp>
        <p:nvSpPr>
          <p:cNvPr id="847" name="Google Shape;847;p27"/>
          <p:cNvSpPr/>
          <p:nvPr/>
        </p:nvSpPr>
        <p:spPr>
          <a:xfrm>
            <a:off x="2618270" y="2181493"/>
            <a:ext cx="919758" cy="181262"/>
          </a:xfrm>
          <a:prstGeom prst="rect">
            <a:avLst/>
          </a:prstGeom>
          <a:solidFill>
            <a:srgbClr val="E3EDFB"/>
          </a:solidFill>
          <a:ln cap="flat" cmpd="sng" w="19050">
            <a:solidFill>
              <a:srgbClr val="164F9E"/>
            </a:solidFill>
            <a:prstDash val="solid"/>
            <a:miter lim="800000"/>
            <a:headEnd len="sm" w="sm" type="none"/>
            <a:tailEnd len="sm" w="sm" type="none"/>
          </a:ln>
        </p:spPr>
        <p:txBody>
          <a:bodyPr anchorCtr="0" anchor="ctr" bIns="66675" lIns="66675" spcFirstLastPara="1" rIns="66675" wrap="square" tIns="66675">
            <a:noAutofit/>
          </a:bodyPr>
          <a:lstStyle/>
          <a:p>
            <a:pPr indent="0" lvl="0" marL="0" marR="0" rtl="0" algn="l">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Goods Issue   2</a:t>
            </a:r>
            <a:endParaRPr b="0" i="0" sz="1400" u="none" cap="none" strike="noStrike">
              <a:solidFill>
                <a:srgbClr val="000000"/>
              </a:solidFill>
              <a:latin typeface="Arial"/>
              <a:ea typeface="Arial"/>
              <a:cs typeface="Arial"/>
              <a:sym typeface="Arial"/>
            </a:endParaRPr>
          </a:p>
        </p:txBody>
      </p:sp>
      <p:sp>
        <p:nvSpPr>
          <p:cNvPr id="848" name="Google Shape;848;p27"/>
          <p:cNvSpPr/>
          <p:nvPr/>
        </p:nvSpPr>
        <p:spPr>
          <a:xfrm>
            <a:off x="2620076" y="3280587"/>
            <a:ext cx="919759" cy="163403"/>
          </a:xfrm>
          <a:prstGeom prst="rect">
            <a:avLst/>
          </a:prstGeom>
          <a:solidFill>
            <a:srgbClr val="E3EDFB"/>
          </a:solidFill>
          <a:ln cap="flat" cmpd="sng" w="19050">
            <a:solidFill>
              <a:srgbClr val="164F9E"/>
            </a:solidFill>
            <a:prstDash val="solid"/>
            <a:miter lim="800000"/>
            <a:headEnd len="sm" w="sm" type="none"/>
            <a:tailEnd len="sm" w="sm" type="none"/>
          </a:ln>
        </p:spPr>
        <p:txBody>
          <a:bodyPr anchorCtr="0" anchor="ctr" bIns="66675" lIns="66675" spcFirstLastPara="1" rIns="66675" wrap="square" tIns="66675">
            <a:noAutofit/>
          </a:bodyPr>
          <a:lstStyle/>
          <a:p>
            <a:pPr indent="0" lvl="0" marL="0" marR="0" rtl="0" algn="l">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Goods Issue  3</a:t>
            </a:r>
            <a:endParaRPr b="0" i="0" sz="1400" u="none" cap="none" strike="noStrike">
              <a:solidFill>
                <a:srgbClr val="000000"/>
              </a:solidFill>
              <a:latin typeface="Arial"/>
              <a:ea typeface="Arial"/>
              <a:cs typeface="Arial"/>
              <a:sym typeface="Arial"/>
            </a:endParaRPr>
          </a:p>
        </p:txBody>
      </p:sp>
      <p:sp>
        <p:nvSpPr>
          <p:cNvPr id="849" name="Google Shape;849;p27"/>
          <p:cNvSpPr/>
          <p:nvPr/>
        </p:nvSpPr>
        <p:spPr>
          <a:xfrm>
            <a:off x="2127846" y="1453912"/>
            <a:ext cx="1671638" cy="386874"/>
          </a:xfrm>
          <a:prstGeom prst="rect">
            <a:avLst/>
          </a:prstGeom>
          <a:solidFill>
            <a:schemeClr val="lt1"/>
          </a:solidFill>
          <a:ln>
            <a:noFill/>
          </a:ln>
        </p:spPr>
        <p:txBody>
          <a:bodyPr anchorCtr="0" anchor="ctr" bIns="66675" lIns="66675" spcFirstLastPara="1" rIns="66675" wrap="square" tIns="66675">
            <a:noAutofit/>
          </a:bodyPr>
          <a:lstStyle/>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Movement Type 261</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Mat. Document 50000000195/2</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Quantity 100.00 KG</a:t>
            </a:r>
            <a:endParaRPr b="0" i="0" sz="1400" u="none" cap="none" strike="noStrike">
              <a:solidFill>
                <a:srgbClr val="000000"/>
              </a:solidFill>
              <a:latin typeface="Arial"/>
              <a:ea typeface="Arial"/>
              <a:cs typeface="Arial"/>
              <a:sym typeface="Arial"/>
            </a:endParaRPr>
          </a:p>
        </p:txBody>
      </p:sp>
      <p:sp>
        <p:nvSpPr>
          <p:cNvPr id="850" name="Google Shape;850;p27"/>
          <p:cNvSpPr/>
          <p:nvPr/>
        </p:nvSpPr>
        <p:spPr>
          <a:xfrm>
            <a:off x="2127846" y="2537355"/>
            <a:ext cx="1671638" cy="386874"/>
          </a:xfrm>
          <a:prstGeom prst="rect">
            <a:avLst/>
          </a:prstGeom>
          <a:solidFill>
            <a:schemeClr val="lt1"/>
          </a:solidFill>
          <a:ln>
            <a:noFill/>
          </a:ln>
        </p:spPr>
        <p:txBody>
          <a:bodyPr anchorCtr="0" anchor="ctr" bIns="66675" lIns="66675" spcFirstLastPara="1" rIns="66675" wrap="square" tIns="66675">
            <a:noAutofit/>
          </a:bodyPr>
          <a:lstStyle/>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Movement Type 261</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Mat. Document 50000000195/3 Quantity 99.00 KG</a:t>
            </a:r>
            <a:endParaRPr b="0" i="0" sz="1400" u="none" cap="none" strike="noStrike">
              <a:solidFill>
                <a:srgbClr val="000000"/>
              </a:solidFill>
              <a:latin typeface="Arial"/>
              <a:ea typeface="Arial"/>
              <a:cs typeface="Arial"/>
              <a:sym typeface="Arial"/>
            </a:endParaRPr>
          </a:p>
        </p:txBody>
      </p:sp>
      <p:sp>
        <p:nvSpPr>
          <p:cNvPr id="851" name="Google Shape;851;p27"/>
          <p:cNvSpPr/>
          <p:nvPr/>
        </p:nvSpPr>
        <p:spPr>
          <a:xfrm>
            <a:off x="2127846" y="3677950"/>
            <a:ext cx="1671638" cy="386874"/>
          </a:xfrm>
          <a:prstGeom prst="rect">
            <a:avLst/>
          </a:prstGeom>
          <a:solidFill>
            <a:schemeClr val="lt1"/>
          </a:solidFill>
          <a:ln>
            <a:noFill/>
          </a:ln>
        </p:spPr>
        <p:txBody>
          <a:bodyPr anchorCtr="0" anchor="ctr" bIns="66675" lIns="66675" spcFirstLastPara="1" rIns="66675" wrap="square" tIns="66675">
            <a:noAutofit/>
          </a:bodyPr>
          <a:lstStyle/>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Movement Type 261</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Mat. Document 50000000195/4</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900"/>
              <a:buFont typeface="Noto Sans Symbols"/>
              <a:buNone/>
            </a:pPr>
            <a:r>
              <a:rPr b="1" i="0" lang="en-US" sz="900" u="none" cap="none" strike="noStrike">
                <a:solidFill>
                  <a:srgbClr val="000000"/>
                </a:solidFill>
                <a:latin typeface="Calibri"/>
                <a:ea typeface="Calibri"/>
                <a:cs typeface="Calibri"/>
                <a:sym typeface="Calibri"/>
              </a:rPr>
              <a:t>Quantity 1.00 KG</a:t>
            </a:r>
            <a:endParaRPr b="0" i="0" sz="1400" u="none" cap="none" strike="noStrike">
              <a:solidFill>
                <a:srgbClr val="000000"/>
              </a:solidFill>
              <a:latin typeface="Arial"/>
              <a:ea typeface="Arial"/>
              <a:cs typeface="Arial"/>
              <a:sym typeface="Arial"/>
            </a:endParaRPr>
          </a:p>
        </p:txBody>
      </p:sp>
      <p:sp>
        <p:nvSpPr>
          <p:cNvPr id="852" name="Google Shape;852;p27"/>
          <p:cNvSpPr/>
          <p:nvPr/>
        </p:nvSpPr>
        <p:spPr>
          <a:xfrm>
            <a:off x="3311009" y="4408206"/>
            <a:ext cx="2606128" cy="497169"/>
          </a:xfrm>
          <a:prstGeom prst="rect">
            <a:avLst/>
          </a:prstGeom>
          <a:solidFill>
            <a:schemeClr val="lt1"/>
          </a:solidFill>
          <a:ln cap="flat" cmpd="sng" w="19050">
            <a:solidFill>
              <a:srgbClr val="0241A5"/>
            </a:solidFill>
            <a:prstDash val="solid"/>
            <a:miter lim="800000"/>
            <a:headEnd len="sm" w="sm" type="none"/>
            <a:tailEnd len="sm" w="sm" type="none"/>
          </a:ln>
        </p:spPr>
        <p:txBody>
          <a:bodyPr anchorCtr="0" anchor="ctr" bIns="66675" lIns="66675" spcFirstLastPara="1" rIns="66675" wrap="square" tIns="66675">
            <a:noAutofit/>
          </a:bodyPr>
          <a:lstStyle/>
          <a:p>
            <a:pPr indent="0" lvl="0" marL="0" marR="0" rtl="0" algn="l">
              <a:lnSpc>
                <a:spcPct val="106000"/>
              </a:lnSpc>
              <a:spcBef>
                <a:spcPts val="0"/>
              </a:spcBef>
              <a:spcAft>
                <a:spcPts val="0"/>
              </a:spcAft>
              <a:buClr>
                <a:srgbClr val="000000"/>
              </a:buClr>
              <a:buSzPts val="1050"/>
              <a:buFont typeface="Noto Sans Symbols"/>
              <a:buNone/>
            </a:pPr>
            <a:r>
              <a:rPr b="1" i="0" lang="en-US" sz="1050" u="none" cap="none" strike="noStrike">
                <a:solidFill>
                  <a:srgbClr val="000000"/>
                </a:solidFill>
                <a:latin typeface="Calibri"/>
                <a:ea typeface="Calibri"/>
                <a:cs typeface="Calibri"/>
                <a:sym typeface="Calibri"/>
              </a:rPr>
              <a:t>Legend</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050"/>
              <a:buFont typeface="Noto Sans Symbols"/>
              <a:buNone/>
            </a:pPr>
            <a:r>
              <a:rPr b="0" i="0" lang="en-US" sz="1050" u="none" cap="none" strike="noStrike">
                <a:solidFill>
                  <a:srgbClr val="000000"/>
                </a:solidFill>
                <a:latin typeface="Calibri"/>
                <a:ea typeface="Calibri"/>
                <a:cs typeface="Calibri"/>
                <a:sym typeface="Calibri"/>
              </a:rPr>
              <a:t> Mat.    -   Material</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050"/>
              <a:buFont typeface="Noto Sans Symbols"/>
              <a:buNone/>
            </a:pPr>
            <a:r>
              <a:rPr b="0" i="0" lang="en-US" sz="1050" u="none" cap="none" strike="noStrike">
                <a:solidFill>
                  <a:srgbClr val="000000"/>
                </a:solidFill>
                <a:latin typeface="Calibri"/>
                <a:ea typeface="Calibri"/>
                <a:cs typeface="Calibri"/>
                <a:sym typeface="Calibri"/>
              </a:rPr>
              <a:t> Stor. Loc. -  Storage Location</a:t>
            </a:r>
            <a:endParaRPr b="0" i="0" sz="1400" u="none" cap="none" strike="noStrike">
              <a:solidFill>
                <a:srgbClr val="000000"/>
              </a:solidFill>
              <a:latin typeface="Arial"/>
              <a:ea typeface="Arial"/>
              <a:cs typeface="Arial"/>
              <a:sym typeface="Arial"/>
            </a:endParaRPr>
          </a:p>
        </p:txBody>
      </p:sp>
      <p:sp>
        <p:nvSpPr>
          <p:cNvPr id="853" name="Google Shape;853;p27"/>
          <p:cNvSpPr/>
          <p:nvPr/>
        </p:nvSpPr>
        <p:spPr>
          <a:xfrm>
            <a:off x="1031204" y="922065"/>
            <a:ext cx="913252" cy="890856"/>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66675" lIns="66675" spcFirstLastPara="1" rIns="66675" wrap="square" tIns="66675">
            <a:noAutofit/>
          </a:bodyPr>
          <a:lstStyle/>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rPr b="1" i="0" lang="en-US" sz="900" u="none" cap="none" strike="noStrike">
                <a:solidFill>
                  <a:srgbClr val="000000"/>
                </a:solidFill>
                <a:latin typeface="Calibri"/>
                <a:ea typeface="Calibri"/>
                <a:cs typeface="Calibri"/>
                <a:sym typeface="Calibri"/>
              </a:rPr>
              <a:t>Batch : 1</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rPr b="1" i="0" lang="en-US" sz="900" u="none" cap="none" strike="noStrike">
                <a:solidFill>
                  <a:srgbClr val="000000"/>
                </a:solidFill>
                <a:latin typeface="Calibri"/>
                <a:ea typeface="Calibri"/>
                <a:cs typeface="Calibri"/>
                <a:sym typeface="Calibri"/>
              </a:rPr>
              <a:t>Mat. RAW1</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900"/>
              <a:buFont typeface="Arial"/>
              <a:buNone/>
            </a:pPr>
            <a:r>
              <a:rPr b="1" i="0" lang="en-US" sz="900" u="none" cap="none" strike="noStrike">
                <a:solidFill>
                  <a:srgbClr val="000000"/>
                </a:solidFill>
                <a:latin typeface="Calibri"/>
                <a:ea typeface="Calibri"/>
                <a:cs typeface="Calibri"/>
                <a:sym typeface="Calibri"/>
              </a:rPr>
              <a:t>Stor. Loc. 0001</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1200"/>
              <a:buFont typeface="Noto Sans Symbols"/>
              <a:buNone/>
            </a:pPr>
            <a:r>
              <a:t/>
            </a:r>
            <a:endParaRPr b="1" i="0" sz="1200" u="none" cap="none" strike="noStrike">
              <a:solidFill>
                <a:schemeClr val="lt1"/>
              </a:solidFill>
              <a:latin typeface="Arial"/>
              <a:ea typeface="Arial"/>
              <a:cs typeface="Arial"/>
              <a:sym typeface="Arial"/>
            </a:endParaRPr>
          </a:p>
        </p:txBody>
      </p:sp>
      <p:sp>
        <p:nvSpPr>
          <p:cNvPr id="854" name="Google Shape;854;p27"/>
          <p:cNvSpPr/>
          <p:nvPr/>
        </p:nvSpPr>
        <p:spPr>
          <a:xfrm>
            <a:off x="1031204" y="2162041"/>
            <a:ext cx="913252" cy="890856"/>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66675" lIns="66675" spcFirstLastPara="1" rIns="66675" wrap="square" tIns="66675">
            <a:noAutofit/>
          </a:bodyPr>
          <a:lstStyle/>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rPr b="1" i="0" lang="en-US" sz="900" u="none" cap="none" strike="noStrike">
                <a:solidFill>
                  <a:srgbClr val="000000"/>
                </a:solidFill>
                <a:latin typeface="Calibri"/>
                <a:ea typeface="Calibri"/>
                <a:cs typeface="Calibri"/>
                <a:sym typeface="Calibri"/>
              </a:rPr>
              <a:t>Batch 2</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900"/>
              <a:buFont typeface="Arial"/>
              <a:buNone/>
            </a:pPr>
            <a:r>
              <a:rPr b="1" i="0" lang="en-US" sz="900" u="none" cap="none" strike="noStrike">
                <a:solidFill>
                  <a:srgbClr val="000000"/>
                </a:solidFill>
                <a:latin typeface="Calibri"/>
                <a:ea typeface="Calibri"/>
                <a:cs typeface="Calibri"/>
                <a:sym typeface="Calibri"/>
              </a:rPr>
              <a:t>Mat. RAW2</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900"/>
              <a:buFont typeface="Arial"/>
              <a:buNone/>
            </a:pPr>
            <a:r>
              <a:rPr b="1" i="0" lang="en-US" sz="900" u="none" cap="none" strike="noStrike">
                <a:solidFill>
                  <a:srgbClr val="000000"/>
                </a:solidFill>
                <a:latin typeface="Calibri"/>
                <a:ea typeface="Calibri"/>
                <a:cs typeface="Calibri"/>
                <a:sym typeface="Calibri"/>
              </a:rPr>
              <a:t>Stor. Loc. 0001</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1200"/>
              <a:buFont typeface="Noto Sans Symbols"/>
              <a:buNone/>
            </a:pPr>
            <a:r>
              <a:t/>
            </a:r>
            <a:endParaRPr b="1" i="0" sz="1200" u="none" cap="none" strike="noStrike">
              <a:solidFill>
                <a:schemeClr val="lt1"/>
              </a:solidFill>
              <a:latin typeface="Arial"/>
              <a:ea typeface="Arial"/>
              <a:cs typeface="Arial"/>
              <a:sym typeface="Arial"/>
            </a:endParaRPr>
          </a:p>
        </p:txBody>
      </p:sp>
      <p:sp>
        <p:nvSpPr>
          <p:cNvPr id="855" name="Google Shape;855;p27"/>
          <p:cNvSpPr/>
          <p:nvPr/>
        </p:nvSpPr>
        <p:spPr>
          <a:xfrm>
            <a:off x="1031204" y="3389078"/>
            <a:ext cx="913252" cy="889674"/>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66675" lIns="66675" spcFirstLastPara="1" rIns="66675" wrap="square" tIns="66675">
            <a:noAutofit/>
          </a:bodyPr>
          <a:lstStyle/>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t/>
            </a:r>
            <a:endParaRPr b="1" i="0" sz="900" u="none" cap="none" strike="noStrike">
              <a:solidFill>
                <a:srgbClr val="000000"/>
              </a:solidFill>
              <a:latin typeface="Calibri"/>
              <a:ea typeface="Calibri"/>
              <a:cs typeface="Calibri"/>
              <a:sym typeface="Calibri"/>
            </a:endParaRPr>
          </a:p>
          <a:p>
            <a:pPr indent="0" lvl="0" marL="0" marR="0" rtl="0" algn="l">
              <a:lnSpc>
                <a:spcPct val="106000"/>
              </a:lnSpc>
              <a:spcBef>
                <a:spcPts val="0"/>
              </a:spcBef>
              <a:spcAft>
                <a:spcPts val="0"/>
              </a:spcAft>
              <a:buClr>
                <a:srgbClr val="000000"/>
              </a:buClr>
              <a:buSzPts val="900"/>
              <a:buFont typeface="Arial"/>
              <a:buNone/>
            </a:pPr>
            <a:r>
              <a:rPr b="1" i="0" lang="en-US" sz="900" u="none" cap="none" strike="noStrike">
                <a:solidFill>
                  <a:srgbClr val="000000"/>
                </a:solidFill>
                <a:latin typeface="Calibri"/>
                <a:ea typeface="Calibri"/>
                <a:cs typeface="Calibri"/>
                <a:sym typeface="Calibri"/>
              </a:rPr>
              <a:t>Batch 3</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900"/>
              <a:buFont typeface="Arial"/>
              <a:buNone/>
            </a:pPr>
            <a:r>
              <a:rPr b="1" i="0" lang="en-US" sz="900" u="none" cap="none" strike="noStrike">
                <a:solidFill>
                  <a:srgbClr val="000000"/>
                </a:solidFill>
                <a:latin typeface="Calibri"/>
                <a:ea typeface="Calibri"/>
                <a:cs typeface="Calibri"/>
                <a:sym typeface="Calibri"/>
              </a:rPr>
              <a:t>Mat. RAW3</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900"/>
              <a:buFont typeface="Arial"/>
              <a:buNone/>
            </a:pPr>
            <a:r>
              <a:rPr b="1" i="0" lang="en-US" sz="900" u="none" cap="none" strike="noStrike">
                <a:solidFill>
                  <a:srgbClr val="000000"/>
                </a:solidFill>
                <a:latin typeface="Calibri"/>
                <a:ea typeface="Calibri"/>
                <a:cs typeface="Calibri"/>
                <a:sym typeface="Calibri"/>
              </a:rPr>
              <a:t>Stor. Loc. 0001</a:t>
            </a:r>
            <a:endParaRPr b="0" i="0" sz="1400" u="none" cap="none" strike="noStrike">
              <a:solidFill>
                <a:srgbClr val="000000"/>
              </a:solidFill>
              <a:latin typeface="Arial"/>
              <a:ea typeface="Arial"/>
              <a:cs typeface="Arial"/>
              <a:sym typeface="Arial"/>
            </a:endParaRPr>
          </a:p>
          <a:p>
            <a:pPr indent="0" lvl="0" marL="0" marR="0" rtl="0" algn="ctr">
              <a:lnSpc>
                <a:spcPct val="106000"/>
              </a:lnSpc>
              <a:spcBef>
                <a:spcPts val="0"/>
              </a:spcBef>
              <a:spcAft>
                <a:spcPts val="0"/>
              </a:spcAft>
              <a:buClr>
                <a:srgbClr val="000000"/>
              </a:buClr>
              <a:buSzPts val="1200"/>
              <a:buFont typeface="Noto Sans Symbols"/>
              <a:buNone/>
            </a:pPr>
            <a:r>
              <a:t/>
            </a:r>
            <a:endParaRPr b="1" i="0" sz="1200" u="none" cap="none" strike="noStrike">
              <a:solidFill>
                <a:schemeClr val="lt1"/>
              </a:solidFill>
              <a:latin typeface="Arial"/>
              <a:ea typeface="Arial"/>
              <a:cs typeface="Arial"/>
              <a:sym typeface="Arial"/>
            </a:endParaRPr>
          </a:p>
        </p:txBody>
      </p:sp>
      <p:pic>
        <p:nvPicPr>
          <p:cNvPr descr="Batch Icon png images | PNGWing" id="856" name="Google Shape;856;p27"/>
          <p:cNvPicPr preferRelativeResize="0"/>
          <p:nvPr/>
        </p:nvPicPr>
        <p:blipFill rotWithShape="1">
          <a:blip r:embed="rId3">
            <a:alphaModFix/>
          </a:blip>
          <a:srcRect b="0" l="0" r="0" t="0"/>
          <a:stretch/>
        </p:blipFill>
        <p:spPr>
          <a:xfrm>
            <a:off x="1316804" y="961861"/>
            <a:ext cx="342051" cy="299294"/>
          </a:xfrm>
          <a:prstGeom prst="rect">
            <a:avLst/>
          </a:prstGeom>
          <a:noFill/>
          <a:ln>
            <a:noFill/>
          </a:ln>
        </p:spPr>
      </p:pic>
      <p:pic>
        <p:nvPicPr>
          <p:cNvPr descr="Batch Icon png images | PNGWing" id="857" name="Google Shape;857;p27"/>
          <p:cNvPicPr preferRelativeResize="0"/>
          <p:nvPr/>
        </p:nvPicPr>
        <p:blipFill rotWithShape="1">
          <a:blip r:embed="rId3">
            <a:alphaModFix/>
          </a:blip>
          <a:srcRect b="0" l="0" r="0" t="0"/>
          <a:stretch/>
        </p:blipFill>
        <p:spPr>
          <a:xfrm>
            <a:off x="1316804" y="2222078"/>
            <a:ext cx="342051" cy="299294"/>
          </a:xfrm>
          <a:prstGeom prst="rect">
            <a:avLst/>
          </a:prstGeom>
          <a:noFill/>
          <a:ln>
            <a:noFill/>
          </a:ln>
        </p:spPr>
      </p:pic>
      <p:pic>
        <p:nvPicPr>
          <p:cNvPr descr="Batch Icon png images | PNGWing" id="858" name="Google Shape;858;p27"/>
          <p:cNvPicPr preferRelativeResize="0"/>
          <p:nvPr/>
        </p:nvPicPr>
        <p:blipFill rotWithShape="1">
          <a:blip r:embed="rId3">
            <a:alphaModFix/>
          </a:blip>
          <a:srcRect b="0" l="0" r="0" t="0"/>
          <a:stretch/>
        </p:blipFill>
        <p:spPr>
          <a:xfrm>
            <a:off x="1316804" y="3432551"/>
            <a:ext cx="342051" cy="299294"/>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3906123" y="1748408"/>
            <a:ext cx="617220" cy="530966"/>
          </a:xfrm>
          <a:prstGeom prst="rect">
            <a:avLst/>
          </a:prstGeom>
          <a:noFill/>
          <a:ln cap="flat" cmpd="sng" w="9525">
            <a:solidFill>
              <a:schemeClr val="lt1"/>
            </a:solidFill>
            <a:prstDash val="solid"/>
            <a:round/>
            <a:headEnd len="sm" w="sm" type="none"/>
            <a:tailEnd len="sm" w="sm" type="none"/>
          </a:ln>
        </p:spPr>
      </p:pic>
      <p:pic>
        <p:nvPicPr>
          <p:cNvPr descr="Goods Icons &amp; Symbols" id="860" name="Google Shape;860;p27"/>
          <p:cNvPicPr preferRelativeResize="0"/>
          <p:nvPr/>
        </p:nvPicPr>
        <p:blipFill rotWithShape="1">
          <a:blip r:embed="rId5">
            <a:alphaModFix/>
          </a:blip>
          <a:srcRect b="0" l="0" r="0" t="0"/>
          <a:stretch/>
        </p:blipFill>
        <p:spPr>
          <a:xfrm>
            <a:off x="2110917" y="892778"/>
            <a:ext cx="411965" cy="411965"/>
          </a:xfrm>
          <a:prstGeom prst="rect">
            <a:avLst/>
          </a:prstGeom>
          <a:noFill/>
          <a:ln>
            <a:noFill/>
          </a:ln>
        </p:spPr>
      </p:pic>
      <p:pic>
        <p:nvPicPr>
          <p:cNvPr descr="Goods Icons &amp; Symbols" id="861" name="Google Shape;861;p27"/>
          <p:cNvPicPr preferRelativeResize="0"/>
          <p:nvPr/>
        </p:nvPicPr>
        <p:blipFill rotWithShape="1">
          <a:blip r:embed="rId5">
            <a:alphaModFix/>
          </a:blip>
          <a:srcRect b="0" l="0" r="0" t="0"/>
          <a:stretch/>
        </p:blipFill>
        <p:spPr>
          <a:xfrm>
            <a:off x="2106058" y="3041369"/>
            <a:ext cx="411965" cy="411965"/>
          </a:xfrm>
          <a:prstGeom prst="rect">
            <a:avLst/>
          </a:prstGeom>
          <a:noFill/>
          <a:ln>
            <a:noFill/>
          </a:ln>
        </p:spPr>
      </p:pic>
      <p:pic>
        <p:nvPicPr>
          <p:cNvPr descr="Goods Icons &amp; Symbols" id="862" name="Google Shape;862;p27"/>
          <p:cNvPicPr preferRelativeResize="0"/>
          <p:nvPr/>
        </p:nvPicPr>
        <p:blipFill rotWithShape="1">
          <a:blip r:embed="rId5">
            <a:alphaModFix/>
          </a:blip>
          <a:srcRect b="0" l="0" r="0" t="0"/>
          <a:stretch/>
        </p:blipFill>
        <p:spPr>
          <a:xfrm>
            <a:off x="2095311" y="1959760"/>
            <a:ext cx="411965" cy="411965"/>
          </a:xfrm>
          <a:prstGeom prst="rect">
            <a:avLst/>
          </a:prstGeom>
          <a:noFill/>
          <a:ln>
            <a:noFill/>
          </a:ln>
        </p:spPr>
      </p:pic>
      <p:sp>
        <p:nvSpPr>
          <p:cNvPr id="863" name="Google Shape;863;p27"/>
          <p:cNvSpPr txBox="1"/>
          <p:nvPr>
            <p:ph type="title"/>
          </p:nvPr>
        </p:nvSpPr>
        <p:spPr>
          <a:xfrm>
            <a:off x="581117" y="102809"/>
            <a:ext cx="7414055" cy="447076"/>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Goods Issue of component for Order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28"/>
          <p:cNvSpPr txBox="1"/>
          <p:nvPr>
            <p:ph type="title"/>
          </p:nvPr>
        </p:nvSpPr>
        <p:spPr>
          <a:xfrm>
            <a:off x="687678" y="0"/>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Issue Materials via Confirm Process Order Phase App</a:t>
            </a:r>
            <a:endParaRPr/>
          </a:p>
        </p:txBody>
      </p:sp>
      <p:sp>
        <p:nvSpPr>
          <p:cNvPr id="869" name="Google Shape;869;p28"/>
          <p:cNvSpPr txBox="1"/>
          <p:nvPr/>
        </p:nvSpPr>
        <p:spPr>
          <a:xfrm>
            <a:off x="2037125" y="4456118"/>
            <a:ext cx="5069700" cy="505800"/>
          </a:xfrm>
          <a:prstGeom prst="rect">
            <a:avLst/>
          </a:prstGeom>
          <a:noFill/>
          <a:ln>
            <a:noFill/>
          </a:ln>
        </p:spPr>
        <p:txBody>
          <a:bodyPr anchorCtr="0" anchor="b" bIns="45700" lIns="91425" spcFirstLastPara="1" rIns="91425" wrap="square" tIns="45700">
            <a:noAutofit/>
          </a:bodyPr>
          <a:lstStyle/>
          <a:p>
            <a:pPr indent="0" lvl="0" marL="0" marR="0" rtl="0" algn="l">
              <a:lnSpc>
                <a:spcPct val="150000"/>
              </a:lnSpc>
              <a:spcBef>
                <a:spcPts val="0"/>
              </a:spcBef>
              <a:spcAft>
                <a:spcPts val="0"/>
              </a:spcAft>
              <a:buClr>
                <a:srgbClr val="000000"/>
              </a:buClr>
              <a:buSzPts val="1350"/>
              <a:buFont typeface="Arial"/>
              <a:buNone/>
            </a:pPr>
            <a:r>
              <a:rPr b="0" i="0" lang="en-US" sz="1350" u="none" cap="none" strike="noStrike">
                <a:solidFill>
                  <a:schemeClr val="dk1"/>
                </a:solidFill>
                <a:latin typeface="Open Sans"/>
                <a:ea typeface="Open Sans"/>
                <a:cs typeface="Open Sans"/>
                <a:sym typeface="Open Sans"/>
              </a:rPr>
              <a:t>Enter Order &amp; Phase details &amp; then click on Goods </a:t>
            </a:r>
            <a:r>
              <a:rPr b="0" i="0" lang="en-US" sz="1350" u="none" cap="none" strike="noStrike">
                <a:solidFill>
                  <a:schemeClr val="dk1"/>
                </a:solidFill>
                <a:latin typeface="Open Sans"/>
                <a:ea typeface="Open Sans"/>
                <a:cs typeface="Open Sans"/>
                <a:sym typeface="Open Sans"/>
              </a:rPr>
              <a:t>Movement </a:t>
            </a:r>
            <a:endParaRPr b="0" i="0" sz="1400" u="none" cap="none" strike="noStrike">
              <a:solidFill>
                <a:srgbClr val="000000"/>
              </a:solidFill>
              <a:latin typeface="Arial"/>
              <a:ea typeface="Arial"/>
              <a:cs typeface="Arial"/>
              <a:sym typeface="Arial"/>
            </a:endParaRPr>
          </a:p>
        </p:txBody>
      </p:sp>
      <p:grpSp>
        <p:nvGrpSpPr>
          <p:cNvPr id="870" name="Google Shape;870;p28"/>
          <p:cNvGrpSpPr/>
          <p:nvPr/>
        </p:nvGrpSpPr>
        <p:grpSpPr>
          <a:xfrm>
            <a:off x="1001145" y="753555"/>
            <a:ext cx="7141710" cy="3633732"/>
            <a:chOff x="1334860" y="1004740"/>
            <a:chExt cx="9522280" cy="4844976"/>
          </a:xfrm>
        </p:grpSpPr>
        <p:grpSp>
          <p:nvGrpSpPr>
            <p:cNvPr id="871" name="Google Shape;871;p28"/>
            <p:cNvGrpSpPr/>
            <p:nvPr/>
          </p:nvGrpSpPr>
          <p:grpSpPr>
            <a:xfrm>
              <a:off x="1334860" y="1004740"/>
              <a:ext cx="9522280" cy="4844976"/>
              <a:chOff x="1004078" y="883472"/>
              <a:chExt cx="9522280" cy="4844976"/>
            </a:xfrm>
          </p:grpSpPr>
          <p:pic>
            <p:nvPicPr>
              <p:cNvPr id="872" name="Google Shape;872;p28"/>
              <p:cNvPicPr preferRelativeResize="0"/>
              <p:nvPr/>
            </p:nvPicPr>
            <p:blipFill rotWithShape="1">
              <a:blip r:embed="rId3">
                <a:alphaModFix/>
              </a:blip>
              <a:srcRect b="0" l="0" r="0" t="0"/>
              <a:stretch/>
            </p:blipFill>
            <p:spPr>
              <a:xfrm>
                <a:off x="1004078" y="883472"/>
                <a:ext cx="9522280" cy="4844976"/>
              </a:xfrm>
              <a:prstGeom prst="rect">
                <a:avLst/>
              </a:prstGeom>
              <a:noFill/>
              <a:ln>
                <a:noFill/>
              </a:ln>
            </p:spPr>
          </p:pic>
          <p:pic>
            <p:nvPicPr>
              <p:cNvPr id="873" name="Google Shape;873;p28"/>
              <p:cNvPicPr preferRelativeResize="0"/>
              <p:nvPr/>
            </p:nvPicPr>
            <p:blipFill rotWithShape="1">
              <a:blip r:embed="rId4">
                <a:alphaModFix/>
              </a:blip>
              <a:srcRect b="0" l="1011" r="-1" t="0"/>
              <a:stretch/>
            </p:blipFill>
            <p:spPr>
              <a:xfrm>
                <a:off x="1213053" y="1037315"/>
                <a:ext cx="9125864" cy="4332771"/>
              </a:xfrm>
              <a:prstGeom prst="rect">
                <a:avLst/>
              </a:prstGeom>
              <a:noFill/>
              <a:ln cap="flat" cmpd="sng" w="12700">
                <a:solidFill>
                  <a:srgbClr val="484C4F"/>
                </a:solidFill>
                <a:prstDash val="solid"/>
                <a:round/>
                <a:headEnd len="sm" w="sm" type="none"/>
                <a:tailEnd len="sm" w="sm" type="none"/>
              </a:ln>
            </p:spPr>
          </p:pic>
        </p:grpSp>
        <p:sp>
          <p:nvSpPr>
            <p:cNvPr id="874" name="Google Shape;874;p28"/>
            <p:cNvSpPr/>
            <p:nvPr/>
          </p:nvSpPr>
          <p:spPr>
            <a:xfrm>
              <a:off x="3721947" y="1412200"/>
              <a:ext cx="745066" cy="193524"/>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875" name="Google Shape;875;p28"/>
            <p:cNvSpPr/>
            <p:nvPr/>
          </p:nvSpPr>
          <p:spPr>
            <a:xfrm>
              <a:off x="2429594" y="1710904"/>
              <a:ext cx="1020741" cy="532424"/>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29"/>
          <p:cNvSpPr txBox="1"/>
          <p:nvPr/>
        </p:nvSpPr>
        <p:spPr>
          <a:xfrm>
            <a:off x="893874" y="4234125"/>
            <a:ext cx="6852697" cy="262160"/>
          </a:xfrm>
          <a:prstGeom prst="rect">
            <a:avLst/>
          </a:prstGeom>
          <a:noFill/>
          <a:ln>
            <a:noFill/>
          </a:ln>
        </p:spPr>
        <p:txBody>
          <a:bodyPr anchorCtr="0" anchor="b"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350"/>
              <a:buFont typeface="Arial"/>
              <a:buNone/>
            </a:pPr>
            <a:r>
              <a:rPr b="0" i="0" lang="en-US" sz="1350" u="none" cap="none" strike="noStrike">
                <a:solidFill>
                  <a:schemeClr val="dk1"/>
                </a:solidFill>
                <a:latin typeface="Open Sans"/>
                <a:ea typeface="Open Sans"/>
                <a:cs typeface="Open Sans"/>
                <a:sym typeface="Open Sans"/>
              </a:rPr>
              <a:t>Enter Material, Quantity, UoM, Batch &amp; other details to Issue Materials to the Operation/ Phase</a:t>
            </a:r>
            <a:endParaRPr b="0" i="0" sz="1400" u="none" cap="none" strike="noStrike">
              <a:solidFill>
                <a:srgbClr val="000000"/>
              </a:solidFill>
              <a:latin typeface="Arial"/>
              <a:ea typeface="Arial"/>
              <a:cs typeface="Arial"/>
              <a:sym typeface="Arial"/>
            </a:endParaRPr>
          </a:p>
        </p:txBody>
      </p:sp>
      <p:grpSp>
        <p:nvGrpSpPr>
          <p:cNvPr id="881" name="Google Shape;881;p29"/>
          <p:cNvGrpSpPr/>
          <p:nvPr/>
        </p:nvGrpSpPr>
        <p:grpSpPr>
          <a:xfrm>
            <a:off x="746116" y="811564"/>
            <a:ext cx="7141710" cy="3062861"/>
            <a:chOff x="994821" y="1082085"/>
            <a:chExt cx="9522280" cy="4083815"/>
          </a:xfrm>
        </p:grpSpPr>
        <p:grpSp>
          <p:nvGrpSpPr>
            <p:cNvPr id="882" name="Google Shape;882;p29"/>
            <p:cNvGrpSpPr/>
            <p:nvPr/>
          </p:nvGrpSpPr>
          <p:grpSpPr>
            <a:xfrm>
              <a:off x="994821" y="1082085"/>
              <a:ext cx="9522280" cy="4083815"/>
              <a:chOff x="1004078" y="953698"/>
              <a:chExt cx="9522280" cy="4083815"/>
            </a:xfrm>
          </p:grpSpPr>
          <p:pic>
            <p:nvPicPr>
              <p:cNvPr id="883" name="Google Shape;883;p29"/>
              <p:cNvPicPr preferRelativeResize="0"/>
              <p:nvPr/>
            </p:nvPicPr>
            <p:blipFill rotWithShape="1">
              <a:blip r:embed="rId3">
                <a:alphaModFix/>
              </a:blip>
              <a:srcRect b="0" l="0" r="0" t="0"/>
              <a:stretch/>
            </p:blipFill>
            <p:spPr>
              <a:xfrm>
                <a:off x="1004078" y="953698"/>
                <a:ext cx="9522280" cy="4083815"/>
              </a:xfrm>
              <a:prstGeom prst="rect">
                <a:avLst/>
              </a:prstGeom>
              <a:noFill/>
              <a:ln>
                <a:noFill/>
              </a:ln>
            </p:spPr>
          </p:pic>
          <p:pic>
            <p:nvPicPr>
              <p:cNvPr id="884" name="Google Shape;884;p29"/>
              <p:cNvPicPr preferRelativeResize="0"/>
              <p:nvPr/>
            </p:nvPicPr>
            <p:blipFill rotWithShape="1">
              <a:blip r:embed="rId4">
                <a:alphaModFix/>
              </a:blip>
              <a:srcRect b="0" l="0" r="0" t="0"/>
              <a:stretch/>
            </p:blipFill>
            <p:spPr>
              <a:xfrm>
                <a:off x="1201089" y="1082294"/>
                <a:ext cx="9136929" cy="3654771"/>
              </a:xfrm>
              <a:prstGeom prst="rect">
                <a:avLst/>
              </a:prstGeom>
              <a:noFill/>
              <a:ln>
                <a:noFill/>
              </a:ln>
            </p:spPr>
          </p:pic>
        </p:grpSp>
        <p:sp>
          <p:nvSpPr>
            <p:cNvPr id="885" name="Google Shape;885;p29"/>
            <p:cNvSpPr/>
            <p:nvPr/>
          </p:nvSpPr>
          <p:spPr>
            <a:xfrm>
              <a:off x="1269708" y="2640319"/>
              <a:ext cx="6544679" cy="476107"/>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886" name="Google Shape;886;p29"/>
            <p:cNvSpPr/>
            <p:nvPr/>
          </p:nvSpPr>
          <p:spPr>
            <a:xfrm>
              <a:off x="9268416" y="2839454"/>
              <a:ext cx="180474" cy="119254"/>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
        <p:nvSpPr>
          <p:cNvPr id="887" name="Google Shape;887;p29"/>
          <p:cNvSpPr txBox="1"/>
          <p:nvPr>
            <p:ph type="title"/>
          </p:nvPr>
        </p:nvSpPr>
        <p:spPr>
          <a:xfrm>
            <a:off x="687678" y="0"/>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Issue Materials via Confirm Process Order Phase App</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pic>
        <p:nvPicPr>
          <p:cNvPr id="892" name="Google Shape;892;g3693f7da1e3_0_419"/>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893" name="Google Shape;893;g3693f7da1e3_0_419"/>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Light"/>
              <a:buAutoNum type="arabicPeriod"/>
            </a:pPr>
            <a:r>
              <a:rPr lang="en-US" sz="1400"/>
              <a:t>Process Order creation and release</a:t>
            </a:r>
            <a:endParaRPr sz="1400"/>
          </a:p>
          <a:p>
            <a:pPr indent="-317500" lvl="0" marL="457200" rtl="0" algn="l">
              <a:lnSpc>
                <a:spcPct val="95238"/>
              </a:lnSpc>
              <a:spcBef>
                <a:spcPts val="0"/>
              </a:spcBef>
              <a:spcAft>
                <a:spcPts val="0"/>
              </a:spcAft>
              <a:buSzPts val="1400"/>
              <a:buAutoNum type="arabicPeriod"/>
            </a:pPr>
            <a:r>
              <a:rPr lang="en-US" sz="1400"/>
              <a:t>Staging for production with EWM</a:t>
            </a:r>
            <a:endParaRPr sz="1400"/>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AutoNum type="arabicPeriod"/>
            </a:pPr>
            <a:r>
              <a:rPr b="1" lang="en-US" sz="1400">
                <a:latin typeface="Roboto"/>
                <a:ea typeface="Roboto"/>
                <a:cs typeface="Roboto"/>
                <a:sym typeface="Roboto"/>
              </a:rPr>
              <a:t>Consumption for production with EWM</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894" name="Google Shape;894;g3693f7da1e3_0_419"/>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895" name="Google Shape;895;g3693f7da1e3_0_419"/>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896" name="Google Shape;896;g3693f7da1e3_0_419"/>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897" name="Google Shape;897;g3693f7da1e3_0_419"/>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898" name="Google Shape;898;g3693f7da1e3_0_419"/>
          <p:cNvGrpSpPr/>
          <p:nvPr/>
        </p:nvGrpSpPr>
        <p:grpSpPr>
          <a:xfrm>
            <a:off x="7495354" y="188417"/>
            <a:ext cx="1395087" cy="441585"/>
            <a:chOff x="5991694" y="1720305"/>
            <a:chExt cx="1929047" cy="618207"/>
          </a:xfrm>
        </p:grpSpPr>
        <p:sp>
          <p:nvSpPr>
            <p:cNvPr id="899" name="Google Shape;899;g3693f7da1e3_0_419"/>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g3693f7da1e3_0_419"/>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g3693f7da1e3_0_419"/>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g3693f7da1e3_0_419"/>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g3693f7da1e3_0_419"/>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g3693f7da1e3_0_419"/>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g3693f7da1e3_0_419"/>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g3693f7da1e3_0_419"/>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g3693f7da1e3_0_419"/>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g3693f7da1e3_0_419"/>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g3693f7da1e3_0_419"/>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g3693f7da1e3_0_419"/>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g3693f7da1e3_0_419"/>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693f7da1e3_0_4957"/>
          <p:cNvSpPr/>
          <p:nvPr/>
        </p:nvSpPr>
        <p:spPr>
          <a:xfrm>
            <a:off x="3833741" y="959252"/>
            <a:ext cx="34200" cy="34200"/>
          </a:xfrm>
          <a:prstGeom prst="ellipse">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Calibri"/>
              <a:buNone/>
            </a:pPr>
            <a:r>
              <a:t/>
            </a:r>
            <a:endParaRPr b="0" i="0" sz="800" u="none" cap="none" strike="noStrike">
              <a:solidFill>
                <a:srgbClr val="FFFFFF"/>
              </a:solidFill>
              <a:latin typeface="Arial"/>
              <a:ea typeface="Arial"/>
              <a:cs typeface="Arial"/>
              <a:sym typeface="Arial"/>
            </a:endParaRPr>
          </a:p>
        </p:txBody>
      </p:sp>
      <p:sp>
        <p:nvSpPr>
          <p:cNvPr id="918" name="Google Shape;918;g3693f7da1e3_0_4957"/>
          <p:cNvSpPr txBox="1"/>
          <p:nvPr>
            <p:ph type="title"/>
          </p:nvPr>
        </p:nvSpPr>
        <p:spPr>
          <a:xfrm>
            <a:off x="252000" y="198000"/>
            <a:ext cx="648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US"/>
              <a:t>Objective of the Session</a:t>
            </a:r>
            <a:endParaRPr/>
          </a:p>
        </p:txBody>
      </p:sp>
      <p:sp>
        <p:nvSpPr>
          <p:cNvPr id="919" name="Google Shape;919;g3693f7da1e3_0_4957"/>
          <p:cNvSpPr txBox="1"/>
          <p:nvPr/>
        </p:nvSpPr>
        <p:spPr>
          <a:xfrm>
            <a:off x="396125" y="630000"/>
            <a:ext cx="7454100" cy="42315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Quick recap on P2P integration with EWM models (Process manufacturing)</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End to End process flow including staging, consumption and production receipt</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Detailed discussion on each L4’s</a:t>
            </a:r>
            <a:endParaRPr sz="1200">
              <a:solidFill>
                <a:schemeClr val="dk1"/>
              </a:solidFill>
              <a:latin typeface="Roboto Light"/>
              <a:ea typeface="Roboto Light"/>
              <a:cs typeface="Roboto Light"/>
              <a:sym typeface="Roboto Light"/>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Master data objects : Production supply area, Control cycles, assignment of production supply area to warehouse bin</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Bulk and Finished goods - Process manufacturing with EWM integration</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Identify gaps in standard process</a:t>
            </a:r>
            <a:endParaRPr sz="1200">
              <a:solidFill>
                <a:schemeClr val="dk1"/>
              </a:solidFill>
              <a:latin typeface="Roboto Light"/>
              <a:ea typeface="Roboto Light"/>
              <a:cs typeface="Roboto Light"/>
              <a:sym typeface="Roboto Light"/>
            </a:endParaRPr>
          </a:p>
          <a:p>
            <a:pPr indent="0" lvl="0" marL="0" marR="0" rtl="0" algn="l">
              <a:lnSpc>
                <a:spcPct val="100000"/>
              </a:lnSpc>
              <a:spcBef>
                <a:spcPts val="0"/>
              </a:spcBef>
              <a:spcAft>
                <a:spcPts val="0"/>
              </a:spcAft>
              <a:buNone/>
            </a:pPr>
            <a:r>
              <a:t/>
            </a:r>
            <a:endParaRPr sz="1200">
              <a:solidFill>
                <a:schemeClr val="dk1"/>
              </a:solidFill>
              <a:latin typeface="Roboto Light"/>
              <a:ea typeface="Roboto Light"/>
              <a:cs typeface="Roboto Light"/>
              <a:sym typeface="Roboto Light"/>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a:p>
            <a:pPr indent="-152400" lvl="0" marL="6858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p:txBody>
      </p:sp>
      <p:sp>
        <p:nvSpPr>
          <p:cNvPr id="920" name="Google Shape;920;g3693f7da1e3_0_4957"/>
          <p:cNvSpPr txBox="1"/>
          <p:nvPr/>
        </p:nvSpPr>
        <p:spPr>
          <a:xfrm>
            <a:off x="252000" y="331575"/>
            <a:ext cx="6047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 </a:t>
            </a:r>
            <a:endParaRPr b="0" i="0" sz="11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Roboto"/>
                <a:ea typeface="Roboto"/>
                <a:cs typeface="Roboto"/>
                <a:sym typeface="Roboto"/>
              </a:rPr>
              <a:t>Approach for the workshop: </a:t>
            </a:r>
            <a:endParaRPr b="1" i="0" sz="1200" u="none" cap="none" strike="noStrike">
              <a:solidFill>
                <a:schemeClr val="dk1"/>
              </a:solidFill>
              <a:latin typeface="Roboto"/>
              <a:ea typeface="Roboto"/>
              <a:cs typeface="Roboto"/>
              <a:sym typeface="Roboto"/>
            </a:endParaRPr>
          </a:p>
        </p:txBody>
      </p:sp>
      <p:pic>
        <p:nvPicPr>
          <p:cNvPr id="921" name="Google Shape;921;g3693f7da1e3_0_4957"/>
          <p:cNvPicPr preferRelativeResize="0"/>
          <p:nvPr/>
        </p:nvPicPr>
        <p:blipFill>
          <a:blip r:embed="rId3">
            <a:alphaModFix/>
          </a:blip>
          <a:stretch>
            <a:fillRect/>
          </a:stretch>
        </p:blipFill>
        <p:spPr>
          <a:xfrm>
            <a:off x="1660199" y="1552825"/>
            <a:ext cx="4427700" cy="1923900"/>
          </a:xfrm>
          <a:prstGeom prst="rect">
            <a:avLst/>
          </a:prstGeom>
          <a:noFill/>
          <a:ln>
            <a:noFill/>
          </a:ln>
        </p:spPr>
      </p:pic>
      <p:sp>
        <p:nvSpPr>
          <p:cNvPr id="922" name="Google Shape;922;g3693f7da1e3_0_4957"/>
          <p:cNvSpPr/>
          <p:nvPr/>
        </p:nvSpPr>
        <p:spPr>
          <a:xfrm>
            <a:off x="2809950" y="1641925"/>
            <a:ext cx="1666500" cy="432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923" name="Google Shape;923;g3693f7da1e3_0_4957"/>
          <p:cNvSpPr/>
          <p:nvPr/>
        </p:nvSpPr>
        <p:spPr>
          <a:xfrm>
            <a:off x="2809950" y="2097400"/>
            <a:ext cx="1666500" cy="344400"/>
          </a:xfrm>
          <a:prstGeom prst="roundRect">
            <a:avLst>
              <a:gd fmla="val 16667" name="adj"/>
            </a:avLst>
          </a:prstGeom>
          <a:noFill/>
          <a:ln cap="flat" cmpd="sng" w="1905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924" name="Google Shape;924;g3693f7da1e3_0_4957"/>
          <p:cNvSpPr/>
          <p:nvPr/>
        </p:nvSpPr>
        <p:spPr>
          <a:xfrm>
            <a:off x="2749200" y="2465275"/>
            <a:ext cx="2249700" cy="1043100"/>
          </a:xfrm>
          <a:prstGeom prst="roundRect">
            <a:avLst>
              <a:gd fmla="val 16667" name="adj"/>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693f7da1e3_0_298"/>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Recap</a:t>
            </a:r>
            <a:r>
              <a:rPr lang="en-US"/>
              <a:t> </a:t>
            </a: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931" name="Google Shape;931;g3693f7da1e3_0_298"/>
          <p:cNvSpPr txBox="1"/>
          <p:nvPr/>
        </p:nvSpPr>
        <p:spPr>
          <a:xfrm>
            <a:off x="771450" y="65875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for production</a:t>
            </a:r>
            <a:endParaRPr sz="1200">
              <a:solidFill>
                <a:schemeClr val="dk1"/>
              </a:solidFill>
              <a:latin typeface="Roboto Light"/>
              <a:ea typeface="Roboto Light"/>
              <a:cs typeface="Roboto Light"/>
              <a:sym typeface="Roboto Light"/>
            </a:endParaRPr>
          </a:p>
        </p:txBody>
      </p:sp>
      <p:pic>
        <p:nvPicPr>
          <p:cNvPr id="932" name="Google Shape;932;g3693f7da1e3_0_298"/>
          <p:cNvPicPr preferRelativeResize="0"/>
          <p:nvPr/>
        </p:nvPicPr>
        <p:blipFill>
          <a:blip r:embed="rId3">
            <a:alphaModFix/>
          </a:blip>
          <a:stretch>
            <a:fillRect/>
          </a:stretch>
        </p:blipFill>
        <p:spPr>
          <a:xfrm>
            <a:off x="228500" y="958725"/>
            <a:ext cx="8613699" cy="40376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g3693f7da1e3_0_275"/>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938" name="Google Shape;938;g3693f7da1e3_0_275"/>
          <p:cNvSpPr txBox="1"/>
          <p:nvPr>
            <p:ph idx="1" type="body"/>
          </p:nvPr>
        </p:nvSpPr>
        <p:spPr>
          <a:xfrm>
            <a:off x="812700" y="2464024"/>
            <a:ext cx="3236400" cy="416700"/>
          </a:xfrm>
          <a:prstGeom prst="rect">
            <a:avLst/>
          </a:prstGeom>
          <a:noFill/>
          <a:ln>
            <a:noFill/>
          </a:ln>
        </p:spPr>
        <p:txBody>
          <a:bodyPr anchorCtr="0" anchor="t" bIns="0" lIns="0" spcFirstLastPara="1" rIns="0" wrap="square" tIns="0">
            <a:noAutofit/>
          </a:bodyPr>
          <a:lstStyle/>
          <a:p>
            <a:pPr indent="0" lvl="0" marL="457200" rtl="0" algn="l">
              <a:lnSpc>
                <a:spcPct val="95238"/>
              </a:lnSpc>
              <a:spcBef>
                <a:spcPts val="0"/>
              </a:spcBef>
              <a:spcAft>
                <a:spcPts val="0"/>
              </a:spcAft>
              <a:buNone/>
            </a:pPr>
            <a:r>
              <a:rPr b="1" i="1" lang="en-US" sz="1400">
                <a:latin typeface="Roboto"/>
                <a:ea typeface="Roboto"/>
                <a:cs typeface="Roboto"/>
                <a:sym typeface="Roboto"/>
              </a:rPr>
              <a:t>Consumption for production</a:t>
            </a:r>
            <a:endParaRPr/>
          </a:p>
        </p:txBody>
      </p:sp>
      <p:sp>
        <p:nvSpPr>
          <p:cNvPr id="939" name="Google Shape;939;g3693f7da1e3_0_275"/>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Product and Production Master Data</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940" name="Google Shape;940;g3693f7da1e3_0_275"/>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941" name="Google Shape;941;g3693f7da1e3_0_275"/>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942" name="Google Shape;942;g3693f7da1e3_0_275"/>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943" name="Google Shape;943;g3693f7da1e3_0_275"/>
          <p:cNvGrpSpPr/>
          <p:nvPr/>
        </p:nvGrpSpPr>
        <p:grpSpPr>
          <a:xfrm>
            <a:off x="7495354" y="188417"/>
            <a:ext cx="1395087" cy="441585"/>
            <a:chOff x="5991694" y="1720305"/>
            <a:chExt cx="1929047" cy="618207"/>
          </a:xfrm>
        </p:grpSpPr>
        <p:sp>
          <p:nvSpPr>
            <p:cNvPr id="944" name="Google Shape;944;g3693f7da1e3_0_275"/>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g3693f7da1e3_0_275"/>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g3693f7da1e3_0_275"/>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g3693f7da1e3_0_275"/>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g3693f7da1e3_0_275"/>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g3693f7da1e3_0_275"/>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g3693f7da1e3_0_275"/>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g3693f7da1e3_0_275"/>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g3693f7da1e3_0_275"/>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g3693f7da1e3_0_275"/>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g3693f7da1e3_0_275"/>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g3693f7da1e3_0_275"/>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g3693f7da1e3_0_275"/>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693f7da1e3_0_305"/>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963" name="Google Shape;963;g3693f7da1e3_0_305"/>
          <p:cNvSpPr txBox="1"/>
          <p:nvPr/>
        </p:nvSpPr>
        <p:spPr>
          <a:xfrm>
            <a:off x="771450" y="65875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for production</a:t>
            </a:r>
            <a:endParaRPr sz="1200">
              <a:solidFill>
                <a:schemeClr val="dk1"/>
              </a:solidFill>
              <a:latin typeface="Roboto Light"/>
              <a:ea typeface="Roboto Light"/>
              <a:cs typeface="Roboto Light"/>
              <a:sym typeface="Roboto Light"/>
            </a:endParaRPr>
          </a:p>
        </p:txBody>
      </p:sp>
      <p:cxnSp>
        <p:nvCxnSpPr>
          <p:cNvPr id="964" name="Google Shape;964;g3693f7da1e3_0_305"/>
          <p:cNvCxnSpPr/>
          <p:nvPr/>
        </p:nvCxnSpPr>
        <p:spPr>
          <a:xfrm>
            <a:off x="3081675" y="1080925"/>
            <a:ext cx="0" cy="3599400"/>
          </a:xfrm>
          <a:prstGeom prst="straightConnector1">
            <a:avLst/>
          </a:prstGeom>
          <a:noFill/>
          <a:ln cap="flat" cmpd="sng" w="9525">
            <a:solidFill>
              <a:schemeClr val="dk2"/>
            </a:solidFill>
            <a:prstDash val="solid"/>
            <a:round/>
            <a:headEnd len="med" w="med" type="none"/>
            <a:tailEnd len="med" w="med" type="none"/>
          </a:ln>
        </p:spPr>
      </p:cxnSp>
      <p:cxnSp>
        <p:nvCxnSpPr>
          <p:cNvPr id="965" name="Google Shape;965;g3693f7da1e3_0_305"/>
          <p:cNvCxnSpPr/>
          <p:nvPr/>
        </p:nvCxnSpPr>
        <p:spPr>
          <a:xfrm>
            <a:off x="6436475" y="1080925"/>
            <a:ext cx="0" cy="3599400"/>
          </a:xfrm>
          <a:prstGeom prst="straightConnector1">
            <a:avLst/>
          </a:prstGeom>
          <a:noFill/>
          <a:ln cap="flat" cmpd="sng" w="9525">
            <a:solidFill>
              <a:schemeClr val="dk2"/>
            </a:solidFill>
            <a:prstDash val="solid"/>
            <a:round/>
            <a:headEnd len="med" w="med" type="none"/>
            <a:tailEnd len="med" w="med" type="none"/>
          </a:ln>
        </p:spPr>
      </p:cxnSp>
      <p:sp>
        <p:nvSpPr>
          <p:cNvPr id="966" name="Google Shape;966;g3693f7da1e3_0_305"/>
          <p:cNvSpPr txBox="1"/>
          <p:nvPr/>
        </p:nvSpPr>
        <p:spPr>
          <a:xfrm>
            <a:off x="132675" y="986425"/>
            <a:ext cx="1849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Backflush consumption	</a:t>
            </a:r>
            <a:endParaRPr sz="1200">
              <a:solidFill>
                <a:schemeClr val="dk1"/>
              </a:solidFill>
              <a:latin typeface="Roboto Light"/>
              <a:ea typeface="Roboto Light"/>
              <a:cs typeface="Roboto Light"/>
              <a:sym typeface="Roboto Light"/>
            </a:endParaRPr>
          </a:p>
        </p:txBody>
      </p:sp>
      <p:sp>
        <p:nvSpPr>
          <p:cNvPr id="967" name="Google Shape;967;g3693f7da1e3_0_305"/>
          <p:cNvSpPr txBox="1"/>
          <p:nvPr/>
        </p:nvSpPr>
        <p:spPr>
          <a:xfrm>
            <a:off x="3225913" y="1019775"/>
            <a:ext cx="18498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consumption 	</a:t>
            </a:r>
            <a:endParaRPr sz="1200">
              <a:solidFill>
                <a:schemeClr val="dk1"/>
              </a:solidFill>
              <a:latin typeface="Roboto Light"/>
              <a:ea typeface="Roboto Light"/>
              <a:cs typeface="Roboto Light"/>
              <a:sym typeface="Roboto Light"/>
            </a:endParaRPr>
          </a:p>
        </p:txBody>
      </p:sp>
      <p:sp>
        <p:nvSpPr>
          <p:cNvPr id="968" name="Google Shape;968;g3693f7da1e3_0_305"/>
          <p:cNvSpPr txBox="1"/>
          <p:nvPr/>
        </p:nvSpPr>
        <p:spPr>
          <a:xfrm>
            <a:off x="6648150" y="1019775"/>
            <a:ext cx="23385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triggered by MES</a:t>
            </a:r>
            <a:endParaRPr sz="1200">
              <a:solidFill>
                <a:schemeClr val="dk1"/>
              </a:solidFill>
              <a:latin typeface="Roboto Light"/>
              <a:ea typeface="Roboto Light"/>
              <a:cs typeface="Roboto Light"/>
              <a:sym typeface="Roboto Light"/>
            </a:endParaRPr>
          </a:p>
        </p:txBody>
      </p:sp>
      <p:sp>
        <p:nvSpPr>
          <p:cNvPr id="969" name="Google Shape;969;g3693f7da1e3_0_305"/>
          <p:cNvSpPr/>
          <p:nvPr/>
        </p:nvSpPr>
        <p:spPr>
          <a:xfrm>
            <a:off x="868100" y="15960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cxnSp>
        <p:nvCxnSpPr>
          <p:cNvPr id="970" name="Google Shape;970;g3693f7da1e3_0_305"/>
          <p:cNvCxnSpPr/>
          <p:nvPr/>
        </p:nvCxnSpPr>
        <p:spPr>
          <a:xfrm>
            <a:off x="227100" y="2813925"/>
            <a:ext cx="2610600" cy="5700"/>
          </a:xfrm>
          <a:prstGeom prst="straightConnector1">
            <a:avLst/>
          </a:prstGeom>
          <a:noFill/>
          <a:ln cap="flat" cmpd="sng" w="9525">
            <a:solidFill>
              <a:schemeClr val="dk2"/>
            </a:solidFill>
            <a:prstDash val="dash"/>
            <a:round/>
            <a:headEnd len="med" w="med" type="none"/>
            <a:tailEnd len="med" w="med" type="none"/>
          </a:ln>
        </p:spPr>
      </p:cxnSp>
      <p:sp>
        <p:nvSpPr>
          <p:cNvPr id="971" name="Google Shape;971;g3693f7da1e3_0_305"/>
          <p:cNvSpPr/>
          <p:nvPr/>
        </p:nvSpPr>
        <p:spPr>
          <a:xfrm>
            <a:off x="2171200" y="2981525"/>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972" name="Google Shape;972;g3693f7da1e3_0_305"/>
          <p:cNvSpPr/>
          <p:nvPr/>
        </p:nvSpPr>
        <p:spPr>
          <a:xfrm>
            <a:off x="868100" y="34981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Auto consumption of components</a:t>
            </a:r>
            <a:endParaRPr sz="800">
              <a:solidFill>
                <a:schemeClr val="lt2"/>
              </a:solidFill>
              <a:latin typeface="Roboto Light"/>
              <a:ea typeface="Roboto Light"/>
              <a:cs typeface="Roboto Light"/>
              <a:sym typeface="Roboto Light"/>
            </a:endParaRPr>
          </a:p>
        </p:txBody>
      </p:sp>
      <p:cxnSp>
        <p:nvCxnSpPr>
          <p:cNvPr id="973" name="Google Shape;973;g3693f7da1e3_0_305"/>
          <p:cNvCxnSpPr/>
          <p:nvPr/>
        </p:nvCxnSpPr>
        <p:spPr>
          <a:xfrm>
            <a:off x="1503050" y="2076633"/>
            <a:ext cx="0" cy="1421400"/>
          </a:xfrm>
          <a:prstGeom prst="straightConnector1">
            <a:avLst/>
          </a:prstGeom>
          <a:noFill/>
          <a:ln cap="flat" cmpd="sng" w="9525">
            <a:solidFill>
              <a:schemeClr val="dk2"/>
            </a:solidFill>
            <a:prstDash val="solid"/>
            <a:round/>
            <a:headEnd len="med" w="med" type="none"/>
            <a:tailEnd len="med" w="med" type="triangle"/>
          </a:ln>
        </p:spPr>
      </p:cxnSp>
      <p:cxnSp>
        <p:nvCxnSpPr>
          <p:cNvPr id="974" name="Google Shape;974;g3693f7da1e3_0_305"/>
          <p:cNvCxnSpPr/>
          <p:nvPr/>
        </p:nvCxnSpPr>
        <p:spPr>
          <a:xfrm rot="10800000">
            <a:off x="1071400" y="2086375"/>
            <a:ext cx="11100" cy="1405200"/>
          </a:xfrm>
          <a:prstGeom prst="straightConnector1">
            <a:avLst/>
          </a:prstGeom>
          <a:noFill/>
          <a:ln cap="flat" cmpd="sng" w="9525">
            <a:solidFill>
              <a:schemeClr val="dk2"/>
            </a:solidFill>
            <a:prstDash val="solid"/>
            <a:round/>
            <a:headEnd len="med" w="med" type="none"/>
            <a:tailEnd len="med" w="med" type="triangle"/>
          </a:ln>
        </p:spPr>
      </p:cxnSp>
      <p:cxnSp>
        <p:nvCxnSpPr>
          <p:cNvPr id="975" name="Google Shape;975;g3693f7da1e3_0_305"/>
          <p:cNvCxnSpPr>
            <a:stCxn id="971" idx="2"/>
            <a:endCxn id="972" idx="3"/>
          </p:cNvCxnSpPr>
          <p:nvPr/>
        </p:nvCxnSpPr>
        <p:spPr>
          <a:xfrm rot="5400000">
            <a:off x="1909600" y="3114575"/>
            <a:ext cx="485700" cy="762000"/>
          </a:xfrm>
          <a:prstGeom prst="bentConnector2">
            <a:avLst/>
          </a:prstGeom>
          <a:noFill/>
          <a:ln cap="flat" cmpd="sng" w="9525">
            <a:solidFill>
              <a:schemeClr val="dk2"/>
            </a:solidFill>
            <a:prstDash val="dash"/>
            <a:round/>
            <a:headEnd len="med" w="med" type="none"/>
            <a:tailEnd len="med" w="med" type="triangle"/>
          </a:ln>
        </p:spPr>
      </p:cxnSp>
      <p:sp>
        <p:nvSpPr>
          <p:cNvPr id="976" name="Google Shape;976;g3693f7da1e3_0_305"/>
          <p:cNvSpPr txBox="1"/>
          <p:nvPr/>
        </p:nvSpPr>
        <p:spPr>
          <a:xfrm rot="-5400000">
            <a:off x="597650" y="2373225"/>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Confirmation update in EWM</a:t>
            </a:r>
            <a:endParaRPr sz="600">
              <a:solidFill>
                <a:schemeClr val="dk1"/>
              </a:solidFill>
              <a:latin typeface="Roboto Light"/>
              <a:ea typeface="Roboto Light"/>
              <a:cs typeface="Roboto Light"/>
              <a:sym typeface="Roboto Light"/>
            </a:endParaRPr>
          </a:p>
        </p:txBody>
      </p:sp>
      <p:sp>
        <p:nvSpPr>
          <p:cNvPr id="977" name="Google Shape;977;g3693f7da1e3_0_305"/>
          <p:cNvSpPr txBox="1"/>
          <p:nvPr/>
        </p:nvSpPr>
        <p:spPr>
          <a:xfrm rot="-5400000">
            <a:off x="7750" y="2541175"/>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978" name="Google Shape;978;g3693f7da1e3_0_305"/>
          <p:cNvSpPr/>
          <p:nvPr/>
        </p:nvSpPr>
        <p:spPr>
          <a:xfrm>
            <a:off x="4039538" y="3464771"/>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Process order update</a:t>
            </a:r>
            <a:endParaRPr sz="800">
              <a:solidFill>
                <a:schemeClr val="lt2"/>
              </a:solidFill>
              <a:latin typeface="Roboto Light"/>
              <a:ea typeface="Roboto Light"/>
              <a:cs typeface="Roboto Light"/>
              <a:sym typeface="Roboto Light"/>
            </a:endParaRPr>
          </a:p>
        </p:txBody>
      </p:sp>
      <p:cxnSp>
        <p:nvCxnSpPr>
          <p:cNvPr id="979" name="Google Shape;979;g3693f7da1e3_0_305"/>
          <p:cNvCxnSpPr/>
          <p:nvPr/>
        </p:nvCxnSpPr>
        <p:spPr>
          <a:xfrm>
            <a:off x="3309263" y="2944888"/>
            <a:ext cx="2805000" cy="0"/>
          </a:xfrm>
          <a:prstGeom prst="straightConnector1">
            <a:avLst/>
          </a:prstGeom>
          <a:noFill/>
          <a:ln cap="flat" cmpd="sng" w="9525">
            <a:solidFill>
              <a:schemeClr val="dk2"/>
            </a:solidFill>
            <a:prstDash val="dash"/>
            <a:round/>
            <a:headEnd len="med" w="med" type="none"/>
            <a:tailEnd len="med" w="med" type="none"/>
          </a:ln>
        </p:spPr>
      </p:cxnSp>
      <p:sp>
        <p:nvSpPr>
          <p:cNvPr id="980" name="Google Shape;980;g3693f7da1e3_0_305"/>
          <p:cNvSpPr/>
          <p:nvPr/>
        </p:nvSpPr>
        <p:spPr>
          <a:xfrm>
            <a:off x="5453313" y="1603088"/>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981" name="Google Shape;981;g3693f7da1e3_0_305"/>
          <p:cNvSpPr/>
          <p:nvPr/>
        </p:nvSpPr>
        <p:spPr>
          <a:xfrm>
            <a:off x="3970538" y="1498400"/>
            <a:ext cx="1041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Perform Manual consumption per process order</a:t>
            </a:r>
            <a:endParaRPr sz="800">
              <a:solidFill>
                <a:schemeClr val="lt2"/>
              </a:solidFill>
              <a:latin typeface="Roboto Light"/>
              <a:ea typeface="Roboto Light"/>
              <a:cs typeface="Roboto Light"/>
              <a:sym typeface="Roboto Light"/>
            </a:endParaRPr>
          </a:p>
        </p:txBody>
      </p:sp>
      <p:cxnSp>
        <p:nvCxnSpPr>
          <p:cNvPr id="982" name="Google Shape;982;g3693f7da1e3_0_305"/>
          <p:cNvCxnSpPr>
            <a:stCxn id="980" idx="1"/>
            <a:endCxn id="981" idx="3"/>
          </p:cNvCxnSpPr>
          <p:nvPr/>
        </p:nvCxnSpPr>
        <p:spPr>
          <a:xfrm rot="10800000">
            <a:off x="5011713" y="1738688"/>
            <a:ext cx="441600" cy="0"/>
          </a:xfrm>
          <a:prstGeom prst="straightConnector1">
            <a:avLst/>
          </a:prstGeom>
          <a:noFill/>
          <a:ln cap="flat" cmpd="sng" w="9525">
            <a:solidFill>
              <a:schemeClr val="dk2"/>
            </a:solidFill>
            <a:prstDash val="dash"/>
            <a:round/>
            <a:headEnd len="med" w="med" type="none"/>
            <a:tailEnd len="med" w="med" type="triangle"/>
          </a:ln>
        </p:spPr>
      </p:cxnSp>
      <p:cxnSp>
        <p:nvCxnSpPr>
          <p:cNvPr id="983" name="Google Shape;983;g3693f7da1e3_0_305"/>
          <p:cNvCxnSpPr>
            <a:stCxn id="981" idx="2"/>
            <a:endCxn id="978" idx="0"/>
          </p:cNvCxnSpPr>
          <p:nvPr/>
        </p:nvCxnSpPr>
        <p:spPr>
          <a:xfrm>
            <a:off x="4491188" y="1979000"/>
            <a:ext cx="0" cy="1485900"/>
          </a:xfrm>
          <a:prstGeom prst="straightConnector1">
            <a:avLst/>
          </a:prstGeom>
          <a:noFill/>
          <a:ln cap="flat" cmpd="sng" w="9525">
            <a:solidFill>
              <a:schemeClr val="dk2"/>
            </a:solidFill>
            <a:prstDash val="solid"/>
            <a:round/>
            <a:headEnd len="med" w="med" type="none"/>
            <a:tailEnd len="med" w="med" type="triangle"/>
          </a:ln>
        </p:spPr>
      </p:cxnSp>
      <p:sp>
        <p:nvSpPr>
          <p:cNvPr id="984" name="Google Shape;984;g3693f7da1e3_0_305"/>
          <p:cNvSpPr txBox="1"/>
          <p:nvPr/>
        </p:nvSpPr>
        <p:spPr>
          <a:xfrm rot="-5400000">
            <a:off x="3399663" y="247320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985" name="Google Shape;985;g3693f7da1e3_0_305"/>
          <p:cNvSpPr/>
          <p:nvPr/>
        </p:nvSpPr>
        <p:spPr>
          <a:xfrm>
            <a:off x="5363913" y="346478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cxnSp>
        <p:nvCxnSpPr>
          <p:cNvPr id="986" name="Google Shape;986;g3693f7da1e3_0_305"/>
          <p:cNvCxnSpPr>
            <a:stCxn id="978" idx="3"/>
            <a:endCxn id="985" idx="1"/>
          </p:cNvCxnSpPr>
          <p:nvPr/>
        </p:nvCxnSpPr>
        <p:spPr>
          <a:xfrm>
            <a:off x="4942838" y="3705071"/>
            <a:ext cx="421200" cy="0"/>
          </a:xfrm>
          <a:prstGeom prst="straightConnector1">
            <a:avLst/>
          </a:prstGeom>
          <a:noFill/>
          <a:ln cap="flat" cmpd="sng" w="9525">
            <a:solidFill>
              <a:schemeClr val="dk2"/>
            </a:solidFill>
            <a:prstDash val="solid"/>
            <a:round/>
            <a:headEnd len="med" w="med" type="none"/>
            <a:tailEnd len="med" w="med" type="triangle"/>
          </a:ln>
        </p:spPr>
      </p:cxnSp>
      <p:sp>
        <p:nvSpPr>
          <p:cNvPr id="987" name="Google Shape;987;g3693f7da1e3_0_305"/>
          <p:cNvSpPr/>
          <p:nvPr/>
        </p:nvSpPr>
        <p:spPr>
          <a:xfrm>
            <a:off x="7200400" y="1498400"/>
            <a:ext cx="1041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MES or external system</a:t>
            </a:r>
            <a:endParaRPr sz="800">
              <a:solidFill>
                <a:schemeClr val="lt2"/>
              </a:solidFill>
              <a:latin typeface="Roboto Light"/>
              <a:ea typeface="Roboto Light"/>
              <a:cs typeface="Roboto Light"/>
              <a:sym typeface="Roboto Light"/>
            </a:endParaRPr>
          </a:p>
        </p:txBody>
      </p:sp>
      <p:cxnSp>
        <p:nvCxnSpPr>
          <p:cNvPr id="988" name="Google Shape;988;g3693f7da1e3_0_305"/>
          <p:cNvCxnSpPr/>
          <p:nvPr/>
        </p:nvCxnSpPr>
        <p:spPr>
          <a:xfrm>
            <a:off x="6626375" y="2595625"/>
            <a:ext cx="2326500" cy="18900"/>
          </a:xfrm>
          <a:prstGeom prst="straightConnector1">
            <a:avLst/>
          </a:prstGeom>
          <a:noFill/>
          <a:ln cap="flat" cmpd="sng" w="9525">
            <a:solidFill>
              <a:schemeClr val="dk2"/>
            </a:solidFill>
            <a:prstDash val="dash"/>
            <a:round/>
            <a:headEnd len="med" w="med" type="none"/>
            <a:tailEnd len="med" w="med" type="none"/>
          </a:ln>
        </p:spPr>
      </p:cxnSp>
      <p:sp>
        <p:nvSpPr>
          <p:cNvPr id="989" name="Google Shape;989;g3693f7da1e3_0_305"/>
          <p:cNvSpPr/>
          <p:nvPr/>
        </p:nvSpPr>
        <p:spPr>
          <a:xfrm>
            <a:off x="7236100" y="2769025"/>
            <a:ext cx="1005600" cy="223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API</a:t>
            </a:r>
            <a:endParaRPr sz="600">
              <a:solidFill>
                <a:schemeClr val="lt2"/>
              </a:solidFill>
              <a:latin typeface="Roboto Light"/>
              <a:ea typeface="Roboto Light"/>
              <a:cs typeface="Roboto Light"/>
              <a:sym typeface="Roboto Light"/>
            </a:endParaRPr>
          </a:p>
        </p:txBody>
      </p:sp>
      <p:sp>
        <p:nvSpPr>
          <p:cNvPr id="990" name="Google Shape;990;g3693f7da1e3_0_305"/>
          <p:cNvSpPr/>
          <p:nvPr/>
        </p:nvSpPr>
        <p:spPr>
          <a:xfrm>
            <a:off x="6569650" y="3291625"/>
            <a:ext cx="2338500" cy="988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800">
                <a:solidFill>
                  <a:schemeClr val="lt1"/>
                </a:solidFill>
                <a:latin typeface="Roboto"/>
                <a:ea typeface="Roboto"/>
                <a:cs typeface="Roboto"/>
                <a:sym typeface="Roboto"/>
              </a:rPr>
              <a:t>1. /SCWM/MFG_CONSUME_ITEMS_EXT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2. /SCWM/MFG_REVERSE_ITEMS_EXT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3. /SCWM/MFG_CONSUME_HU_EXT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4. /SCWM/MFG_REVERSE_HU_EXT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lang="en-US" sz="800">
                <a:solidFill>
                  <a:schemeClr val="lt1"/>
                </a:solidFill>
                <a:latin typeface="Roboto Light"/>
                <a:ea typeface="Roboto Light"/>
                <a:cs typeface="Roboto Light"/>
                <a:sym typeface="Roboto Light"/>
              </a:rPr>
              <a:t>5. /SCWM/MFG_READ_STOCK_EXT</a:t>
            </a:r>
            <a:endParaRPr sz="800">
              <a:solidFill>
                <a:schemeClr val="lt1"/>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1"/>
                </a:solidFill>
                <a:latin typeface="Roboto Light"/>
                <a:ea typeface="Roboto Light"/>
                <a:cs typeface="Roboto Light"/>
                <a:sym typeface="Roboto Light"/>
              </a:rPr>
              <a:t>6. /SCWM/MFG_STAGE_EXT</a:t>
            </a:r>
            <a:endParaRPr sz="800">
              <a:solidFill>
                <a:schemeClr val="lt1"/>
              </a:solidFill>
              <a:latin typeface="Roboto Light"/>
              <a:ea typeface="Roboto Light"/>
              <a:cs typeface="Roboto Light"/>
              <a:sym typeface="Roboto Light"/>
            </a:endParaRPr>
          </a:p>
        </p:txBody>
      </p:sp>
      <p:cxnSp>
        <p:nvCxnSpPr>
          <p:cNvPr id="991" name="Google Shape;991;g3693f7da1e3_0_305"/>
          <p:cNvCxnSpPr>
            <a:stCxn id="987" idx="2"/>
            <a:endCxn id="989" idx="0"/>
          </p:cNvCxnSpPr>
          <p:nvPr/>
        </p:nvCxnSpPr>
        <p:spPr>
          <a:xfrm>
            <a:off x="7721050" y="1979000"/>
            <a:ext cx="18000" cy="789900"/>
          </a:xfrm>
          <a:prstGeom prst="straightConnector1">
            <a:avLst/>
          </a:prstGeom>
          <a:noFill/>
          <a:ln cap="flat" cmpd="sng" w="9525">
            <a:solidFill>
              <a:schemeClr val="dk2"/>
            </a:solidFill>
            <a:prstDash val="solid"/>
            <a:round/>
            <a:headEnd len="med" w="med" type="none"/>
            <a:tailEnd len="med" w="med" type="triangle"/>
          </a:ln>
        </p:spPr>
      </p:cxnSp>
      <p:cxnSp>
        <p:nvCxnSpPr>
          <p:cNvPr id="992" name="Google Shape;992;g3693f7da1e3_0_305"/>
          <p:cNvCxnSpPr>
            <a:stCxn id="989" idx="2"/>
            <a:endCxn id="990" idx="0"/>
          </p:cNvCxnSpPr>
          <p:nvPr/>
        </p:nvCxnSpPr>
        <p:spPr>
          <a:xfrm>
            <a:off x="7738900" y="2992225"/>
            <a:ext cx="0" cy="299400"/>
          </a:xfrm>
          <a:prstGeom prst="straightConnector1">
            <a:avLst/>
          </a:prstGeom>
          <a:noFill/>
          <a:ln cap="flat" cmpd="sng" w="9525">
            <a:solidFill>
              <a:schemeClr val="dk2"/>
            </a:solidFill>
            <a:prstDash val="solid"/>
            <a:round/>
            <a:headEnd len="med" w="med" type="none"/>
            <a:tailEnd len="med" w="med" type="triangle"/>
          </a:ln>
        </p:spPr>
      </p:cxnSp>
      <p:sp>
        <p:nvSpPr>
          <p:cNvPr id="993" name="Google Shape;993;g3693f7da1e3_0_305"/>
          <p:cNvSpPr txBox="1"/>
          <p:nvPr/>
        </p:nvSpPr>
        <p:spPr>
          <a:xfrm>
            <a:off x="6569650" y="4354800"/>
            <a:ext cx="18051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Roboto Light"/>
                <a:ea typeface="Roboto Light"/>
                <a:cs typeface="Roboto Light"/>
                <a:sym typeface="Roboto Light"/>
              </a:rPr>
              <a:t>*Custom development</a:t>
            </a:r>
            <a:endParaRPr sz="1000">
              <a:solidFill>
                <a:schemeClr val="dk1"/>
              </a:solidFill>
              <a:latin typeface="Roboto Light"/>
              <a:ea typeface="Roboto Light"/>
              <a:cs typeface="Roboto Light"/>
              <a:sym typeface="Roboto Light"/>
            </a:endParaRPr>
          </a:p>
        </p:txBody>
      </p:sp>
      <p:sp>
        <p:nvSpPr>
          <p:cNvPr id="994" name="Google Shape;994;g3693f7da1e3_0_305"/>
          <p:cNvSpPr/>
          <p:nvPr/>
        </p:nvSpPr>
        <p:spPr>
          <a:xfrm>
            <a:off x="8241688" y="2149863"/>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cxnSp>
        <p:nvCxnSpPr>
          <p:cNvPr id="995" name="Google Shape;995;g3693f7da1e3_0_305"/>
          <p:cNvCxnSpPr>
            <a:stCxn id="994" idx="0"/>
            <a:endCxn id="987" idx="3"/>
          </p:cNvCxnSpPr>
          <p:nvPr/>
        </p:nvCxnSpPr>
        <p:spPr>
          <a:xfrm flipH="1" rot="5400000">
            <a:off x="8217238" y="1763163"/>
            <a:ext cx="411300" cy="362100"/>
          </a:xfrm>
          <a:prstGeom prst="bentConnector2">
            <a:avLst/>
          </a:prstGeom>
          <a:noFill/>
          <a:ln cap="flat" cmpd="sng" w="9525">
            <a:solidFill>
              <a:schemeClr val="dk2"/>
            </a:solidFill>
            <a:prstDash val="dash"/>
            <a:round/>
            <a:headEnd len="med" w="med" type="none"/>
            <a:tailEnd len="med" w="med" type="triangle"/>
          </a:ln>
        </p:spPr>
      </p:cxnSp>
      <p:sp>
        <p:nvSpPr>
          <p:cNvPr id="996" name="Google Shape;996;g3693f7da1e3_0_305"/>
          <p:cNvSpPr/>
          <p:nvPr/>
        </p:nvSpPr>
        <p:spPr>
          <a:xfrm>
            <a:off x="1771400" y="4340400"/>
            <a:ext cx="1092300" cy="2232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Roboto Light"/>
                <a:ea typeface="Roboto Light"/>
                <a:cs typeface="Roboto Light"/>
                <a:sym typeface="Roboto Light"/>
              </a:rPr>
              <a:t>EWM/IM</a:t>
            </a:r>
            <a:endParaRPr>
              <a:latin typeface="Roboto Light"/>
              <a:ea typeface="Roboto Light"/>
              <a:cs typeface="Roboto Light"/>
              <a:sym typeface="Roboto Light"/>
            </a:endParaRPr>
          </a:p>
        </p:txBody>
      </p:sp>
      <p:sp>
        <p:nvSpPr>
          <p:cNvPr id="997" name="Google Shape;997;g3693f7da1e3_0_305"/>
          <p:cNvSpPr/>
          <p:nvPr/>
        </p:nvSpPr>
        <p:spPr>
          <a:xfrm>
            <a:off x="5128775" y="4401200"/>
            <a:ext cx="1092300" cy="223200"/>
          </a:xfrm>
          <a:prstGeom prst="rect">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Roboto Light"/>
                <a:ea typeface="Roboto Light"/>
                <a:cs typeface="Roboto Light"/>
                <a:sym typeface="Roboto Light"/>
              </a:rPr>
              <a:t>EWM</a:t>
            </a:r>
            <a:endParaRPr>
              <a:latin typeface="Roboto Light"/>
              <a:ea typeface="Roboto Light"/>
              <a:cs typeface="Roboto Light"/>
              <a:sym typeface="Roboto Light"/>
            </a:endParaRPr>
          </a:p>
        </p:txBody>
      </p:sp>
      <p:sp>
        <p:nvSpPr>
          <p:cNvPr id="998" name="Google Shape;998;g3693f7da1e3_0_305"/>
          <p:cNvSpPr/>
          <p:nvPr/>
        </p:nvSpPr>
        <p:spPr>
          <a:xfrm>
            <a:off x="8152300" y="4430000"/>
            <a:ext cx="903300" cy="1944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a:latin typeface="Roboto Light"/>
                <a:ea typeface="Roboto Light"/>
                <a:cs typeface="Roboto Light"/>
                <a:sym typeface="Roboto Light"/>
              </a:rPr>
              <a:t>EWM/IM</a:t>
            </a:r>
            <a:endParaRPr>
              <a:latin typeface="Roboto Light"/>
              <a:ea typeface="Roboto Light"/>
              <a:cs typeface="Roboto Light"/>
              <a:sym typeface="Roboto 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g3693f7da1e3_0_346"/>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005" name="Google Shape;1005;g3693f7da1e3_0_346"/>
          <p:cNvSpPr txBox="1"/>
          <p:nvPr/>
        </p:nvSpPr>
        <p:spPr>
          <a:xfrm>
            <a:off x="771450" y="65875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for production</a:t>
            </a:r>
            <a:endParaRPr sz="1200">
              <a:solidFill>
                <a:schemeClr val="dk1"/>
              </a:solidFill>
              <a:latin typeface="Roboto Light"/>
              <a:ea typeface="Roboto Light"/>
              <a:cs typeface="Roboto Light"/>
              <a:sym typeface="Roboto Light"/>
            </a:endParaRPr>
          </a:p>
        </p:txBody>
      </p:sp>
      <p:cxnSp>
        <p:nvCxnSpPr>
          <p:cNvPr id="1006" name="Google Shape;1006;g3693f7da1e3_0_346"/>
          <p:cNvCxnSpPr/>
          <p:nvPr/>
        </p:nvCxnSpPr>
        <p:spPr>
          <a:xfrm>
            <a:off x="3081675" y="1080925"/>
            <a:ext cx="0" cy="3599400"/>
          </a:xfrm>
          <a:prstGeom prst="straightConnector1">
            <a:avLst/>
          </a:prstGeom>
          <a:noFill/>
          <a:ln cap="flat" cmpd="sng" w="9525">
            <a:solidFill>
              <a:schemeClr val="dk2"/>
            </a:solidFill>
            <a:prstDash val="solid"/>
            <a:round/>
            <a:headEnd len="med" w="med" type="none"/>
            <a:tailEnd len="med" w="med" type="none"/>
          </a:ln>
        </p:spPr>
      </p:cxnSp>
      <p:cxnSp>
        <p:nvCxnSpPr>
          <p:cNvPr id="1007" name="Google Shape;1007;g3693f7da1e3_0_346"/>
          <p:cNvCxnSpPr/>
          <p:nvPr/>
        </p:nvCxnSpPr>
        <p:spPr>
          <a:xfrm>
            <a:off x="6436475" y="1080925"/>
            <a:ext cx="0" cy="3599400"/>
          </a:xfrm>
          <a:prstGeom prst="straightConnector1">
            <a:avLst/>
          </a:prstGeom>
          <a:noFill/>
          <a:ln cap="flat" cmpd="sng" w="9525">
            <a:solidFill>
              <a:schemeClr val="dk2"/>
            </a:solidFill>
            <a:prstDash val="solid"/>
            <a:round/>
            <a:headEnd len="med" w="med" type="none"/>
            <a:tailEnd len="med" w="med" type="none"/>
          </a:ln>
        </p:spPr>
      </p:cxnSp>
      <p:sp>
        <p:nvSpPr>
          <p:cNvPr id="1008" name="Google Shape;1008;g3693f7da1e3_0_346"/>
          <p:cNvSpPr txBox="1"/>
          <p:nvPr/>
        </p:nvSpPr>
        <p:spPr>
          <a:xfrm>
            <a:off x="132675" y="986425"/>
            <a:ext cx="1849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Backflush consumption	</a:t>
            </a:r>
            <a:endParaRPr sz="1200">
              <a:solidFill>
                <a:schemeClr val="dk1"/>
              </a:solidFill>
              <a:latin typeface="Roboto Light"/>
              <a:ea typeface="Roboto Light"/>
              <a:cs typeface="Roboto Light"/>
              <a:sym typeface="Roboto Light"/>
            </a:endParaRPr>
          </a:p>
        </p:txBody>
      </p:sp>
      <p:sp>
        <p:nvSpPr>
          <p:cNvPr id="1009" name="Google Shape;1009;g3693f7da1e3_0_346"/>
          <p:cNvSpPr txBox="1"/>
          <p:nvPr/>
        </p:nvSpPr>
        <p:spPr>
          <a:xfrm>
            <a:off x="3225913" y="1019775"/>
            <a:ext cx="18498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consumption	</a:t>
            </a:r>
            <a:endParaRPr sz="1200">
              <a:solidFill>
                <a:schemeClr val="dk1"/>
              </a:solidFill>
              <a:latin typeface="Roboto Light"/>
              <a:ea typeface="Roboto Light"/>
              <a:cs typeface="Roboto Light"/>
              <a:sym typeface="Roboto Light"/>
            </a:endParaRPr>
          </a:p>
        </p:txBody>
      </p:sp>
      <p:sp>
        <p:nvSpPr>
          <p:cNvPr id="1010" name="Google Shape;1010;g3693f7da1e3_0_346"/>
          <p:cNvSpPr txBox="1"/>
          <p:nvPr/>
        </p:nvSpPr>
        <p:spPr>
          <a:xfrm>
            <a:off x="6648150" y="1019775"/>
            <a:ext cx="23385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triggered by MES</a:t>
            </a:r>
            <a:endParaRPr sz="1200">
              <a:solidFill>
                <a:schemeClr val="dk1"/>
              </a:solidFill>
              <a:latin typeface="Roboto Light"/>
              <a:ea typeface="Roboto Light"/>
              <a:cs typeface="Roboto Light"/>
              <a:sym typeface="Roboto Light"/>
            </a:endParaRPr>
          </a:p>
        </p:txBody>
      </p:sp>
      <p:sp>
        <p:nvSpPr>
          <p:cNvPr id="1011" name="Google Shape;1011;g3693f7da1e3_0_346"/>
          <p:cNvSpPr/>
          <p:nvPr/>
        </p:nvSpPr>
        <p:spPr>
          <a:xfrm>
            <a:off x="868100" y="15960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cxnSp>
        <p:nvCxnSpPr>
          <p:cNvPr id="1012" name="Google Shape;1012;g3693f7da1e3_0_346"/>
          <p:cNvCxnSpPr/>
          <p:nvPr/>
        </p:nvCxnSpPr>
        <p:spPr>
          <a:xfrm>
            <a:off x="227100" y="2813925"/>
            <a:ext cx="2610600" cy="5700"/>
          </a:xfrm>
          <a:prstGeom prst="straightConnector1">
            <a:avLst/>
          </a:prstGeom>
          <a:noFill/>
          <a:ln cap="flat" cmpd="sng" w="9525">
            <a:solidFill>
              <a:schemeClr val="dk2"/>
            </a:solidFill>
            <a:prstDash val="dash"/>
            <a:round/>
            <a:headEnd len="med" w="med" type="none"/>
            <a:tailEnd len="med" w="med" type="none"/>
          </a:ln>
        </p:spPr>
      </p:cxnSp>
      <p:sp>
        <p:nvSpPr>
          <p:cNvPr id="1013" name="Google Shape;1013;g3693f7da1e3_0_346"/>
          <p:cNvSpPr/>
          <p:nvPr/>
        </p:nvSpPr>
        <p:spPr>
          <a:xfrm>
            <a:off x="2171200" y="2981525"/>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1014" name="Google Shape;1014;g3693f7da1e3_0_346"/>
          <p:cNvSpPr/>
          <p:nvPr/>
        </p:nvSpPr>
        <p:spPr>
          <a:xfrm>
            <a:off x="868100" y="34981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Auto consumption of components</a:t>
            </a:r>
            <a:endParaRPr sz="800">
              <a:solidFill>
                <a:schemeClr val="lt2"/>
              </a:solidFill>
              <a:latin typeface="Roboto Light"/>
              <a:ea typeface="Roboto Light"/>
              <a:cs typeface="Roboto Light"/>
              <a:sym typeface="Roboto Light"/>
            </a:endParaRPr>
          </a:p>
        </p:txBody>
      </p:sp>
      <p:cxnSp>
        <p:nvCxnSpPr>
          <p:cNvPr id="1015" name="Google Shape;1015;g3693f7da1e3_0_346"/>
          <p:cNvCxnSpPr/>
          <p:nvPr/>
        </p:nvCxnSpPr>
        <p:spPr>
          <a:xfrm>
            <a:off x="1503050" y="2076633"/>
            <a:ext cx="0" cy="1421400"/>
          </a:xfrm>
          <a:prstGeom prst="straightConnector1">
            <a:avLst/>
          </a:prstGeom>
          <a:noFill/>
          <a:ln cap="flat" cmpd="sng" w="9525">
            <a:solidFill>
              <a:schemeClr val="dk2"/>
            </a:solidFill>
            <a:prstDash val="solid"/>
            <a:round/>
            <a:headEnd len="med" w="med" type="none"/>
            <a:tailEnd len="med" w="med" type="triangle"/>
          </a:ln>
        </p:spPr>
      </p:cxnSp>
      <p:cxnSp>
        <p:nvCxnSpPr>
          <p:cNvPr id="1016" name="Google Shape;1016;g3693f7da1e3_0_346"/>
          <p:cNvCxnSpPr/>
          <p:nvPr/>
        </p:nvCxnSpPr>
        <p:spPr>
          <a:xfrm rot="10800000">
            <a:off x="1071400" y="2086375"/>
            <a:ext cx="11100" cy="1405200"/>
          </a:xfrm>
          <a:prstGeom prst="straightConnector1">
            <a:avLst/>
          </a:prstGeom>
          <a:noFill/>
          <a:ln cap="flat" cmpd="sng" w="9525">
            <a:solidFill>
              <a:schemeClr val="dk2"/>
            </a:solidFill>
            <a:prstDash val="solid"/>
            <a:round/>
            <a:headEnd len="med" w="med" type="none"/>
            <a:tailEnd len="med" w="med" type="triangle"/>
          </a:ln>
        </p:spPr>
      </p:cxnSp>
      <p:cxnSp>
        <p:nvCxnSpPr>
          <p:cNvPr id="1017" name="Google Shape;1017;g3693f7da1e3_0_346"/>
          <p:cNvCxnSpPr>
            <a:stCxn id="1013" idx="2"/>
            <a:endCxn id="1014" idx="3"/>
          </p:cNvCxnSpPr>
          <p:nvPr/>
        </p:nvCxnSpPr>
        <p:spPr>
          <a:xfrm rot="5400000">
            <a:off x="1909600" y="3114575"/>
            <a:ext cx="485700" cy="762000"/>
          </a:xfrm>
          <a:prstGeom prst="bentConnector2">
            <a:avLst/>
          </a:prstGeom>
          <a:noFill/>
          <a:ln cap="flat" cmpd="sng" w="9525">
            <a:solidFill>
              <a:schemeClr val="dk2"/>
            </a:solidFill>
            <a:prstDash val="dash"/>
            <a:round/>
            <a:headEnd len="med" w="med" type="none"/>
            <a:tailEnd len="med" w="med" type="triangle"/>
          </a:ln>
        </p:spPr>
      </p:cxnSp>
      <p:sp>
        <p:nvSpPr>
          <p:cNvPr id="1018" name="Google Shape;1018;g3693f7da1e3_0_346"/>
          <p:cNvSpPr txBox="1"/>
          <p:nvPr/>
        </p:nvSpPr>
        <p:spPr>
          <a:xfrm rot="-5400000">
            <a:off x="597650" y="2373225"/>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Confirmation update in EWM</a:t>
            </a:r>
            <a:endParaRPr sz="600">
              <a:solidFill>
                <a:schemeClr val="dk1"/>
              </a:solidFill>
              <a:latin typeface="Roboto Light"/>
              <a:ea typeface="Roboto Light"/>
              <a:cs typeface="Roboto Light"/>
              <a:sym typeface="Roboto Light"/>
            </a:endParaRPr>
          </a:p>
        </p:txBody>
      </p:sp>
      <p:sp>
        <p:nvSpPr>
          <p:cNvPr id="1019" name="Google Shape;1019;g3693f7da1e3_0_346"/>
          <p:cNvSpPr txBox="1"/>
          <p:nvPr/>
        </p:nvSpPr>
        <p:spPr>
          <a:xfrm rot="-5400000">
            <a:off x="7750" y="2541175"/>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1020" name="Google Shape;1020;g3693f7da1e3_0_346"/>
          <p:cNvSpPr/>
          <p:nvPr/>
        </p:nvSpPr>
        <p:spPr>
          <a:xfrm>
            <a:off x="4039538" y="3464771"/>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Process order update</a:t>
            </a:r>
            <a:endParaRPr sz="800">
              <a:solidFill>
                <a:schemeClr val="lt2"/>
              </a:solidFill>
              <a:latin typeface="Roboto Light"/>
              <a:ea typeface="Roboto Light"/>
              <a:cs typeface="Roboto Light"/>
              <a:sym typeface="Roboto Light"/>
            </a:endParaRPr>
          </a:p>
        </p:txBody>
      </p:sp>
      <p:cxnSp>
        <p:nvCxnSpPr>
          <p:cNvPr id="1021" name="Google Shape;1021;g3693f7da1e3_0_346"/>
          <p:cNvCxnSpPr/>
          <p:nvPr/>
        </p:nvCxnSpPr>
        <p:spPr>
          <a:xfrm>
            <a:off x="3309263" y="2944888"/>
            <a:ext cx="2805000" cy="0"/>
          </a:xfrm>
          <a:prstGeom prst="straightConnector1">
            <a:avLst/>
          </a:prstGeom>
          <a:noFill/>
          <a:ln cap="flat" cmpd="sng" w="9525">
            <a:solidFill>
              <a:schemeClr val="dk2"/>
            </a:solidFill>
            <a:prstDash val="dash"/>
            <a:round/>
            <a:headEnd len="med" w="med" type="none"/>
            <a:tailEnd len="med" w="med" type="none"/>
          </a:ln>
        </p:spPr>
      </p:cxnSp>
      <p:sp>
        <p:nvSpPr>
          <p:cNvPr id="1022" name="Google Shape;1022;g3693f7da1e3_0_346"/>
          <p:cNvSpPr/>
          <p:nvPr/>
        </p:nvSpPr>
        <p:spPr>
          <a:xfrm>
            <a:off x="5453313" y="1603088"/>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1023" name="Google Shape;1023;g3693f7da1e3_0_346"/>
          <p:cNvSpPr/>
          <p:nvPr/>
        </p:nvSpPr>
        <p:spPr>
          <a:xfrm>
            <a:off x="3970538" y="1498400"/>
            <a:ext cx="1041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Perform Manual consumption per process order</a:t>
            </a:r>
            <a:endParaRPr sz="800">
              <a:solidFill>
                <a:schemeClr val="lt2"/>
              </a:solidFill>
              <a:latin typeface="Roboto Light"/>
              <a:ea typeface="Roboto Light"/>
              <a:cs typeface="Roboto Light"/>
              <a:sym typeface="Roboto Light"/>
            </a:endParaRPr>
          </a:p>
        </p:txBody>
      </p:sp>
      <p:cxnSp>
        <p:nvCxnSpPr>
          <p:cNvPr id="1024" name="Google Shape;1024;g3693f7da1e3_0_346"/>
          <p:cNvCxnSpPr>
            <a:stCxn id="1022" idx="1"/>
            <a:endCxn id="1023" idx="3"/>
          </p:cNvCxnSpPr>
          <p:nvPr/>
        </p:nvCxnSpPr>
        <p:spPr>
          <a:xfrm rot="10800000">
            <a:off x="5011713" y="1738688"/>
            <a:ext cx="441600" cy="0"/>
          </a:xfrm>
          <a:prstGeom prst="straightConnector1">
            <a:avLst/>
          </a:prstGeom>
          <a:noFill/>
          <a:ln cap="flat" cmpd="sng" w="9525">
            <a:solidFill>
              <a:schemeClr val="dk2"/>
            </a:solidFill>
            <a:prstDash val="dash"/>
            <a:round/>
            <a:headEnd len="med" w="med" type="none"/>
            <a:tailEnd len="med" w="med" type="triangle"/>
          </a:ln>
        </p:spPr>
      </p:cxnSp>
      <p:cxnSp>
        <p:nvCxnSpPr>
          <p:cNvPr id="1025" name="Google Shape;1025;g3693f7da1e3_0_346"/>
          <p:cNvCxnSpPr>
            <a:stCxn id="1023" idx="2"/>
            <a:endCxn id="1020" idx="0"/>
          </p:cNvCxnSpPr>
          <p:nvPr/>
        </p:nvCxnSpPr>
        <p:spPr>
          <a:xfrm>
            <a:off x="4491188" y="1979000"/>
            <a:ext cx="0" cy="1485900"/>
          </a:xfrm>
          <a:prstGeom prst="straightConnector1">
            <a:avLst/>
          </a:prstGeom>
          <a:noFill/>
          <a:ln cap="flat" cmpd="sng" w="9525">
            <a:solidFill>
              <a:schemeClr val="dk2"/>
            </a:solidFill>
            <a:prstDash val="solid"/>
            <a:round/>
            <a:headEnd len="med" w="med" type="none"/>
            <a:tailEnd len="med" w="med" type="triangle"/>
          </a:ln>
        </p:spPr>
      </p:cxnSp>
      <p:sp>
        <p:nvSpPr>
          <p:cNvPr id="1026" name="Google Shape;1026;g3693f7da1e3_0_346"/>
          <p:cNvSpPr txBox="1"/>
          <p:nvPr/>
        </p:nvSpPr>
        <p:spPr>
          <a:xfrm rot="-5400000">
            <a:off x="3399663" y="247320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1027" name="Google Shape;1027;g3693f7da1e3_0_346"/>
          <p:cNvSpPr/>
          <p:nvPr/>
        </p:nvSpPr>
        <p:spPr>
          <a:xfrm>
            <a:off x="5363913" y="346478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cxnSp>
        <p:nvCxnSpPr>
          <p:cNvPr id="1028" name="Google Shape;1028;g3693f7da1e3_0_346"/>
          <p:cNvCxnSpPr>
            <a:stCxn id="1020" idx="3"/>
            <a:endCxn id="1027" idx="1"/>
          </p:cNvCxnSpPr>
          <p:nvPr/>
        </p:nvCxnSpPr>
        <p:spPr>
          <a:xfrm>
            <a:off x="4942838" y="3705071"/>
            <a:ext cx="421200" cy="0"/>
          </a:xfrm>
          <a:prstGeom prst="straightConnector1">
            <a:avLst/>
          </a:prstGeom>
          <a:noFill/>
          <a:ln cap="flat" cmpd="sng" w="9525">
            <a:solidFill>
              <a:schemeClr val="dk2"/>
            </a:solidFill>
            <a:prstDash val="solid"/>
            <a:round/>
            <a:headEnd len="med" w="med" type="none"/>
            <a:tailEnd len="med" w="med" type="triangle"/>
          </a:ln>
        </p:spPr>
      </p:cxnSp>
      <p:sp>
        <p:nvSpPr>
          <p:cNvPr id="1029" name="Google Shape;1029;g3693f7da1e3_0_346"/>
          <p:cNvSpPr/>
          <p:nvPr/>
        </p:nvSpPr>
        <p:spPr>
          <a:xfrm>
            <a:off x="7200400" y="1498400"/>
            <a:ext cx="1041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MES or external system</a:t>
            </a:r>
            <a:endParaRPr sz="800">
              <a:solidFill>
                <a:schemeClr val="lt2"/>
              </a:solidFill>
              <a:latin typeface="Roboto Light"/>
              <a:ea typeface="Roboto Light"/>
              <a:cs typeface="Roboto Light"/>
              <a:sym typeface="Roboto Light"/>
            </a:endParaRPr>
          </a:p>
        </p:txBody>
      </p:sp>
      <p:cxnSp>
        <p:nvCxnSpPr>
          <p:cNvPr id="1030" name="Google Shape;1030;g3693f7da1e3_0_346"/>
          <p:cNvCxnSpPr/>
          <p:nvPr/>
        </p:nvCxnSpPr>
        <p:spPr>
          <a:xfrm>
            <a:off x="6626375" y="2595625"/>
            <a:ext cx="2326500" cy="18900"/>
          </a:xfrm>
          <a:prstGeom prst="straightConnector1">
            <a:avLst/>
          </a:prstGeom>
          <a:noFill/>
          <a:ln cap="flat" cmpd="sng" w="9525">
            <a:solidFill>
              <a:schemeClr val="dk2"/>
            </a:solidFill>
            <a:prstDash val="dash"/>
            <a:round/>
            <a:headEnd len="med" w="med" type="none"/>
            <a:tailEnd len="med" w="med" type="none"/>
          </a:ln>
        </p:spPr>
      </p:cxnSp>
      <p:sp>
        <p:nvSpPr>
          <p:cNvPr id="1031" name="Google Shape;1031;g3693f7da1e3_0_346"/>
          <p:cNvSpPr/>
          <p:nvPr/>
        </p:nvSpPr>
        <p:spPr>
          <a:xfrm>
            <a:off x="7236100" y="2769025"/>
            <a:ext cx="1005600" cy="223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API</a:t>
            </a:r>
            <a:endParaRPr sz="600">
              <a:solidFill>
                <a:schemeClr val="lt2"/>
              </a:solidFill>
              <a:latin typeface="Roboto Light"/>
              <a:ea typeface="Roboto Light"/>
              <a:cs typeface="Roboto Light"/>
              <a:sym typeface="Roboto Light"/>
            </a:endParaRPr>
          </a:p>
        </p:txBody>
      </p:sp>
      <p:sp>
        <p:nvSpPr>
          <p:cNvPr id="1032" name="Google Shape;1032;g3693f7da1e3_0_346"/>
          <p:cNvSpPr/>
          <p:nvPr/>
        </p:nvSpPr>
        <p:spPr>
          <a:xfrm>
            <a:off x="6569650" y="3291625"/>
            <a:ext cx="2338500" cy="988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800">
                <a:solidFill>
                  <a:schemeClr val="lt1"/>
                </a:solidFill>
                <a:latin typeface="Roboto"/>
                <a:ea typeface="Roboto"/>
                <a:cs typeface="Roboto"/>
                <a:sym typeface="Roboto"/>
              </a:rPr>
              <a:t>1. /SCWM/MFG_CONSUME_ITEMS_EXT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2. /SCWM/MFG_REVERSE_ITEMS_EXT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3. /SCWM/MFG_CONSUME_HU_EXT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4. /SCWM/MFG_REVERSE_HU_EXT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lang="en-US" sz="800">
                <a:solidFill>
                  <a:schemeClr val="lt1"/>
                </a:solidFill>
                <a:latin typeface="Roboto Light"/>
                <a:ea typeface="Roboto Light"/>
                <a:cs typeface="Roboto Light"/>
                <a:sym typeface="Roboto Light"/>
              </a:rPr>
              <a:t>5. /SCWM/MFG_READ_STOCK_EXT</a:t>
            </a:r>
            <a:endParaRPr sz="800">
              <a:solidFill>
                <a:schemeClr val="lt1"/>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1"/>
                </a:solidFill>
                <a:latin typeface="Roboto Light"/>
                <a:ea typeface="Roboto Light"/>
                <a:cs typeface="Roboto Light"/>
                <a:sym typeface="Roboto Light"/>
              </a:rPr>
              <a:t>6. /SCWM/MFG_STAGE_EXT</a:t>
            </a:r>
            <a:endParaRPr sz="800">
              <a:solidFill>
                <a:schemeClr val="lt1"/>
              </a:solidFill>
              <a:latin typeface="Roboto Light"/>
              <a:ea typeface="Roboto Light"/>
              <a:cs typeface="Roboto Light"/>
              <a:sym typeface="Roboto Light"/>
            </a:endParaRPr>
          </a:p>
        </p:txBody>
      </p:sp>
      <p:cxnSp>
        <p:nvCxnSpPr>
          <p:cNvPr id="1033" name="Google Shape;1033;g3693f7da1e3_0_346"/>
          <p:cNvCxnSpPr>
            <a:stCxn id="1029" idx="2"/>
            <a:endCxn id="1031" idx="0"/>
          </p:cNvCxnSpPr>
          <p:nvPr/>
        </p:nvCxnSpPr>
        <p:spPr>
          <a:xfrm>
            <a:off x="7721050" y="1979000"/>
            <a:ext cx="18000" cy="789900"/>
          </a:xfrm>
          <a:prstGeom prst="straightConnector1">
            <a:avLst/>
          </a:prstGeom>
          <a:noFill/>
          <a:ln cap="flat" cmpd="sng" w="9525">
            <a:solidFill>
              <a:schemeClr val="dk2"/>
            </a:solidFill>
            <a:prstDash val="solid"/>
            <a:round/>
            <a:headEnd len="med" w="med" type="none"/>
            <a:tailEnd len="med" w="med" type="triangle"/>
          </a:ln>
        </p:spPr>
      </p:cxnSp>
      <p:cxnSp>
        <p:nvCxnSpPr>
          <p:cNvPr id="1034" name="Google Shape;1034;g3693f7da1e3_0_346"/>
          <p:cNvCxnSpPr>
            <a:stCxn id="1031" idx="2"/>
            <a:endCxn id="1032" idx="0"/>
          </p:cNvCxnSpPr>
          <p:nvPr/>
        </p:nvCxnSpPr>
        <p:spPr>
          <a:xfrm>
            <a:off x="7738900" y="2992225"/>
            <a:ext cx="0" cy="299400"/>
          </a:xfrm>
          <a:prstGeom prst="straightConnector1">
            <a:avLst/>
          </a:prstGeom>
          <a:noFill/>
          <a:ln cap="flat" cmpd="sng" w="9525">
            <a:solidFill>
              <a:schemeClr val="dk2"/>
            </a:solidFill>
            <a:prstDash val="solid"/>
            <a:round/>
            <a:headEnd len="med" w="med" type="none"/>
            <a:tailEnd len="med" w="med" type="triangle"/>
          </a:ln>
        </p:spPr>
      </p:cxnSp>
      <p:sp>
        <p:nvSpPr>
          <p:cNvPr id="1035" name="Google Shape;1035;g3693f7da1e3_0_346"/>
          <p:cNvSpPr txBox="1"/>
          <p:nvPr/>
        </p:nvSpPr>
        <p:spPr>
          <a:xfrm>
            <a:off x="6569650" y="4354800"/>
            <a:ext cx="18051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Roboto Light"/>
                <a:ea typeface="Roboto Light"/>
                <a:cs typeface="Roboto Light"/>
                <a:sym typeface="Roboto Light"/>
              </a:rPr>
              <a:t>*Custom development</a:t>
            </a:r>
            <a:endParaRPr sz="1000">
              <a:solidFill>
                <a:schemeClr val="dk1"/>
              </a:solidFill>
              <a:latin typeface="Roboto Light"/>
              <a:ea typeface="Roboto Light"/>
              <a:cs typeface="Roboto Light"/>
              <a:sym typeface="Roboto Light"/>
            </a:endParaRPr>
          </a:p>
        </p:txBody>
      </p:sp>
      <p:sp>
        <p:nvSpPr>
          <p:cNvPr id="1036" name="Google Shape;1036;g3693f7da1e3_0_346"/>
          <p:cNvSpPr/>
          <p:nvPr/>
        </p:nvSpPr>
        <p:spPr>
          <a:xfrm>
            <a:off x="8241688" y="2149863"/>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cxnSp>
        <p:nvCxnSpPr>
          <p:cNvPr id="1037" name="Google Shape;1037;g3693f7da1e3_0_346"/>
          <p:cNvCxnSpPr>
            <a:stCxn id="1036" idx="0"/>
            <a:endCxn id="1029" idx="3"/>
          </p:cNvCxnSpPr>
          <p:nvPr/>
        </p:nvCxnSpPr>
        <p:spPr>
          <a:xfrm flipH="1" rot="5400000">
            <a:off x="8217238" y="1763163"/>
            <a:ext cx="411300" cy="362100"/>
          </a:xfrm>
          <a:prstGeom prst="bentConnector2">
            <a:avLst/>
          </a:prstGeom>
          <a:noFill/>
          <a:ln cap="flat" cmpd="sng" w="9525">
            <a:solidFill>
              <a:schemeClr val="dk2"/>
            </a:solidFill>
            <a:prstDash val="dash"/>
            <a:round/>
            <a:headEnd len="med" w="med" type="none"/>
            <a:tailEnd len="med" w="med" type="triangle"/>
          </a:ln>
        </p:spPr>
      </p:cxnSp>
      <p:sp>
        <p:nvSpPr>
          <p:cNvPr id="1038" name="Google Shape;1038;g3693f7da1e3_0_346"/>
          <p:cNvSpPr/>
          <p:nvPr/>
        </p:nvSpPr>
        <p:spPr>
          <a:xfrm>
            <a:off x="1771400" y="4340400"/>
            <a:ext cx="1092300" cy="2232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Roboto Light"/>
                <a:ea typeface="Roboto Light"/>
                <a:cs typeface="Roboto Light"/>
                <a:sym typeface="Roboto Light"/>
              </a:rPr>
              <a:t>EWM/IM</a:t>
            </a:r>
            <a:endParaRPr>
              <a:latin typeface="Roboto Light"/>
              <a:ea typeface="Roboto Light"/>
              <a:cs typeface="Roboto Light"/>
              <a:sym typeface="Roboto Light"/>
            </a:endParaRPr>
          </a:p>
        </p:txBody>
      </p:sp>
      <p:sp>
        <p:nvSpPr>
          <p:cNvPr id="1039" name="Google Shape;1039;g3693f7da1e3_0_346"/>
          <p:cNvSpPr/>
          <p:nvPr/>
        </p:nvSpPr>
        <p:spPr>
          <a:xfrm>
            <a:off x="5128775" y="4401200"/>
            <a:ext cx="1092300" cy="223200"/>
          </a:xfrm>
          <a:prstGeom prst="rect">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Roboto Light"/>
                <a:ea typeface="Roboto Light"/>
                <a:cs typeface="Roboto Light"/>
                <a:sym typeface="Roboto Light"/>
              </a:rPr>
              <a:t>EWM</a:t>
            </a:r>
            <a:endParaRPr>
              <a:latin typeface="Roboto Light"/>
              <a:ea typeface="Roboto Light"/>
              <a:cs typeface="Roboto Light"/>
              <a:sym typeface="Roboto Light"/>
            </a:endParaRPr>
          </a:p>
        </p:txBody>
      </p:sp>
      <p:sp>
        <p:nvSpPr>
          <p:cNvPr id="1040" name="Google Shape;1040;g3693f7da1e3_0_346"/>
          <p:cNvSpPr/>
          <p:nvPr/>
        </p:nvSpPr>
        <p:spPr>
          <a:xfrm>
            <a:off x="8152300" y="4430000"/>
            <a:ext cx="903300" cy="1944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a:latin typeface="Roboto Light"/>
                <a:ea typeface="Roboto Light"/>
                <a:cs typeface="Roboto Light"/>
                <a:sym typeface="Roboto Light"/>
              </a:rPr>
              <a:t>EWM/IM</a:t>
            </a:r>
            <a:endParaRPr>
              <a:latin typeface="Roboto Light"/>
              <a:ea typeface="Roboto Light"/>
              <a:cs typeface="Roboto Light"/>
              <a:sym typeface="Roboto Light"/>
            </a:endParaRPr>
          </a:p>
        </p:txBody>
      </p:sp>
      <p:sp>
        <p:nvSpPr>
          <p:cNvPr id="1041" name="Google Shape;1041;g3693f7da1e3_0_346"/>
          <p:cNvSpPr/>
          <p:nvPr/>
        </p:nvSpPr>
        <p:spPr>
          <a:xfrm>
            <a:off x="3156775" y="938025"/>
            <a:ext cx="3151800" cy="3757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693f7da1e3_0_388"/>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048" name="Google Shape;1048;g3693f7da1e3_0_388"/>
          <p:cNvSpPr txBox="1"/>
          <p:nvPr/>
        </p:nvSpPr>
        <p:spPr>
          <a:xfrm>
            <a:off x="771450" y="65875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for production</a:t>
            </a:r>
            <a:endParaRPr sz="1200">
              <a:solidFill>
                <a:schemeClr val="dk1"/>
              </a:solidFill>
              <a:latin typeface="Roboto Light"/>
              <a:ea typeface="Roboto Light"/>
              <a:cs typeface="Roboto Light"/>
              <a:sym typeface="Roboto Light"/>
            </a:endParaRPr>
          </a:p>
        </p:txBody>
      </p:sp>
      <p:sp>
        <p:nvSpPr>
          <p:cNvPr id="1049" name="Google Shape;1049;g3693f7da1e3_0_388"/>
          <p:cNvSpPr/>
          <p:nvPr/>
        </p:nvSpPr>
        <p:spPr>
          <a:xfrm>
            <a:off x="865875" y="1408624"/>
            <a:ext cx="738900" cy="3960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1050" name="Google Shape;1050;g3693f7da1e3_0_388"/>
          <p:cNvSpPr/>
          <p:nvPr/>
        </p:nvSpPr>
        <p:spPr>
          <a:xfrm>
            <a:off x="1721300" y="2232850"/>
            <a:ext cx="1821900" cy="6423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Goto path: </a:t>
            </a:r>
            <a:endParaRPr sz="800">
              <a:solidFill>
                <a:schemeClr val="lt2"/>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03-Outbound process </a:t>
            </a:r>
            <a:endParaRPr sz="800">
              <a:solidFill>
                <a:schemeClr val="lt2"/>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05-Consumption</a:t>
            </a:r>
            <a:endParaRPr sz="800">
              <a:solidFill>
                <a:schemeClr val="lt2"/>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01-Consumption by MO</a:t>
            </a:r>
            <a:endParaRPr sz="800">
              <a:solidFill>
                <a:schemeClr val="lt2"/>
              </a:solidFill>
              <a:latin typeface="Roboto Light"/>
              <a:ea typeface="Roboto Light"/>
              <a:cs typeface="Roboto Light"/>
              <a:sym typeface="Roboto Light"/>
            </a:endParaRPr>
          </a:p>
        </p:txBody>
      </p:sp>
      <p:sp>
        <p:nvSpPr>
          <p:cNvPr id="1051" name="Google Shape;1051;g3693f7da1e3_0_388"/>
          <p:cNvSpPr/>
          <p:nvPr/>
        </p:nvSpPr>
        <p:spPr>
          <a:xfrm>
            <a:off x="3904175" y="1237175"/>
            <a:ext cx="903300" cy="738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RF/Fiori</a:t>
            </a:r>
            <a:endParaRPr sz="600">
              <a:latin typeface="Roboto Light"/>
              <a:ea typeface="Roboto Light"/>
              <a:cs typeface="Roboto Light"/>
              <a:sym typeface="Roboto Light"/>
            </a:endParaRPr>
          </a:p>
        </p:txBody>
      </p:sp>
      <p:sp>
        <p:nvSpPr>
          <p:cNvPr id="1052" name="Google Shape;1052;g3693f7da1e3_0_388"/>
          <p:cNvSpPr/>
          <p:nvPr/>
        </p:nvSpPr>
        <p:spPr>
          <a:xfrm>
            <a:off x="5356400" y="2232850"/>
            <a:ext cx="1821900" cy="6423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App: Consumption for production</a:t>
            </a:r>
            <a:endParaRPr sz="800">
              <a:solidFill>
                <a:schemeClr val="lt2"/>
              </a:solidFill>
              <a:latin typeface="Roboto Light"/>
              <a:ea typeface="Roboto Light"/>
              <a:cs typeface="Roboto Light"/>
              <a:sym typeface="Roboto Light"/>
            </a:endParaRPr>
          </a:p>
        </p:txBody>
      </p:sp>
      <p:sp>
        <p:nvSpPr>
          <p:cNvPr id="1053" name="Google Shape;1053;g3693f7da1e3_0_388"/>
          <p:cNvSpPr/>
          <p:nvPr/>
        </p:nvSpPr>
        <p:spPr>
          <a:xfrm>
            <a:off x="3826450" y="3248100"/>
            <a:ext cx="1205400" cy="3960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Enter process order number</a:t>
            </a:r>
            <a:endParaRPr sz="800">
              <a:solidFill>
                <a:schemeClr val="lt2"/>
              </a:solidFill>
              <a:latin typeface="Roboto Light"/>
              <a:ea typeface="Roboto Light"/>
              <a:cs typeface="Roboto Light"/>
              <a:sym typeface="Roboto Light"/>
            </a:endParaRPr>
          </a:p>
        </p:txBody>
      </p:sp>
      <p:sp>
        <p:nvSpPr>
          <p:cNvPr id="1054" name="Google Shape;1054;g3693f7da1e3_0_388"/>
          <p:cNvSpPr/>
          <p:nvPr/>
        </p:nvSpPr>
        <p:spPr>
          <a:xfrm>
            <a:off x="3571000" y="3927700"/>
            <a:ext cx="1716300" cy="4632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Scan/Enter the HU/Prod </a:t>
            </a:r>
            <a:endParaRPr sz="800">
              <a:solidFill>
                <a:schemeClr val="lt2"/>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Scan/Enter the qty to be consumed(Full/partial)-Next</a:t>
            </a:r>
            <a:endParaRPr sz="800">
              <a:solidFill>
                <a:schemeClr val="lt2"/>
              </a:solidFill>
              <a:latin typeface="Roboto Light"/>
              <a:ea typeface="Roboto Light"/>
              <a:cs typeface="Roboto Light"/>
              <a:sym typeface="Roboto Light"/>
            </a:endParaRPr>
          </a:p>
        </p:txBody>
      </p:sp>
      <p:sp>
        <p:nvSpPr>
          <p:cNvPr id="1055" name="Google Shape;1055;g3693f7da1e3_0_388"/>
          <p:cNvSpPr/>
          <p:nvPr/>
        </p:nvSpPr>
        <p:spPr>
          <a:xfrm>
            <a:off x="5886475" y="3961800"/>
            <a:ext cx="1205400" cy="3960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Consumption posted</a:t>
            </a:r>
            <a:endParaRPr sz="800">
              <a:solidFill>
                <a:schemeClr val="lt2"/>
              </a:solidFill>
              <a:latin typeface="Roboto Light"/>
              <a:ea typeface="Roboto Light"/>
              <a:cs typeface="Roboto Light"/>
              <a:sym typeface="Roboto Light"/>
            </a:endParaRPr>
          </a:p>
        </p:txBody>
      </p:sp>
      <p:cxnSp>
        <p:nvCxnSpPr>
          <p:cNvPr id="1056" name="Google Shape;1056;g3693f7da1e3_0_388"/>
          <p:cNvCxnSpPr>
            <a:stCxn id="1049" idx="3"/>
            <a:endCxn id="1051" idx="1"/>
          </p:cNvCxnSpPr>
          <p:nvPr/>
        </p:nvCxnSpPr>
        <p:spPr>
          <a:xfrm>
            <a:off x="1604775" y="1606624"/>
            <a:ext cx="2299500" cy="0"/>
          </a:xfrm>
          <a:prstGeom prst="straightConnector1">
            <a:avLst/>
          </a:prstGeom>
          <a:noFill/>
          <a:ln cap="flat" cmpd="sng" w="9525">
            <a:solidFill>
              <a:schemeClr val="dk2"/>
            </a:solidFill>
            <a:prstDash val="solid"/>
            <a:round/>
            <a:headEnd len="med" w="med" type="none"/>
            <a:tailEnd len="med" w="med" type="triangle"/>
          </a:ln>
        </p:spPr>
      </p:cxnSp>
      <p:cxnSp>
        <p:nvCxnSpPr>
          <p:cNvPr id="1057" name="Google Shape;1057;g3693f7da1e3_0_388"/>
          <p:cNvCxnSpPr>
            <a:stCxn id="1051" idx="2"/>
            <a:endCxn id="1050" idx="3"/>
          </p:cNvCxnSpPr>
          <p:nvPr/>
        </p:nvCxnSpPr>
        <p:spPr>
          <a:xfrm rot="5400000">
            <a:off x="3660575" y="1858625"/>
            <a:ext cx="577800" cy="812700"/>
          </a:xfrm>
          <a:prstGeom prst="bentConnector2">
            <a:avLst/>
          </a:prstGeom>
          <a:noFill/>
          <a:ln cap="flat" cmpd="sng" w="9525">
            <a:solidFill>
              <a:schemeClr val="dk2"/>
            </a:solidFill>
            <a:prstDash val="solid"/>
            <a:round/>
            <a:headEnd len="med" w="med" type="none"/>
            <a:tailEnd len="med" w="med" type="triangle"/>
          </a:ln>
        </p:spPr>
      </p:cxnSp>
      <p:cxnSp>
        <p:nvCxnSpPr>
          <p:cNvPr id="1058" name="Google Shape;1058;g3693f7da1e3_0_388"/>
          <p:cNvCxnSpPr>
            <a:stCxn id="1051" idx="2"/>
            <a:endCxn id="1052" idx="1"/>
          </p:cNvCxnSpPr>
          <p:nvPr/>
        </p:nvCxnSpPr>
        <p:spPr>
          <a:xfrm flipH="1" rot="-5400000">
            <a:off x="4567175" y="1764725"/>
            <a:ext cx="577800" cy="1000500"/>
          </a:xfrm>
          <a:prstGeom prst="bentConnector2">
            <a:avLst/>
          </a:prstGeom>
          <a:noFill/>
          <a:ln cap="flat" cmpd="sng" w="9525">
            <a:solidFill>
              <a:schemeClr val="dk2"/>
            </a:solidFill>
            <a:prstDash val="solid"/>
            <a:round/>
            <a:headEnd len="med" w="med" type="none"/>
            <a:tailEnd len="med" w="med" type="triangle"/>
          </a:ln>
        </p:spPr>
      </p:cxnSp>
      <p:cxnSp>
        <p:nvCxnSpPr>
          <p:cNvPr id="1059" name="Google Shape;1059;g3693f7da1e3_0_388"/>
          <p:cNvCxnSpPr>
            <a:stCxn id="1050" idx="2"/>
            <a:endCxn id="1053" idx="1"/>
          </p:cNvCxnSpPr>
          <p:nvPr/>
        </p:nvCxnSpPr>
        <p:spPr>
          <a:xfrm flipH="1" rot="-5400000">
            <a:off x="2943950" y="2563450"/>
            <a:ext cx="570900" cy="1194300"/>
          </a:xfrm>
          <a:prstGeom prst="bentConnector2">
            <a:avLst/>
          </a:prstGeom>
          <a:noFill/>
          <a:ln cap="flat" cmpd="sng" w="9525">
            <a:solidFill>
              <a:schemeClr val="dk2"/>
            </a:solidFill>
            <a:prstDash val="solid"/>
            <a:round/>
            <a:headEnd len="med" w="med" type="none"/>
            <a:tailEnd len="med" w="med" type="triangle"/>
          </a:ln>
        </p:spPr>
      </p:cxnSp>
      <p:cxnSp>
        <p:nvCxnSpPr>
          <p:cNvPr id="1060" name="Google Shape;1060;g3693f7da1e3_0_388"/>
          <p:cNvCxnSpPr>
            <a:stCxn id="1052" idx="2"/>
            <a:endCxn id="1053" idx="3"/>
          </p:cNvCxnSpPr>
          <p:nvPr/>
        </p:nvCxnSpPr>
        <p:spPr>
          <a:xfrm rot="5400000">
            <a:off x="5364200" y="2542900"/>
            <a:ext cx="570900" cy="1235400"/>
          </a:xfrm>
          <a:prstGeom prst="bentConnector2">
            <a:avLst/>
          </a:prstGeom>
          <a:noFill/>
          <a:ln cap="flat" cmpd="sng" w="9525">
            <a:solidFill>
              <a:schemeClr val="dk2"/>
            </a:solidFill>
            <a:prstDash val="solid"/>
            <a:round/>
            <a:headEnd len="med" w="med" type="none"/>
            <a:tailEnd len="med" w="med" type="triangle"/>
          </a:ln>
        </p:spPr>
      </p:cxnSp>
      <p:cxnSp>
        <p:nvCxnSpPr>
          <p:cNvPr id="1061" name="Google Shape;1061;g3693f7da1e3_0_388"/>
          <p:cNvCxnSpPr>
            <a:stCxn id="1053" idx="2"/>
            <a:endCxn id="1054" idx="0"/>
          </p:cNvCxnSpPr>
          <p:nvPr/>
        </p:nvCxnSpPr>
        <p:spPr>
          <a:xfrm>
            <a:off x="4429150" y="3644100"/>
            <a:ext cx="0" cy="283500"/>
          </a:xfrm>
          <a:prstGeom prst="straightConnector1">
            <a:avLst/>
          </a:prstGeom>
          <a:noFill/>
          <a:ln cap="flat" cmpd="sng" w="9525">
            <a:solidFill>
              <a:schemeClr val="dk2"/>
            </a:solidFill>
            <a:prstDash val="solid"/>
            <a:round/>
            <a:headEnd len="med" w="med" type="none"/>
            <a:tailEnd len="med" w="med" type="triangle"/>
          </a:ln>
        </p:spPr>
      </p:cxnSp>
      <p:cxnSp>
        <p:nvCxnSpPr>
          <p:cNvPr id="1062" name="Google Shape;1062;g3693f7da1e3_0_388"/>
          <p:cNvCxnSpPr>
            <a:stCxn id="1054" idx="3"/>
            <a:endCxn id="1055" idx="1"/>
          </p:cNvCxnSpPr>
          <p:nvPr/>
        </p:nvCxnSpPr>
        <p:spPr>
          <a:xfrm>
            <a:off x="5287300" y="4159300"/>
            <a:ext cx="599100" cy="600"/>
          </a:xfrm>
          <a:prstGeom prst="straightConnector1">
            <a:avLst/>
          </a:prstGeom>
          <a:noFill/>
          <a:ln cap="flat" cmpd="sng" w="9525">
            <a:solidFill>
              <a:schemeClr val="dk2"/>
            </a:solidFill>
            <a:prstDash val="solid"/>
            <a:round/>
            <a:headEnd len="med" w="med" type="none"/>
            <a:tailEnd len="med" w="med" type="triangle"/>
          </a:ln>
        </p:spPr>
      </p:cxnSp>
      <p:sp>
        <p:nvSpPr>
          <p:cNvPr id="1063" name="Google Shape;1063;g3693f7da1e3_0_388"/>
          <p:cNvSpPr/>
          <p:nvPr/>
        </p:nvSpPr>
        <p:spPr>
          <a:xfrm>
            <a:off x="7936800" y="2294224"/>
            <a:ext cx="738900" cy="3960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Process order update</a:t>
            </a:r>
            <a:endParaRPr sz="600">
              <a:solidFill>
                <a:schemeClr val="lt2"/>
              </a:solidFill>
              <a:latin typeface="Roboto Light"/>
              <a:ea typeface="Roboto Light"/>
              <a:cs typeface="Roboto Light"/>
              <a:sym typeface="Roboto Light"/>
            </a:endParaRPr>
          </a:p>
        </p:txBody>
      </p:sp>
      <p:cxnSp>
        <p:nvCxnSpPr>
          <p:cNvPr id="1064" name="Google Shape;1064;g3693f7da1e3_0_388"/>
          <p:cNvCxnSpPr>
            <a:endCxn id="1063" idx="2"/>
          </p:cNvCxnSpPr>
          <p:nvPr/>
        </p:nvCxnSpPr>
        <p:spPr>
          <a:xfrm rot="-5400000">
            <a:off x="6964200" y="2817874"/>
            <a:ext cx="1469700" cy="1214400"/>
          </a:xfrm>
          <a:prstGeom prst="bentConnector3">
            <a:avLst>
              <a:gd fmla="val 500" name="adj1"/>
            </a:avLst>
          </a:prstGeom>
          <a:noFill/>
          <a:ln cap="flat" cmpd="sng" w="9525">
            <a:solidFill>
              <a:schemeClr val="dk2"/>
            </a:solidFill>
            <a:prstDash val="solid"/>
            <a:round/>
            <a:headEnd len="med" w="med" type="none"/>
            <a:tailEnd len="med" w="med" type="none"/>
          </a:ln>
        </p:spPr>
      </p:cxnSp>
      <p:sp>
        <p:nvSpPr>
          <p:cNvPr id="1065" name="Google Shape;1065;g3693f7da1e3_0_388"/>
          <p:cNvSpPr txBox="1"/>
          <p:nvPr/>
        </p:nvSpPr>
        <p:spPr>
          <a:xfrm rot="-5400000">
            <a:off x="7613500" y="3262625"/>
            <a:ext cx="16104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movement(261) update in process order</a:t>
            </a:r>
            <a:endParaRPr sz="600">
              <a:solidFill>
                <a:schemeClr val="dk1"/>
              </a:solidFill>
              <a:latin typeface="Roboto Light"/>
              <a:ea typeface="Roboto Light"/>
              <a:cs typeface="Roboto Light"/>
              <a:sym typeface="Roboto 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3693f7da1e3_0_411"/>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1071" name="Google Shape;1071;g3693f7da1e3_0_411"/>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072" name="Google Shape;1072;g3693f7da1e3_0_411"/>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1073" name="Google Shape;1073;g3693f7da1e3_0_411"/>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1074" name="Google Shape;1074;g3693f7da1e3_0_411"/>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pic>
        <p:nvPicPr>
          <p:cNvPr id="1080" name="Google Shape;1080;p30"/>
          <p:cNvPicPr preferRelativeResize="0"/>
          <p:nvPr/>
        </p:nvPicPr>
        <p:blipFill rotWithShape="1">
          <a:blip r:embed="rId3">
            <a:alphaModFix/>
          </a:blip>
          <a:srcRect b="0" l="0" r="0" t="0"/>
          <a:stretch/>
        </p:blipFill>
        <p:spPr>
          <a:xfrm>
            <a:off x="439630" y="1448376"/>
            <a:ext cx="8520422" cy="3232351"/>
          </a:xfrm>
          <a:prstGeom prst="rect">
            <a:avLst/>
          </a:prstGeom>
          <a:noFill/>
          <a:ln>
            <a:noFill/>
          </a:ln>
        </p:spPr>
      </p:pic>
      <p:sp>
        <p:nvSpPr>
          <p:cNvPr id="1081" name="Google Shape;1081;p30"/>
          <p:cNvSpPr txBox="1"/>
          <p:nvPr>
            <p:ph type="title"/>
          </p:nvPr>
        </p:nvSpPr>
        <p:spPr>
          <a:xfrm>
            <a:off x="582490" y="26766"/>
            <a:ext cx="7414055" cy="447076"/>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Confirm Process Order Operation/Phase</a:t>
            </a:r>
            <a:r>
              <a:rPr lang="en-US"/>
              <a:t>  - </a:t>
            </a:r>
            <a:r>
              <a:rPr lang="en-US"/>
              <a:t>M-100-010 </a:t>
            </a:r>
            <a:br>
              <a:rPr lang="en-US"/>
            </a:br>
            <a:endParaRPr/>
          </a:p>
        </p:txBody>
      </p:sp>
      <p:sp>
        <p:nvSpPr>
          <p:cNvPr id="1082" name="Google Shape;1082;p30"/>
          <p:cNvSpPr txBox="1"/>
          <p:nvPr/>
        </p:nvSpPr>
        <p:spPr>
          <a:xfrm>
            <a:off x="683234" y="701973"/>
            <a:ext cx="7034016" cy="55399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This process involves confirming the completion of specific operations or phases within a process order. It includes recording the actual time taken, quantities produced, and any deviations from the planned activities. It is used to monitor the progress of process orders. Using order confirmation,  we can  automatically issue goods (backflushing).</a:t>
            </a:r>
            <a:endParaRPr b="0" i="0" sz="1050" u="none" cap="none" strike="noStrike">
              <a:solidFill>
                <a:srgbClr val="000000"/>
              </a:solidFill>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32"/>
          <p:cNvSpPr txBox="1"/>
          <p:nvPr>
            <p:ph type="title"/>
          </p:nvPr>
        </p:nvSpPr>
        <p:spPr>
          <a:xfrm>
            <a:off x="687678" y="107952"/>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Confirm Process Order Operation/Phase</a:t>
            </a:r>
            <a:r>
              <a:rPr lang="en-US"/>
              <a:t> </a:t>
            </a:r>
            <a:endParaRPr>
              <a:latin typeface="Arial"/>
              <a:ea typeface="Arial"/>
              <a:cs typeface="Arial"/>
              <a:sym typeface="Arial"/>
            </a:endParaRPr>
          </a:p>
        </p:txBody>
      </p:sp>
      <p:grpSp>
        <p:nvGrpSpPr>
          <p:cNvPr id="1088" name="Google Shape;1088;p32"/>
          <p:cNvGrpSpPr/>
          <p:nvPr/>
        </p:nvGrpSpPr>
        <p:grpSpPr>
          <a:xfrm>
            <a:off x="687708" y="715299"/>
            <a:ext cx="7207414" cy="3383731"/>
            <a:chOff x="1004078" y="883472"/>
            <a:chExt cx="9522280" cy="4844976"/>
          </a:xfrm>
        </p:grpSpPr>
        <p:pic>
          <p:nvPicPr>
            <p:cNvPr id="1089" name="Google Shape;1089;p32"/>
            <p:cNvPicPr preferRelativeResize="0"/>
            <p:nvPr/>
          </p:nvPicPr>
          <p:blipFill rotWithShape="1">
            <a:blip r:embed="rId3">
              <a:alphaModFix/>
            </a:blip>
            <a:srcRect b="0" l="0" r="0" t="0"/>
            <a:stretch/>
          </p:blipFill>
          <p:spPr>
            <a:xfrm>
              <a:off x="1004078" y="883472"/>
              <a:ext cx="9522280" cy="4844976"/>
            </a:xfrm>
            <a:prstGeom prst="rect">
              <a:avLst/>
            </a:prstGeom>
            <a:noFill/>
            <a:ln>
              <a:noFill/>
            </a:ln>
          </p:spPr>
        </p:pic>
        <p:pic>
          <p:nvPicPr>
            <p:cNvPr id="1090" name="Google Shape;1090;p32"/>
            <p:cNvPicPr preferRelativeResize="0"/>
            <p:nvPr/>
          </p:nvPicPr>
          <p:blipFill rotWithShape="1">
            <a:blip r:embed="rId4">
              <a:alphaModFix/>
            </a:blip>
            <a:srcRect b="0" l="1011" r="-1" t="0"/>
            <a:stretch/>
          </p:blipFill>
          <p:spPr>
            <a:xfrm>
              <a:off x="1213053" y="1037315"/>
              <a:ext cx="9125864" cy="4332771"/>
            </a:xfrm>
            <a:prstGeom prst="rect">
              <a:avLst/>
            </a:prstGeom>
            <a:noFill/>
            <a:ln cap="flat" cmpd="sng" w="12700">
              <a:solidFill>
                <a:srgbClr val="484C4F"/>
              </a:solidFill>
              <a:prstDash val="solid"/>
              <a:round/>
              <a:headEnd len="sm" w="sm" type="none"/>
              <a:tailEnd len="sm" w="sm" type="none"/>
            </a:ln>
          </p:spPr>
        </p:pic>
      </p:grpSp>
      <p:sp>
        <p:nvSpPr>
          <p:cNvPr id="1091" name="Google Shape;1091;p32"/>
          <p:cNvSpPr/>
          <p:nvPr/>
        </p:nvSpPr>
        <p:spPr>
          <a:xfrm>
            <a:off x="969831" y="2197046"/>
            <a:ext cx="3743050" cy="625898"/>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1092" name="Google Shape;1092;p32"/>
          <p:cNvSpPr txBox="1"/>
          <p:nvPr/>
        </p:nvSpPr>
        <p:spPr>
          <a:xfrm>
            <a:off x="1797107" y="4513492"/>
            <a:ext cx="5069763" cy="262160"/>
          </a:xfrm>
          <a:prstGeom prst="rect">
            <a:avLst/>
          </a:prstGeom>
          <a:noFill/>
          <a:ln>
            <a:noFill/>
          </a:ln>
        </p:spPr>
        <p:txBody>
          <a:bodyPr anchorCtr="0" anchor="b" bIns="45700" lIns="91425" spcFirstLastPara="1" rIns="91425" wrap="square" tIns="45700">
            <a:noAutofit/>
          </a:bodyPr>
          <a:lstStyle/>
          <a:p>
            <a:pPr indent="0" lvl="0" marL="0" marR="0" rtl="0" algn="l">
              <a:lnSpc>
                <a:spcPct val="150000"/>
              </a:lnSpc>
              <a:spcBef>
                <a:spcPts val="0"/>
              </a:spcBef>
              <a:spcAft>
                <a:spcPts val="0"/>
              </a:spcAft>
              <a:buClr>
                <a:srgbClr val="000000"/>
              </a:buClr>
              <a:buSzPts val="1350"/>
              <a:buFont typeface="Arial"/>
              <a:buNone/>
            </a:pPr>
            <a:r>
              <a:rPr b="0" i="0" lang="en-US" sz="1350" u="none" cap="none" strike="noStrike">
                <a:solidFill>
                  <a:schemeClr val="dk1"/>
                </a:solidFill>
                <a:latin typeface="Open Sans"/>
                <a:ea typeface="Open Sans"/>
                <a:cs typeface="Open Sans"/>
                <a:sym typeface="Open Sans"/>
              </a:rPr>
              <a:t>Enter Order &amp; Phase details &amp; then click on Goods Movement </a:t>
            </a:r>
            <a:endParaRPr b="0" i="0" sz="1400" u="none" cap="none" strike="noStrike">
              <a:solidFill>
                <a:srgbClr val="000000"/>
              </a:solidFill>
              <a:latin typeface="Arial"/>
              <a:ea typeface="Arial"/>
              <a:cs typeface="Arial"/>
              <a:sym typeface="Arial"/>
            </a:endParaRPr>
          </a:p>
        </p:txBody>
      </p:sp>
      <p:sp>
        <p:nvSpPr>
          <p:cNvPr id="1093" name="Google Shape;1093;p32"/>
          <p:cNvSpPr/>
          <p:nvPr/>
        </p:nvSpPr>
        <p:spPr>
          <a:xfrm>
            <a:off x="969832" y="2938327"/>
            <a:ext cx="3743049" cy="490674"/>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33"/>
          <p:cNvSpPr txBox="1"/>
          <p:nvPr>
            <p:ph type="title"/>
          </p:nvPr>
        </p:nvSpPr>
        <p:spPr>
          <a:xfrm>
            <a:off x="632928" y="1"/>
            <a:ext cx="7313656" cy="462521"/>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Reject Component - </a:t>
            </a:r>
            <a:r>
              <a:rPr lang="en-US"/>
              <a:t> M-100-240 </a:t>
            </a:r>
            <a:br>
              <a:rPr lang="en-US"/>
            </a:br>
            <a:endParaRPr/>
          </a:p>
        </p:txBody>
      </p:sp>
      <p:sp>
        <p:nvSpPr>
          <p:cNvPr id="1100" name="Google Shape;1100;p33"/>
          <p:cNvSpPr txBox="1"/>
          <p:nvPr/>
        </p:nvSpPr>
        <p:spPr>
          <a:xfrm>
            <a:off x="711508" y="710545"/>
            <a:ext cx="7235075" cy="39241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This process involves</a:t>
            </a:r>
            <a:r>
              <a:rPr b="0" i="0" lang="en-US" sz="1050" u="none" cap="none" strike="noStrike">
                <a:solidFill>
                  <a:srgbClr val="000000"/>
                </a:solidFill>
                <a:latin typeface="Open Sans"/>
                <a:ea typeface="Open Sans"/>
                <a:cs typeface="Open Sans"/>
                <a:sym typeface="Open Sans"/>
              </a:rPr>
              <a:t> </a:t>
            </a:r>
            <a:r>
              <a:rPr b="0" i="0" lang="en-US" sz="1050" u="none" cap="none" strike="noStrike">
                <a:solidFill>
                  <a:srgbClr val="000000"/>
                </a:solidFill>
                <a:latin typeface="Arial"/>
                <a:ea typeface="Arial"/>
                <a:cs typeface="Arial"/>
                <a:sym typeface="Arial"/>
              </a:rPr>
              <a:t>rejecting the component materials. This ensures that the production process doesn’t consume components which are not required.</a:t>
            </a:r>
            <a:endParaRPr b="0" i="0" sz="1050" u="none" cap="none" strike="noStrike">
              <a:solidFill>
                <a:srgbClr val="000000"/>
              </a:solidFill>
              <a:latin typeface="Open Sans"/>
              <a:ea typeface="Open Sans"/>
              <a:cs typeface="Open Sans"/>
              <a:sym typeface="Open Sans"/>
            </a:endParaRPr>
          </a:p>
        </p:txBody>
      </p:sp>
      <p:pic>
        <p:nvPicPr>
          <p:cNvPr id="1101" name="Google Shape;1101;p33"/>
          <p:cNvPicPr preferRelativeResize="0"/>
          <p:nvPr/>
        </p:nvPicPr>
        <p:blipFill rotWithShape="1">
          <a:blip r:embed="rId3">
            <a:alphaModFix/>
          </a:blip>
          <a:srcRect b="0" l="0" r="0" t="0"/>
          <a:stretch/>
        </p:blipFill>
        <p:spPr>
          <a:xfrm>
            <a:off x="1234292" y="1162552"/>
            <a:ext cx="6732463" cy="363384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34"/>
          <p:cNvSpPr txBox="1"/>
          <p:nvPr>
            <p:ph type="title"/>
          </p:nvPr>
        </p:nvSpPr>
        <p:spPr>
          <a:xfrm>
            <a:off x="710663" y="119184"/>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Reject Components</a:t>
            </a:r>
            <a:endParaRPr/>
          </a:p>
        </p:txBody>
      </p:sp>
      <p:grpSp>
        <p:nvGrpSpPr>
          <p:cNvPr id="1107" name="Google Shape;1107;p34"/>
          <p:cNvGrpSpPr/>
          <p:nvPr/>
        </p:nvGrpSpPr>
        <p:grpSpPr>
          <a:xfrm>
            <a:off x="534418" y="659082"/>
            <a:ext cx="8075164" cy="4177112"/>
            <a:chOff x="712557" y="893132"/>
            <a:chExt cx="10766885" cy="5569482"/>
          </a:xfrm>
        </p:grpSpPr>
        <p:pic>
          <p:nvPicPr>
            <p:cNvPr id="1108" name="Google Shape;1108;p34"/>
            <p:cNvPicPr preferRelativeResize="0"/>
            <p:nvPr/>
          </p:nvPicPr>
          <p:blipFill rotWithShape="1">
            <a:blip r:embed="rId3">
              <a:alphaModFix/>
            </a:blip>
            <a:srcRect b="0" l="0" r="0" t="0"/>
            <a:stretch/>
          </p:blipFill>
          <p:spPr>
            <a:xfrm>
              <a:off x="712557" y="893132"/>
              <a:ext cx="10766885" cy="5569482"/>
            </a:xfrm>
            <a:prstGeom prst="rect">
              <a:avLst/>
            </a:prstGeom>
            <a:noFill/>
            <a:ln>
              <a:noFill/>
            </a:ln>
          </p:spPr>
        </p:pic>
        <p:pic>
          <p:nvPicPr>
            <p:cNvPr id="1109" name="Google Shape;1109;p34"/>
            <p:cNvPicPr preferRelativeResize="0"/>
            <p:nvPr/>
          </p:nvPicPr>
          <p:blipFill rotWithShape="1">
            <a:blip r:embed="rId4">
              <a:alphaModFix/>
            </a:blip>
            <a:srcRect b="0" l="0" r="0" t="0"/>
            <a:stretch/>
          </p:blipFill>
          <p:spPr>
            <a:xfrm>
              <a:off x="930771" y="1056967"/>
              <a:ext cx="10345087" cy="5012208"/>
            </a:xfrm>
            <a:prstGeom prst="rect">
              <a:avLst/>
            </a:prstGeom>
            <a:noFill/>
            <a:ln>
              <a:noFill/>
            </a:ln>
          </p:spPr>
        </p:pic>
      </p:grpSp>
      <p:sp>
        <p:nvSpPr>
          <p:cNvPr id="1110" name="Google Shape;1110;p34"/>
          <p:cNvSpPr/>
          <p:nvPr/>
        </p:nvSpPr>
        <p:spPr>
          <a:xfrm>
            <a:off x="7785100" y="1003300"/>
            <a:ext cx="387350" cy="205127"/>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1111" name="Google Shape;1111;p34"/>
          <p:cNvSpPr txBox="1"/>
          <p:nvPr/>
        </p:nvSpPr>
        <p:spPr>
          <a:xfrm>
            <a:off x="7331327" y="1250512"/>
            <a:ext cx="1065168" cy="161583"/>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137560" lvl="0" marL="137560" marR="0" rtl="0" algn="ct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Open Sans"/>
                <a:ea typeface="Open Sans"/>
                <a:cs typeface="Open Sans"/>
                <a:sym typeface="Open Sans"/>
              </a:rPr>
              <a:t>Switch to Search</a:t>
            </a:r>
            <a:endParaRPr b="0" i="0" sz="1050" u="none" cap="none" strike="noStrike">
              <a:solidFill>
                <a:srgbClr val="000000"/>
              </a:solidFill>
              <a:latin typeface="Open Sans"/>
              <a:ea typeface="Open Sans"/>
              <a:cs typeface="Open Sans"/>
              <a:sym typeface="Open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35"/>
          <p:cNvSpPr txBox="1"/>
          <p:nvPr>
            <p:ph type="title"/>
          </p:nvPr>
        </p:nvSpPr>
        <p:spPr>
          <a:xfrm>
            <a:off x="710663" y="119184"/>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Reject Components</a:t>
            </a:r>
            <a:endParaRPr/>
          </a:p>
        </p:txBody>
      </p:sp>
      <p:grpSp>
        <p:nvGrpSpPr>
          <p:cNvPr id="1117" name="Google Shape;1117;p35"/>
          <p:cNvGrpSpPr/>
          <p:nvPr/>
        </p:nvGrpSpPr>
        <p:grpSpPr>
          <a:xfrm>
            <a:off x="347869" y="693765"/>
            <a:ext cx="8210117" cy="4003964"/>
            <a:chOff x="463826" y="925020"/>
            <a:chExt cx="10946822" cy="5338618"/>
          </a:xfrm>
        </p:grpSpPr>
        <p:grpSp>
          <p:nvGrpSpPr>
            <p:cNvPr id="1118" name="Google Shape;1118;p35"/>
            <p:cNvGrpSpPr/>
            <p:nvPr/>
          </p:nvGrpSpPr>
          <p:grpSpPr>
            <a:xfrm>
              <a:off x="463826" y="925020"/>
              <a:ext cx="10946822" cy="5338618"/>
              <a:chOff x="463826" y="862499"/>
              <a:chExt cx="10946822" cy="5338618"/>
            </a:xfrm>
          </p:grpSpPr>
          <p:pic>
            <p:nvPicPr>
              <p:cNvPr id="1119" name="Google Shape;1119;p35"/>
              <p:cNvPicPr preferRelativeResize="0"/>
              <p:nvPr/>
            </p:nvPicPr>
            <p:blipFill rotWithShape="1">
              <a:blip r:embed="rId3">
                <a:alphaModFix/>
              </a:blip>
              <a:srcRect b="0" l="0" r="0" t="0"/>
              <a:stretch/>
            </p:blipFill>
            <p:spPr>
              <a:xfrm>
                <a:off x="463826" y="862499"/>
                <a:ext cx="10946822" cy="5338618"/>
              </a:xfrm>
              <a:prstGeom prst="rect">
                <a:avLst/>
              </a:prstGeom>
              <a:noFill/>
              <a:ln>
                <a:noFill/>
              </a:ln>
            </p:spPr>
          </p:pic>
          <p:pic>
            <p:nvPicPr>
              <p:cNvPr id="1120" name="Google Shape;1120;p35"/>
              <p:cNvPicPr preferRelativeResize="0"/>
              <p:nvPr/>
            </p:nvPicPr>
            <p:blipFill rotWithShape="1">
              <a:blip r:embed="rId4">
                <a:alphaModFix/>
              </a:blip>
              <a:srcRect b="0" l="0" r="0" t="0"/>
              <a:stretch/>
            </p:blipFill>
            <p:spPr>
              <a:xfrm>
                <a:off x="688962" y="1031740"/>
                <a:ext cx="10505492" cy="4856839"/>
              </a:xfrm>
              <a:prstGeom prst="rect">
                <a:avLst/>
              </a:prstGeom>
              <a:noFill/>
              <a:ln>
                <a:noFill/>
              </a:ln>
            </p:spPr>
          </p:pic>
        </p:grpSp>
        <p:sp>
          <p:nvSpPr>
            <p:cNvPr id="1121" name="Google Shape;1121;p35"/>
            <p:cNvSpPr/>
            <p:nvPr/>
          </p:nvSpPr>
          <p:spPr>
            <a:xfrm>
              <a:off x="5422232" y="3027947"/>
              <a:ext cx="573505" cy="224590"/>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36"/>
          <p:cNvSpPr txBox="1"/>
          <p:nvPr>
            <p:ph type="title"/>
          </p:nvPr>
        </p:nvSpPr>
        <p:spPr>
          <a:xfrm>
            <a:off x="710663" y="119184"/>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Reject Components</a:t>
            </a:r>
            <a:endParaRPr/>
          </a:p>
        </p:txBody>
      </p:sp>
      <p:grpSp>
        <p:nvGrpSpPr>
          <p:cNvPr id="1127" name="Google Shape;1127;p36"/>
          <p:cNvGrpSpPr/>
          <p:nvPr/>
        </p:nvGrpSpPr>
        <p:grpSpPr>
          <a:xfrm>
            <a:off x="356283" y="684808"/>
            <a:ext cx="8438291" cy="4136389"/>
            <a:chOff x="475044" y="913077"/>
            <a:chExt cx="11251054" cy="5515185"/>
          </a:xfrm>
        </p:grpSpPr>
        <p:grpSp>
          <p:nvGrpSpPr>
            <p:cNvPr id="1128" name="Google Shape;1128;p36"/>
            <p:cNvGrpSpPr/>
            <p:nvPr/>
          </p:nvGrpSpPr>
          <p:grpSpPr>
            <a:xfrm>
              <a:off x="475044" y="913077"/>
              <a:ext cx="11251054" cy="5515185"/>
              <a:chOff x="475044" y="913077"/>
              <a:chExt cx="11251054" cy="5515185"/>
            </a:xfrm>
          </p:grpSpPr>
          <p:pic>
            <p:nvPicPr>
              <p:cNvPr id="1129" name="Google Shape;1129;p36"/>
              <p:cNvPicPr preferRelativeResize="0"/>
              <p:nvPr/>
            </p:nvPicPr>
            <p:blipFill rotWithShape="1">
              <a:blip r:embed="rId3">
                <a:alphaModFix/>
              </a:blip>
              <a:srcRect b="0" l="0" r="0" t="0"/>
              <a:stretch/>
            </p:blipFill>
            <p:spPr>
              <a:xfrm>
                <a:off x="475044" y="913077"/>
                <a:ext cx="11251054" cy="5515185"/>
              </a:xfrm>
              <a:prstGeom prst="rect">
                <a:avLst/>
              </a:prstGeom>
              <a:noFill/>
              <a:ln>
                <a:noFill/>
              </a:ln>
            </p:spPr>
          </p:pic>
          <p:pic>
            <p:nvPicPr>
              <p:cNvPr id="1130" name="Google Shape;1130;p36"/>
              <p:cNvPicPr preferRelativeResize="0"/>
              <p:nvPr/>
            </p:nvPicPr>
            <p:blipFill rotWithShape="1">
              <a:blip r:embed="rId4">
                <a:alphaModFix/>
              </a:blip>
              <a:srcRect b="0" l="0" r="0" t="0"/>
              <a:stretch/>
            </p:blipFill>
            <p:spPr>
              <a:xfrm>
                <a:off x="701384" y="1091240"/>
                <a:ext cx="10798707" cy="4975321"/>
              </a:xfrm>
              <a:prstGeom prst="rect">
                <a:avLst/>
              </a:prstGeom>
              <a:noFill/>
              <a:ln>
                <a:noFill/>
              </a:ln>
            </p:spPr>
          </p:pic>
        </p:grpSp>
        <p:sp>
          <p:nvSpPr>
            <p:cNvPr id="1131" name="Google Shape;1131;p36"/>
            <p:cNvSpPr/>
            <p:nvPr/>
          </p:nvSpPr>
          <p:spPr>
            <a:xfrm>
              <a:off x="4736840" y="1414298"/>
              <a:ext cx="573505" cy="224590"/>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37"/>
          <p:cNvSpPr txBox="1"/>
          <p:nvPr>
            <p:ph type="title"/>
          </p:nvPr>
        </p:nvSpPr>
        <p:spPr>
          <a:xfrm>
            <a:off x="713113" y="159872"/>
            <a:ext cx="7258588" cy="407037"/>
          </a:xfrm>
          <a:prstGeom prst="rect">
            <a:avLst/>
          </a:prstGeom>
          <a:noFill/>
          <a:ln>
            <a:noFill/>
          </a:ln>
        </p:spPr>
        <p:txBody>
          <a:bodyPr anchorCtr="0" anchor="t" bIns="0" lIns="180000" spcFirstLastPara="1" rIns="180000" wrap="square" tIns="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Reject Component via Manage Process Order App</a:t>
            </a:r>
            <a:endParaRPr/>
          </a:p>
        </p:txBody>
      </p:sp>
      <p:sp>
        <p:nvSpPr>
          <p:cNvPr id="1137" name="Google Shape;1137;p37"/>
          <p:cNvSpPr txBox="1"/>
          <p:nvPr/>
        </p:nvSpPr>
        <p:spPr>
          <a:xfrm>
            <a:off x="2381478" y="3947536"/>
            <a:ext cx="4381044" cy="161583"/>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137560" lvl="0" marL="137560" marR="0" rtl="0" algn="ct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Open Sans"/>
                <a:ea typeface="Open Sans"/>
                <a:cs typeface="Open Sans"/>
                <a:sym typeface="Open Sans"/>
              </a:rPr>
              <a:t>Select the material check box and click on Delete Material button</a:t>
            </a:r>
            <a:endParaRPr b="0" i="0" sz="1050" u="none" cap="none" strike="noStrike">
              <a:solidFill>
                <a:srgbClr val="000000"/>
              </a:solidFill>
              <a:latin typeface="Open Sans"/>
              <a:ea typeface="Open Sans"/>
              <a:cs typeface="Open Sans"/>
              <a:sym typeface="Open Sans"/>
            </a:endParaRPr>
          </a:p>
        </p:txBody>
      </p:sp>
      <p:grpSp>
        <p:nvGrpSpPr>
          <p:cNvPr id="1138" name="Google Shape;1138;p37"/>
          <p:cNvGrpSpPr/>
          <p:nvPr/>
        </p:nvGrpSpPr>
        <p:grpSpPr>
          <a:xfrm>
            <a:off x="250372" y="1078923"/>
            <a:ext cx="8665029" cy="2528455"/>
            <a:chOff x="311417" y="1699491"/>
            <a:chExt cx="11553372" cy="3371273"/>
          </a:xfrm>
        </p:grpSpPr>
        <p:pic>
          <p:nvPicPr>
            <p:cNvPr id="1139" name="Google Shape;1139;p37"/>
            <p:cNvPicPr preferRelativeResize="0"/>
            <p:nvPr/>
          </p:nvPicPr>
          <p:blipFill rotWithShape="1">
            <a:blip r:embed="rId3">
              <a:alphaModFix/>
            </a:blip>
            <a:srcRect b="0" l="0" r="0" t="0"/>
            <a:stretch/>
          </p:blipFill>
          <p:spPr>
            <a:xfrm>
              <a:off x="311417" y="1699491"/>
              <a:ext cx="11553372" cy="3371273"/>
            </a:xfrm>
            <a:prstGeom prst="rect">
              <a:avLst/>
            </a:prstGeom>
            <a:noFill/>
            <a:ln>
              <a:noFill/>
            </a:ln>
          </p:spPr>
        </p:pic>
        <p:pic>
          <p:nvPicPr>
            <p:cNvPr id="1140" name="Google Shape;1140;p37"/>
            <p:cNvPicPr preferRelativeResize="0"/>
            <p:nvPr/>
          </p:nvPicPr>
          <p:blipFill rotWithShape="1">
            <a:blip r:embed="rId4">
              <a:alphaModFix/>
            </a:blip>
            <a:srcRect b="0" l="0" r="0" t="0"/>
            <a:stretch/>
          </p:blipFill>
          <p:spPr>
            <a:xfrm>
              <a:off x="547661" y="1803633"/>
              <a:ext cx="11087001" cy="3056825"/>
            </a:xfrm>
            <a:prstGeom prst="rect">
              <a:avLst/>
            </a:prstGeom>
            <a:noFill/>
            <a:ln>
              <a:noFill/>
            </a:ln>
          </p:spPr>
        </p:pic>
        <p:sp>
          <p:nvSpPr>
            <p:cNvPr id="1141" name="Google Shape;1141;p37"/>
            <p:cNvSpPr/>
            <p:nvPr/>
          </p:nvSpPr>
          <p:spPr>
            <a:xfrm>
              <a:off x="1518206" y="3332045"/>
              <a:ext cx="358221" cy="273168"/>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1142" name="Google Shape;1142;p37"/>
            <p:cNvSpPr/>
            <p:nvPr/>
          </p:nvSpPr>
          <p:spPr>
            <a:xfrm>
              <a:off x="560683" y="4467672"/>
              <a:ext cx="224843" cy="212747"/>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pic>
        <p:nvPicPr>
          <p:cNvPr id="1147" name="Google Shape;1147;g3693f7da1e3_2_69"/>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1148" name="Google Shape;1148;g3693f7da1e3_2_69"/>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Light"/>
              <a:buAutoNum type="arabicPeriod"/>
            </a:pPr>
            <a:r>
              <a:rPr lang="en-US" sz="1400"/>
              <a:t>Process Order creation and release</a:t>
            </a:r>
            <a:endParaRPr sz="1400"/>
          </a:p>
          <a:p>
            <a:pPr indent="-317500" lvl="0" marL="457200" rtl="0" algn="l">
              <a:lnSpc>
                <a:spcPct val="95238"/>
              </a:lnSpc>
              <a:spcBef>
                <a:spcPts val="0"/>
              </a:spcBef>
              <a:spcAft>
                <a:spcPts val="0"/>
              </a:spcAft>
              <a:buSzPts val="1400"/>
              <a:buAutoNum type="arabicPeriod"/>
            </a:pPr>
            <a:r>
              <a:rPr lang="en-US" sz="1400"/>
              <a:t>Staging for production with EWM</a:t>
            </a:r>
            <a:endParaRPr sz="1400"/>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a:buAutoNum type="arabicPeriod"/>
            </a:pPr>
            <a:r>
              <a:rPr b="1" lang="en-US" sz="1400">
                <a:latin typeface="Roboto"/>
                <a:ea typeface="Roboto"/>
                <a:cs typeface="Roboto"/>
                <a:sym typeface="Roboto"/>
              </a:rPr>
              <a:t>Production receipt of bulk/Production receipt of packed product</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1149" name="Google Shape;1149;g3693f7da1e3_2_69"/>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1150" name="Google Shape;1150;g3693f7da1e3_2_69"/>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1151" name="Google Shape;1151;g3693f7da1e3_2_69"/>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1152" name="Google Shape;1152;g3693f7da1e3_2_69"/>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1153" name="Google Shape;1153;g3693f7da1e3_2_69"/>
          <p:cNvGrpSpPr/>
          <p:nvPr/>
        </p:nvGrpSpPr>
        <p:grpSpPr>
          <a:xfrm>
            <a:off x="7495354" y="188417"/>
            <a:ext cx="1395087" cy="441585"/>
            <a:chOff x="5991694" y="1720305"/>
            <a:chExt cx="1929047" cy="618207"/>
          </a:xfrm>
        </p:grpSpPr>
        <p:sp>
          <p:nvSpPr>
            <p:cNvPr id="1154" name="Google Shape;1154;g3693f7da1e3_2_69"/>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g3693f7da1e3_2_69"/>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g3693f7da1e3_2_69"/>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g3693f7da1e3_2_69"/>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g3693f7da1e3_2_69"/>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g3693f7da1e3_2_69"/>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g3693f7da1e3_2_69"/>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g3693f7da1e3_2_69"/>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g3693f7da1e3_2_69"/>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g3693f7da1e3_2_69"/>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g3693f7da1e3_2_69"/>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g3693f7da1e3_2_69"/>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g3693f7da1e3_2_69"/>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pic>
        <p:nvPicPr>
          <p:cNvPr id="1172" name="Google Shape;1172;p38"/>
          <p:cNvPicPr preferRelativeResize="0"/>
          <p:nvPr/>
        </p:nvPicPr>
        <p:blipFill rotWithShape="1">
          <a:blip r:embed="rId3">
            <a:alphaModFix/>
          </a:blip>
          <a:srcRect b="0" l="0" r="0" t="0"/>
          <a:stretch/>
        </p:blipFill>
        <p:spPr>
          <a:xfrm>
            <a:off x="263653" y="1019857"/>
            <a:ext cx="8616695" cy="3505673"/>
          </a:xfrm>
          <a:prstGeom prst="rect">
            <a:avLst/>
          </a:prstGeom>
          <a:noFill/>
          <a:ln>
            <a:noFill/>
          </a:ln>
        </p:spPr>
      </p:pic>
      <p:sp>
        <p:nvSpPr>
          <p:cNvPr id="1173" name="Google Shape;1173;p38"/>
          <p:cNvSpPr txBox="1"/>
          <p:nvPr>
            <p:ph type="title"/>
          </p:nvPr>
        </p:nvSpPr>
        <p:spPr>
          <a:xfrm>
            <a:off x="684587" y="5953"/>
            <a:ext cx="7344548" cy="462521"/>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Perform Final Confirmation -</a:t>
            </a:r>
            <a:r>
              <a:rPr lang="en-US">
                <a:latin typeface="Open Sans"/>
                <a:ea typeface="Open Sans"/>
                <a:cs typeface="Open Sans"/>
                <a:sym typeface="Open Sans"/>
              </a:rPr>
              <a:t>  M-100-040 </a:t>
            </a:r>
            <a:br>
              <a:rPr lang="en-US">
                <a:latin typeface="Open Sans"/>
                <a:ea typeface="Open Sans"/>
                <a:cs typeface="Open Sans"/>
                <a:sym typeface="Open Sans"/>
              </a:rPr>
            </a:br>
            <a:endParaRPr/>
          </a:p>
          <a:p>
            <a:pPr indent="0" lvl="0" marL="0" rtl="0" algn="l">
              <a:lnSpc>
                <a:spcPct val="90000"/>
              </a:lnSpc>
              <a:spcBef>
                <a:spcPts val="0"/>
              </a:spcBef>
              <a:spcAft>
                <a:spcPts val="0"/>
              </a:spcAft>
              <a:buSzPts val="2600"/>
              <a:buNone/>
            </a:pPr>
            <a:r>
              <a:t/>
            </a:r>
            <a:endParaRPr/>
          </a:p>
        </p:txBody>
      </p:sp>
      <p:sp>
        <p:nvSpPr>
          <p:cNvPr id="1174" name="Google Shape;1174;p38"/>
          <p:cNvSpPr txBox="1"/>
          <p:nvPr/>
        </p:nvSpPr>
        <p:spPr>
          <a:xfrm>
            <a:off x="732186" y="701829"/>
            <a:ext cx="7432921" cy="39241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This process involves performing final confirmation after production based on the batch number from the production order or automatically.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39"/>
          <p:cNvSpPr txBox="1"/>
          <p:nvPr>
            <p:ph type="title"/>
          </p:nvPr>
        </p:nvSpPr>
        <p:spPr>
          <a:xfrm>
            <a:off x="698079" y="29583"/>
            <a:ext cx="7258588" cy="407037"/>
          </a:xfrm>
          <a:prstGeom prst="rect">
            <a:avLst/>
          </a:prstGeom>
          <a:noFill/>
          <a:ln>
            <a:noFill/>
          </a:ln>
        </p:spPr>
        <p:txBody>
          <a:bodyPr anchorCtr="0" anchor="t" bIns="0" lIns="180000" spcFirstLastPara="1" rIns="180000" wrap="square" tIns="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Perform Final Confirmation via Confirm Process Order Phase</a:t>
            </a:r>
            <a:endParaRPr/>
          </a:p>
        </p:txBody>
      </p:sp>
      <p:grpSp>
        <p:nvGrpSpPr>
          <p:cNvPr id="1180" name="Google Shape;1180;p39"/>
          <p:cNvGrpSpPr/>
          <p:nvPr/>
        </p:nvGrpSpPr>
        <p:grpSpPr>
          <a:xfrm>
            <a:off x="1003534" y="661288"/>
            <a:ext cx="7109747" cy="4177112"/>
            <a:chOff x="1338044" y="881717"/>
            <a:chExt cx="9479663" cy="5569482"/>
          </a:xfrm>
        </p:grpSpPr>
        <p:pic>
          <p:nvPicPr>
            <p:cNvPr id="1181" name="Google Shape;1181;p39"/>
            <p:cNvPicPr preferRelativeResize="0"/>
            <p:nvPr/>
          </p:nvPicPr>
          <p:blipFill rotWithShape="1">
            <a:blip r:embed="rId3">
              <a:alphaModFix/>
            </a:blip>
            <a:srcRect b="0" l="0" r="0" t="0"/>
            <a:stretch/>
          </p:blipFill>
          <p:spPr>
            <a:xfrm>
              <a:off x="1338044" y="881717"/>
              <a:ext cx="9479663" cy="5569482"/>
            </a:xfrm>
            <a:prstGeom prst="rect">
              <a:avLst/>
            </a:prstGeom>
            <a:noFill/>
            <a:ln>
              <a:noFill/>
            </a:ln>
          </p:spPr>
        </p:pic>
        <p:pic>
          <p:nvPicPr>
            <p:cNvPr id="1182" name="Google Shape;1182;p39"/>
            <p:cNvPicPr preferRelativeResize="0"/>
            <p:nvPr/>
          </p:nvPicPr>
          <p:blipFill rotWithShape="1">
            <a:blip r:embed="rId4">
              <a:alphaModFix/>
            </a:blip>
            <a:srcRect b="0" l="0" r="0" t="0"/>
            <a:stretch/>
          </p:blipFill>
          <p:spPr>
            <a:xfrm>
              <a:off x="1536092" y="1060525"/>
              <a:ext cx="9092842" cy="5014693"/>
            </a:xfrm>
            <a:prstGeom prst="rect">
              <a:avLst/>
            </a:prstGeom>
            <a:noFill/>
            <a:ln cap="flat" cmpd="sng" w="9525">
              <a:solidFill>
                <a:srgbClr val="303C43"/>
              </a:solidFill>
              <a:prstDash val="solid"/>
              <a:round/>
              <a:headEnd len="sm" w="sm" type="none"/>
              <a:tailEnd len="sm" w="sm" type="none"/>
            </a:ln>
          </p:spPr>
        </p:pic>
        <p:sp>
          <p:nvSpPr>
            <p:cNvPr id="1183" name="Google Shape;1183;p39"/>
            <p:cNvSpPr/>
            <p:nvPr/>
          </p:nvSpPr>
          <p:spPr>
            <a:xfrm>
              <a:off x="2746223" y="1854920"/>
              <a:ext cx="1376950" cy="712434"/>
            </a:xfrm>
            <a:prstGeom prst="rect">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1184" name="Google Shape;1184;p39"/>
            <p:cNvSpPr/>
            <p:nvPr/>
          </p:nvSpPr>
          <p:spPr>
            <a:xfrm>
              <a:off x="4508034" y="1429540"/>
              <a:ext cx="1028607" cy="273656"/>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1185" name="Google Shape;1185;p39"/>
            <p:cNvSpPr txBox="1"/>
            <p:nvPr/>
          </p:nvSpPr>
          <p:spPr>
            <a:xfrm>
              <a:off x="6246532" y="1458646"/>
              <a:ext cx="2556505" cy="430887"/>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137560" lvl="0" marL="137560" marR="0" rtl="0" algn="ct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Open Sans"/>
                  <a:ea typeface="Open Sans"/>
                  <a:cs typeface="Open Sans"/>
                  <a:sym typeface="Open Sans"/>
                </a:rPr>
                <a:t>Enter Order details then click on Goods Movement</a:t>
              </a:r>
              <a:endParaRPr b="0" i="0" sz="1050" u="none" cap="none" strike="noStrike">
                <a:solidFill>
                  <a:srgbClr val="000000"/>
                </a:solidFill>
                <a:latin typeface="Open Sans"/>
                <a:ea typeface="Open Sans"/>
                <a:cs typeface="Open Sans"/>
                <a:sym typeface="Open Sans"/>
              </a:endParaRPr>
            </a:p>
          </p:txBody>
        </p:sp>
      </p:grpSp>
      <p:sp>
        <p:nvSpPr>
          <p:cNvPr id="1186" name="Google Shape;1186;p39"/>
          <p:cNvSpPr/>
          <p:nvPr/>
        </p:nvSpPr>
        <p:spPr>
          <a:xfrm>
            <a:off x="2296690" y="3685617"/>
            <a:ext cx="1032713" cy="534326"/>
          </a:xfrm>
          <a:prstGeom prst="rect">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1187" name="Google Shape;1187;p39"/>
          <p:cNvSpPr/>
          <p:nvPr/>
        </p:nvSpPr>
        <p:spPr>
          <a:xfrm>
            <a:off x="4042132" y="1609295"/>
            <a:ext cx="1739480" cy="97361"/>
          </a:xfrm>
          <a:prstGeom prst="rect">
            <a:avLst/>
          </a:prstGeom>
          <a:solidFill>
            <a:srgbClr val="F2F3F6"/>
          </a:solidFill>
          <a:ln>
            <a:noFill/>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40"/>
          <p:cNvSpPr txBox="1"/>
          <p:nvPr>
            <p:ph type="title"/>
          </p:nvPr>
        </p:nvSpPr>
        <p:spPr>
          <a:xfrm>
            <a:off x="698079" y="29583"/>
            <a:ext cx="7258588" cy="407037"/>
          </a:xfrm>
          <a:prstGeom prst="rect">
            <a:avLst/>
          </a:prstGeom>
          <a:noFill/>
          <a:ln>
            <a:noFill/>
          </a:ln>
        </p:spPr>
        <p:txBody>
          <a:bodyPr anchorCtr="0" anchor="t" bIns="0" lIns="180000" spcFirstLastPara="1" rIns="180000" wrap="square" tIns="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Perform Final Confirmation via Confirm Process Order Phase</a:t>
            </a:r>
            <a:endParaRPr/>
          </a:p>
        </p:txBody>
      </p:sp>
      <p:sp>
        <p:nvSpPr>
          <p:cNvPr id="1193" name="Google Shape;1193;p40"/>
          <p:cNvSpPr txBox="1"/>
          <p:nvPr/>
        </p:nvSpPr>
        <p:spPr>
          <a:xfrm>
            <a:off x="1206142" y="3587713"/>
            <a:ext cx="6731700" cy="411600"/>
          </a:xfrm>
          <a:prstGeom prst="rect">
            <a:avLst/>
          </a:prstGeom>
          <a:noFill/>
          <a:ln cap="flat" cmpd="sng" w="9525">
            <a:solidFill>
              <a:schemeClr val="dk1"/>
            </a:solidFill>
            <a:prstDash val="solid"/>
            <a:round/>
            <a:headEnd len="sm" w="sm" type="none"/>
            <a:tailEnd len="sm" w="sm" type="none"/>
          </a:ln>
        </p:spPr>
        <p:txBody>
          <a:bodyPr anchorCtr="0" anchor="t" bIns="27000" lIns="0" spcFirstLastPara="1" rIns="0" wrap="square" tIns="27000">
            <a:spAutoFit/>
          </a:bodyPr>
          <a:lstStyle/>
          <a:p>
            <a:pPr indent="-137560" lvl="0" marL="137560" marR="0" rtl="0" algn="ct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Open Sans"/>
                <a:ea typeface="Open Sans"/>
                <a:cs typeface="Open Sans"/>
                <a:sym typeface="Open Sans"/>
              </a:rPr>
              <a:t>Material Number, Batch, Movement Type, Warehouse details are auto populated.</a:t>
            </a:r>
            <a:endParaRPr b="0" i="0" sz="1400" u="none" cap="none" strike="noStrike">
              <a:solidFill>
                <a:srgbClr val="000000"/>
              </a:solidFill>
              <a:latin typeface="Arial"/>
              <a:ea typeface="Arial"/>
              <a:cs typeface="Arial"/>
              <a:sym typeface="Arial"/>
            </a:endParaRPr>
          </a:p>
          <a:p>
            <a:pPr indent="-137560" lvl="0" marL="137560" marR="0" rtl="0" algn="ctr">
              <a:lnSpc>
                <a:spcPct val="100000"/>
              </a:lnSpc>
              <a:spcBef>
                <a:spcPts val="263"/>
              </a:spcBef>
              <a:spcAft>
                <a:spcPts val="0"/>
              </a:spcAft>
              <a:buClr>
                <a:srgbClr val="000000"/>
              </a:buClr>
              <a:buSzPts val="1050"/>
              <a:buFont typeface="Arial"/>
              <a:buNone/>
            </a:pPr>
            <a:r>
              <a:rPr b="0" i="0" lang="en-US" sz="1050" u="none" cap="none" strike="noStrike">
                <a:solidFill>
                  <a:srgbClr val="000000"/>
                </a:solidFill>
                <a:latin typeface="Open Sans"/>
                <a:ea typeface="Open Sans"/>
                <a:cs typeface="Open Sans"/>
                <a:sym typeface="Open Sans"/>
              </a:rPr>
              <a:t>Enter Quantity, UoM, Receiving Storage Location, etc. as required, then click on Post.</a:t>
            </a:r>
            <a:endParaRPr b="0" i="0" sz="1050" u="none" cap="none" strike="noStrike">
              <a:solidFill>
                <a:srgbClr val="000000"/>
              </a:solidFill>
              <a:latin typeface="Open Sans"/>
              <a:ea typeface="Open Sans"/>
              <a:cs typeface="Open Sans"/>
              <a:sym typeface="Open Sans"/>
            </a:endParaRPr>
          </a:p>
        </p:txBody>
      </p:sp>
      <p:grpSp>
        <p:nvGrpSpPr>
          <p:cNvPr id="1194" name="Google Shape;1194;p40"/>
          <p:cNvGrpSpPr/>
          <p:nvPr/>
        </p:nvGrpSpPr>
        <p:grpSpPr>
          <a:xfrm>
            <a:off x="1264567" y="705926"/>
            <a:ext cx="6614883" cy="2833827"/>
            <a:chOff x="327546" y="1479176"/>
            <a:chExt cx="11532222" cy="3778436"/>
          </a:xfrm>
        </p:grpSpPr>
        <p:pic>
          <p:nvPicPr>
            <p:cNvPr id="1195" name="Google Shape;1195;p40"/>
            <p:cNvPicPr preferRelativeResize="0"/>
            <p:nvPr/>
          </p:nvPicPr>
          <p:blipFill rotWithShape="1">
            <a:blip r:embed="rId3">
              <a:alphaModFix/>
            </a:blip>
            <a:srcRect b="0" l="0" r="0" t="0"/>
            <a:stretch/>
          </p:blipFill>
          <p:spPr>
            <a:xfrm>
              <a:off x="327546" y="1479176"/>
              <a:ext cx="11532222" cy="3778436"/>
            </a:xfrm>
            <a:prstGeom prst="rect">
              <a:avLst/>
            </a:prstGeom>
            <a:noFill/>
            <a:ln>
              <a:noFill/>
            </a:ln>
          </p:spPr>
        </p:pic>
        <p:pic>
          <p:nvPicPr>
            <p:cNvPr id="1196" name="Google Shape;1196;p40"/>
            <p:cNvPicPr preferRelativeResize="0"/>
            <p:nvPr/>
          </p:nvPicPr>
          <p:blipFill rotWithShape="1">
            <a:blip r:embed="rId4">
              <a:alphaModFix/>
            </a:blip>
            <a:srcRect b="0" l="0" r="22420" t="0"/>
            <a:stretch/>
          </p:blipFill>
          <p:spPr>
            <a:xfrm>
              <a:off x="564466" y="1600375"/>
              <a:ext cx="11070215" cy="3372000"/>
            </a:xfrm>
            <a:prstGeom prst="rect">
              <a:avLst/>
            </a:prstGeom>
            <a:noFill/>
            <a:ln cap="flat" cmpd="sng" w="12700">
              <a:solidFill>
                <a:srgbClr val="484C4F"/>
              </a:solidFill>
              <a:prstDash val="solid"/>
              <a:round/>
              <a:headEnd len="sm" w="sm" type="none"/>
              <a:tailEnd len="sm" w="sm" type="none"/>
            </a:ln>
          </p:spPr>
        </p:pic>
        <p:sp>
          <p:nvSpPr>
            <p:cNvPr id="1197" name="Google Shape;1197;p40"/>
            <p:cNvSpPr/>
            <p:nvPr/>
          </p:nvSpPr>
          <p:spPr>
            <a:xfrm>
              <a:off x="3130812" y="3933145"/>
              <a:ext cx="2008585" cy="419586"/>
            </a:xfrm>
            <a:prstGeom prst="rect">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pic>
        <p:nvPicPr>
          <p:cNvPr id="1198" name="Google Shape;1198;p40"/>
          <p:cNvPicPr preferRelativeResize="0"/>
          <p:nvPr/>
        </p:nvPicPr>
        <p:blipFill rotWithShape="1">
          <a:blip r:embed="rId5">
            <a:alphaModFix/>
          </a:blip>
          <a:srcRect b="13529" l="0" r="30590" t="0"/>
          <a:stretch/>
        </p:blipFill>
        <p:spPr>
          <a:xfrm>
            <a:off x="425095" y="4373398"/>
            <a:ext cx="3087585" cy="273050"/>
          </a:xfrm>
          <a:prstGeom prst="rect">
            <a:avLst/>
          </a:prstGeom>
          <a:noFill/>
          <a:ln cap="flat" cmpd="sng" w="9525">
            <a:solidFill>
              <a:srgbClr val="484C4F"/>
            </a:solidFill>
            <a:prstDash val="solid"/>
            <a:round/>
            <a:headEnd len="sm" w="sm" type="none"/>
            <a:tailEnd len="sm" w="sm" type="none"/>
          </a:ln>
        </p:spPr>
      </p:pic>
      <p:sp>
        <p:nvSpPr>
          <p:cNvPr id="1199" name="Google Shape;1199;p40"/>
          <p:cNvSpPr txBox="1"/>
          <p:nvPr/>
        </p:nvSpPr>
        <p:spPr>
          <a:xfrm>
            <a:off x="3655490" y="4348340"/>
            <a:ext cx="4282369" cy="323165"/>
          </a:xfrm>
          <a:prstGeom prst="rect">
            <a:avLst/>
          </a:prstGeom>
          <a:noFill/>
          <a:ln cap="flat" cmpd="sng" w="9525">
            <a:solidFill>
              <a:schemeClr val="dk1"/>
            </a:solidFill>
            <a:prstDash val="solid"/>
            <a:round/>
            <a:headEnd len="sm" w="sm" type="none"/>
            <a:tailEnd len="sm" w="sm" type="none"/>
          </a:ln>
        </p:spPr>
        <p:txBody>
          <a:bodyPr anchorCtr="1" anchor="ctr" bIns="0" lIns="0" spcFirstLastPara="1" rIns="0" wrap="square" tIns="0">
            <a:spAutoFit/>
          </a:bodyPr>
          <a:lstStyle/>
          <a:p>
            <a:pPr indent="-137560" lvl="0" marL="137560" marR="0" rtl="0" algn="ct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Open Sans"/>
                <a:ea typeface="Open Sans"/>
                <a:cs typeface="Open Sans"/>
                <a:sym typeface="Open Sans"/>
              </a:rPr>
              <a:t>Success message will be displayed on bottom right corner after posting the goods movement</a:t>
            </a:r>
            <a:endParaRPr b="0" i="0" sz="1050" u="none" cap="none" strike="noStrike">
              <a:solidFill>
                <a:srgbClr val="000000"/>
              </a:solidFill>
              <a:latin typeface="Open Sans"/>
              <a:ea typeface="Open Sans"/>
              <a:cs typeface="Open Sans"/>
              <a:sym typeface="Open Sans"/>
            </a:endParaRPr>
          </a:p>
        </p:txBody>
      </p:sp>
      <p:sp>
        <p:nvSpPr>
          <p:cNvPr id="1200" name="Google Shape;1200;p40"/>
          <p:cNvSpPr/>
          <p:nvPr/>
        </p:nvSpPr>
        <p:spPr>
          <a:xfrm>
            <a:off x="2297767" y="1646188"/>
            <a:ext cx="1739400" cy="97500"/>
          </a:xfrm>
          <a:prstGeom prst="rect">
            <a:avLst/>
          </a:prstGeom>
          <a:solidFill>
            <a:srgbClr val="F2F3F6"/>
          </a:solidFill>
          <a:ln>
            <a:noFill/>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pic>
        <p:nvPicPr>
          <p:cNvPr id="1205" name="Google Shape;1205;g3693f7da1e3_2_92"/>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1206" name="Google Shape;1206;g3693f7da1e3_2_92"/>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Light"/>
              <a:buAutoNum type="arabicPeriod"/>
            </a:pPr>
            <a:r>
              <a:rPr lang="en-US" sz="1400"/>
              <a:t>Process Order creation and release</a:t>
            </a:r>
            <a:endParaRPr sz="1400"/>
          </a:p>
          <a:p>
            <a:pPr indent="-317500" lvl="0" marL="457200" rtl="0" algn="l">
              <a:lnSpc>
                <a:spcPct val="95238"/>
              </a:lnSpc>
              <a:spcBef>
                <a:spcPts val="0"/>
              </a:spcBef>
              <a:spcAft>
                <a:spcPts val="0"/>
              </a:spcAft>
              <a:buSzPts val="1400"/>
              <a:buAutoNum type="arabicPeriod"/>
            </a:pPr>
            <a:r>
              <a:rPr lang="en-US" sz="1400"/>
              <a:t>Staging for production with EWM</a:t>
            </a:r>
            <a:endParaRPr sz="1400"/>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b="1" lang="en-US" sz="1400">
                <a:latin typeface="Roboto"/>
                <a:ea typeface="Roboto"/>
                <a:cs typeface="Roboto"/>
                <a:sym typeface="Roboto"/>
              </a:rPr>
              <a:t>Material quantities reconciliation</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1207" name="Google Shape;1207;g3693f7da1e3_2_92"/>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1208" name="Google Shape;1208;g3693f7da1e3_2_92"/>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1209" name="Google Shape;1209;g3693f7da1e3_2_92"/>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1210" name="Google Shape;1210;g3693f7da1e3_2_92"/>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1211" name="Google Shape;1211;g3693f7da1e3_2_92"/>
          <p:cNvGrpSpPr/>
          <p:nvPr/>
        </p:nvGrpSpPr>
        <p:grpSpPr>
          <a:xfrm>
            <a:off x="7495354" y="188417"/>
            <a:ext cx="1395087" cy="441585"/>
            <a:chOff x="5991694" y="1720305"/>
            <a:chExt cx="1929047" cy="618207"/>
          </a:xfrm>
        </p:grpSpPr>
        <p:sp>
          <p:nvSpPr>
            <p:cNvPr id="1212" name="Google Shape;1212;g3693f7da1e3_2_92"/>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g3693f7da1e3_2_92"/>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g3693f7da1e3_2_92"/>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g3693f7da1e3_2_92"/>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g3693f7da1e3_2_92"/>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g3693f7da1e3_2_92"/>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g3693f7da1e3_2_92"/>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g3693f7da1e3_2_92"/>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g3693f7da1e3_2_92"/>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g3693f7da1e3_2_92"/>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g3693f7da1e3_2_92"/>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g3693f7da1e3_2_92"/>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g3693f7da1e3_2_92"/>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g3691bdd514c_1_157"/>
          <p:cNvSpPr txBox="1"/>
          <p:nvPr>
            <p:ph type="title"/>
          </p:nvPr>
        </p:nvSpPr>
        <p:spPr>
          <a:xfrm>
            <a:off x="698079" y="29583"/>
            <a:ext cx="7258500" cy="407100"/>
          </a:xfrm>
          <a:prstGeom prst="rect">
            <a:avLst/>
          </a:prstGeom>
          <a:noFill/>
          <a:ln>
            <a:noFill/>
          </a:ln>
        </p:spPr>
        <p:txBody>
          <a:bodyPr anchorCtr="0" anchor="t" bIns="0" lIns="180000" spcFirstLastPara="1" rIns="180000" wrap="square" tIns="0">
            <a:noAutofit/>
          </a:bodyPr>
          <a:lstStyle/>
          <a:p>
            <a:pPr indent="0" lvl="0" marL="0" rtl="0" algn="l">
              <a:lnSpc>
                <a:spcPct val="90000"/>
              </a:lnSpc>
              <a:spcBef>
                <a:spcPts val="0"/>
              </a:spcBef>
              <a:spcAft>
                <a:spcPts val="0"/>
              </a:spcAft>
              <a:buSzPts val="2600"/>
              <a:buNone/>
            </a:pPr>
            <a:r>
              <a:rPr lang="en-US">
                <a:solidFill>
                  <a:srgbClr val="5495FC"/>
                </a:solidFill>
                <a:latin typeface="Arial"/>
                <a:ea typeface="Arial"/>
                <a:cs typeface="Arial"/>
                <a:sym typeface="Arial"/>
              </a:rPr>
              <a:t>Illustration</a:t>
            </a:r>
            <a:r>
              <a:rPr lang="en-US">
                <a:solidFill>
                  <a:srgbClr val="5495FC"/>
                </a:solidFill>
                <a:latin typeface="Arial"/>
                <a:ea typeface="Arial"/>
                <a:cs typeface="Arial"/>
                <a:sym typeface="Arial"/>
              </a:rPr>
              <a:t> to COGI Errors  - </a:t>
            </a:r>
            <a:endParaRPr>
              <a:solidFill>
                <a:srgbClr val="5495FC"/>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200">
                <a:solidFill>
                  <a:srgbClr val="1D2D3E"/>
                </a:solidFill>
                <a:highlight>
                  <a:srgbClr val="FFFFFF"/>
                </a:highlight>
                <a:latin typeface="Arial"/>
                <a:ea typeface="Arial"/>
                <a:cs typeface="Arial"/>
                <a:sym typeface="Arial"/>
              </a:rPr>
              <a:t>P</a:t>
            </a:r>
            <a:r>
              <a:rPr lang="en-US" sz="1200">
                <a:solidFill>
                  <a:schemeClr val="accent2"/>
                </a:solidFill>
                <a:highlight>
                  <a:srgbClr val="FFFFFF"/>
                </a:highlight>
                <a:latin typeface="Arial"/>
                <a:ea typeface="Arial"/>
                <a:cs typeface="Arial"/>
                <a:sym typeface="Arial"/>
              </a:rPr>
              <a:t>ostprocessing of Error Records from Automatic Goods Movements</a:t>
            </a:r>
            <a:endParaRPr sz="1200">
              <a:solidFill>
                <a:schemeClr val="accent2"/>
              </a:solidFill>
              <a:highlight>
                <a:srgbClr val="FFFFFF"/>
              </a:highlight>
              <a:latin typeface="Arial"/>
              <a:ea typeface="Arial"/>
              <a:cs typeface="Arial"/>
              <a:sym typeface="Arial"/>
            </a:endParaRPr>
          </a:p>
          <a:p>
            <a:pPr indent="0" lvl="0" marL="0" rtl="0" algn="l">
              <a:lnSpc>
                <a:spcPct val="90000"/>
              </a:lnSpc>
              <a:spcBef>
                <a:spcPts val="0"/>
              </a:spcBef>
              <a:spcAft>
                <a:spcPts val="0"/>
              </a:spcAft>
              <a:buSzPts val="2600"/>
              <a:buNone/>
            </a:pPr>
            <a:r>
              <a:t/>
            </a:r>
            <a:endParaRPr>
              <a:solidFill>
                <a:srgbClr val="5495FC"/>
              </a:solidFill>
              <a:latin typeface="Arial"/>
              <a:ea typeface="Arial"/>
              <a:cs typeface="Arial"/>
              <a:sym typeface="Arial"/>
            </a:endParaRPr>
          </a:p>
        </p:txBody>
      </p:sp>
      <p:pic>
        <p:nvPicPr>
          <p:cNvPr id="1230" name="Google Shape;1230;g3691bdd514c_1_157"/>
          <p:cNvPicPr preferRelativeResize="0"/>
          <p:nvPr/>
        </p:nvPicPr>
        <p:blipFill>
          <a:blip r:embed="rId3">
            <a:alphaModFix/>
          </a:blip>
          <a:stretch>
            <a:fillRect/>
          </a:stretch>
        </p:blipFill>
        <p:spPr>
          <a:xfrm>
            <a:off x="152400" y="589077"/>
            <a:ext cx="6165601" cy="3442424"/>
          </a:xfrm>
          <a:prstGeom prst="rect">
            <a:avLst/>
          </a:prstGeom>
          <a:noFill/>
          <a:ln>
            <a:noFill/>
          </a:ln>
        </p:spPr>
      </p:pic>
      <p:sp>
        <p:nvSpPr>
          <p:cNvPr id="1231" name="Google Shape;1231;g3691bdd514c_1_157"/>
          <p:cNvSpPr txBox="1"/>
          <p:nvPr/>
        </p:nvSpPr>
        <p:spPr>
          <a:xfrm>
            <a:off x="6523500" y="830675"/>
            <a:ext cx="2337000" cy="226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1050">
                <a:solidFill>
                  <a:schemeClr val="dk1"/>
                </a:solidFill>
                <a:latin typeface="Open Sans"/>
                <a:ea typeface="Open Sans"/>
                <a:cs typeface="Open Sans"/>
                <a:sym typeface="Open Sans"/>
              </a:rPr>
              <a:t>COGI in SAP is used to manage and correct errors from failed automatic goods movements during production, such as backflushing. When a posting fails, the error is logged in COGI, allowing users to review, fix, and reprocess the movement. This ensures production and inventory data remain accurate.</a:t>
            </a:r>
            <a:endParaRPr sz="1050">
              <a:solidFill>
                <a:schemeClr val="dk1"/>
              </a:solidFill>
              <a:latin typeface="Open Sans"/>
              <a:ea typeface="Open Sans"/>
              <a:cs typeface="Open Sans"/>
              <a:sym typeface="Open Sans"/>
            </a:endParaRPr>
          </a:p>
          <a:p>
            <a:pPr indent="0" lvl="0" marL="0" rtl="0" algn="l">
              <a:spcBef>
                <a:spcPts val="300"/>
              </a:spcBef>
              <a:spcAft>
                <a:spcPts val="0"/>
              </a:spcAft>
              <a:buNone/>
            </a:pPr>
            <a:r>
              <a:t/>
            </a:r>
            <a:endParaRPr sz="1200">
              <a:solidFill>
                <a:schemeClr val="dk1"/>
              </a:solidFill>
              <a:latin typeface="Roboto Light"/>
              <a:ea typeface="Roboto Light"/>
              <a:cs typeface="Roboto Light"/>
              <a:sym typeface="Roboto Light"/>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g3691bdd514c_1_176"/>
          <p:cNvSpPr txBox="1"/>
          <p:nvPr>
            <p:ph type="title"/>
          </p:nvPr>
        </p:nvSpPr>
        <p:spPr>
          <a:xfrm>
            <a:off x="698079" y="29583"/>
            <a:ext cx="7258500" cy="407100"/>
          </a:xfrm>
          <a:prstGeom prst="rect">
            <a:avLst/>
          </a:prstGeom>
          <a:noFill/>
          <a:ln>
            <a:noFill/>
          </a:ln>
        </p:spPr>
        <p:txBody>
          <a:bodyPr anchorCtr="0" anchor="t" bIns="0" lIns="180000" spcFirstLastPara="1" rIns="180000" wrap="square" tIns="0">
            <a:noAutofit/>
          </a:bodyPr>
          <a:lstStyle/>
          <a:p>
            <a:pPr indent="0" lvl="0" marL="0" rtl="0" algn="l">
              <a:lnSpc>
                <a:spcPct val="90000"/>
              </a:lnSpc>
              <a:spcBef>
                <a:spcPts val="0"/>
              </a:spcBef>
              <a:spcAft>
                <a:spcPts val="0"/>
              </a:spcAft>
              <a:buSzPts val="2600"/>
              <a:buNone/>
            </a:pPr>
            <a:r>
              <a:rPr lang="en-US">
                <a:solidFill>
                  <a:srgbClr val="5495FC"/>
                </a:solidFill>
                <a:latin typeface="Arial"/>
                <a:ea typeface="Arial"/>
                <a:cs typeface="Arial"/>
                <a:sym typeface="Arial"/>
              </a:rPr>
              <a:t>Illustration to COGI Errors  - </a:t>
            </a:r>
            <a:endParaRPr>
              <a:solidFill>
                <a:srgbClr val="5495FC"/>
              </a:solidFill>
              <a:latin typeface="Arial"/>
              <a:ea typeface="Arial"/>
              <a:cs typeface="Arial"/>
              <a:sym typeface="Arial"/>
            </a:endParaRPr>
          </a:p>
          <a:p>
            <a:pPr indent="0" lvl="0" marL="0" rtl="0" algn="l">
              <a:spcBef>
                <a:spcPts val="0"/>
              </a:spcBef>
              <a:spcAft>
                <a:spcPts val="0"/>
              </a:spcAft>
              <a:buSzPts val="1100"/>
              <a:buNone/>
            </a:pPr>
            <a:r>
              <a:rPr lang="en-US" sz="1200">
                <a:solidFill>
                  <a:srgbClr val="1D2D3E"/>
                </a:solidFill>
                <a:highlight>
                  <a:srgbClr val="FFFFFF"/>
                </a:highlight>
                <a:latin typeface="Arial"/>
                <a:ea typeface="Arial"/>
                <a:cs typeface="Arial"/>
                <a:sym typeface="Arial"/>
              </a:rPr>
              <a:t>P</a:t>
            </a:r>
            <a:r>
              <a:rPr lang="en-US" sz="1200">
                <a:solidFill>
                  <a:schemeClr val="accent2"/>
                </a:solidFill>
                <a:highlight>
                  <a:srgbClr val="FFFFFF"/>
                </a:highlight>
                <a:latin typeface="Arial"/>
                <a:ea typeface="Arial"/>
                <a:cs typeface="Arial"/>
                <a:sym typeface="Arial"/>
              </a:rPr>
              <a:t>ostprocessing of Error Records from Automatic Goods Movements</a:t>
            </a:r>
            <a:endParaRPr sz="1200">
              <a:solidFill>
                <a:schemeClr val="accent2"/>
              </a:solidFill>
              <a:highlight>
                <a:srgbClr val="FFFFFF"/>
              </a:highlight>
              <a:latin typeface="Arial"/>
              <a:ea typeface="Arial"/>
              <a:cs typeface="Arial"/>
              <a:sym typeface="Arial"/>
            </a:endParaRPr>
          </a:p>
          <a:p>
            <a:pPr indent="0" lvl="0" marL="0" rtl="0" algn="l">
              <a:lnSpc>
                <a:spcPct val="90000"/>
              </a:lnSpc>
              <a:spcBef>
                <a:spcPts val="0"/>
              </a:spcBef>
              <a:spcAft>
                <a:spcPts val="0"/>
              </a:spcAft>
              <a:buSzPts val="2600"/>
              <a:buNone/>
            </a:pPr>
            <a:r>
              <a:t/>
            </a:r>
            <a:endParaRPr>
              <a:solidFill>
                <a:srgbClr val="5495FC"/>
              </a:solidFill>
              <a:latin typeface="Arial"/>
              <a:ea typeface="Arial"/>
              <a:cs typeface="Arial"/>
              <a:sym typeface="Arial"/>
            </a:endParaRPr>
          </a:p>
        </p:txBody>
      </p:sp>
      <p:sp>
        <p:nvSpPr>
          <p:cNvPr id="1237" name="Google Shape;1237;g3691bdd514c_1_176"/>
          <p:cNvSpPr txBox="1"/>
          <p:nvPr/>
        </p:nvSpPr>
        <p:spPr>
          <a:xfrm>
            <a:off x="6523500" y="830675"/>
            <a:ext cx="2337000" cy="193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1.Access COGI </a:t>
            </a:r>
            <a:endParaRPr sz="1050">
              <a:solidFill>
                <a:schemeClr val="dk1"/>
              </a:solidFill>
            </a:endParaRPr>
          </a:p>
          <a:p>
            <a:pPr indent="0" lvl="0" marL="0" rtl="0" algn="l">
              <a:lnSpc>
                <a:spcPct val="115000"/>
              </a:lnSpc>
              <a:spcBef>
                <a:spcPts val="300"/>
              </a:spcBef>
              <a:spcAft>
                <a:spcPts val="0"/>
              </a:spcAft>
              <a:buClr>
                <a:schemeClr val="dk1"/>
              </a:buClr>
              <a:buSzPts val="1100"/>
              <a:buFont typeface="Arial"/>
              <a:buNone/>
            </a:pPr>
            <a:r>
              <a:rPr lang="en-US" sz="1050">
                <a:solidFill>
                  <a:schemeClr val="dk1"/>
                </a:solidFill>
              </a:rPr>
              <a:t>2.View Error List.</a:t>
            </a:r>
            <a:endParaRPr sz="1050">
              <a:solidFill>
                <a:schemeClr val="dk1"/>
              </a:solidFill>
            </a:endParaRPr>
          </a:p>
          <a:p>
            <a:pPr indent="0" lvl="0" marL="0" rtl="0" algn="l">
              <a:lnSpc>
                <a:spcPct val="115000"/>
              </a:lnSpc>
              <a:spcBef>
                <a:spcPts val="300"/>
              </a:spcBef>
              <a:spcAft>
                <a:spcPts val="0"/>
              </a:spcAft>
              <a:buClr>
                <a:schemeClr val="dk1"/>
              </a:buClr>
              <a:buSzPts val="1100"/>
              <a:buFont typeface="Arial"/>
              <a:buNone/>
            </a:pPr>
            <a:r>
              <a:rPr lang="en-US" sz="1050">
                <a:solidFill>
                  <a:schemeClr val="dk1"/>
                </a:solidFill>
              </a:rPr>
              <a:t>3.Analyze Error Details.</a:t>
            </a:r>
            <a:endParaRPr sz="1050">
              <a:solidFill>
                <a:schemeClr val="dk1"/>
              </a:solidFill>
            </a:endParaRPr>
          </a:p>
          <a:p>
            <a:pPr indent="0" lvl="0" marL="0" rtl="0" algn="l">
              <a:lnSpc>
                <a:spcPct val="115000"/>
              </a:lnSpc>
              <a:spcBef>
                <a:spcPts val="300"/>
              </a:spcBef>
              <a:spcAft>
                <a:spcPts val="0"/>
              </a:spcAft>
              <a:buClr>
                <a:schemeClr val="dk1"/>
              </a:buClr>
              <a:buSzPts val="1100"/>
              <a:buFont typeface="Arial"/>
              <a:buNone/>
            </a:pPr>
            <a:r>
              <a:rPr lang="en-US" sz="1050">
                <a:solidFill>
                  <a:schemeClr val="dk1"/>
                </a:solidFill>
              </a:rPr>
              <a:t>4.Correct the Error.</a:t>
            </a:r>
            <a:endParaRPr sz="1050">
              <a:solidFill>
                <a:schemeClr val="dk1"/>
              </a:solidFill>
            </a:endParaRPr>
          </a:p>
          <a:p>
            <a:pPr indent="0" lvl="0" marL="0" rtl="0" algn="l">
              <a:lnSpc>
                <a:spcPct val="115000"/>
              </a:lnSpc>
              <a:spcBef>
                <a:spcPts val="300"/>
              </a:spcBef>
              <a:spcAft>
                <a:spcPts val="0"/>
              </a:spcAft>
              <a:buClr>
                <a:schemeClr val="dk1"/>
              </a:buClr>
              <a:buSzPts val="1100"/>
              <a:buFont typeface="Arial"/>
              <a:buNone/>
            </a:pPr>
            <a:r>
              <a:rPr lang="en-US" sz="1050">
                <a:solidFill>
                  <a:schemeClr val="dk1"/>
                </a:solidFill>
              </a:rPr>
              <a:t>5.Reprocess the error.</a:t>
            </a:r>
            <a:endParaRPr sz="1050">
              <a:solidFill>
                <a:schemeClr val="dk1"/>
              </a:solidFill>
            </a:endParaRPr>
          </a:p>
          <a:p>
            <a:pPr indent="0" lvl="0" marL="0" rtl="0" algn="l">
              <a:lnSpc>
                <a:spcPct val="115000"/>
              </a:lnSpc>
              <a:spcBef>
                <a:spcPts val="300"/>
              </a:spcBef>
              <a:spcAft>
                <a:spcPts val="0"/>
              </a:spcAft>
              <a:buClr>
                <a:schemeClr val="dk1"/>
              </a:buClr>
              <a:buSzPts val="1100"/>
              <a:buFont typeface="Arial"/>
              <a:buNone/>
            </a:pPr>
            <a:r>
              <a:t/>
            </a:r>
            <a:endParaRPr sz="1050">
              <a:solidFill>
                <a:schemeClr val="dk1"/>
              </a:solidFill>
            </a:endParaRPr>
          </a:p>
          <a:p>
            <a:pPr indent="0" lvl="0" marL="0" rtl="0" algn="l">
              <a:lnSpc>
                <a:spcPct val="115000"/>
              </a:lnSpc>
              <a:spcBef>
                <a:spcPts val="300"/>
              </a:spcBef>
              <a:spcAft>
                <a:spcPts val="0"/>
              </a:spcAft>
              <a:buNone/>
            </a:pPr>
            <a:r>
              <a:t/>
            </a:r>
            <a:endParaRPr sz="1050">
              <a:solidFill>
                <a:schemeClr val="dk1"/>
              </a:solidFill>
              <a:latin typeface="Open Sans"/>
              <a:ea typeface="Open Sans"/>
              <a:cs typeface="Open Sans"/>
              <a:sym typeface="Open Sans"/>
            </a:endParaRPr>
          </a:p>
          <a:p>
            <a:pPr indent="0" lvl="0" marL="0" rtl="0" algn="l">
              <a:spcBef>
                <a:spcPts val="300"/>
              </a:spcBef>
              <a:spcAft>
                <a:spcPts val="0"/>
              </a:spcAft>
              <a:buNone/>
            </a:pPr>
            <a:r>
              <a:t/>
            </a:r>
            <a:endParaRPr sz="1200">
              <a:solidFill>
                <a:schemeClr val="dk1"/>
              </a:solidFill>
              <a:latin typeface="Roboto Light"/>
              <a:ea typeface="Roboto Light"/>
              <a:cs typeface="Roboto Light"/>
              <a:sym typeface="Roboto Light"/>
            </a:endParaRPr>
          </a:p>
        </p:txBody>
      </p:sp>
      <p:pic>
        <p:nvPicPr>
          <p:cNvPr id="1238" name="Google Shape;1238;g3691bdd514c_1_176"/>
          <p:cNvPicPr preferRelativeResize="0"/>
          <p:nvPr/>
        </p:nvPicPr>
        <p:blipFill>
          <a:blip r:embed="rId3">
            <a:alphaModFix/>
          </a:blip>
          <a:stretch>
            <a:fillRect/>
          </a:stretch>
        </p:blipFill>
        <p:spPr>
          <a:xfrm>
            <a:off x="152400" y="589083"/>
            <a:ext cx="6218700" cy="3268804"/>
          </a:xfrm>
          <a:prstGeom prst="rect">
            <a:avLst/>
          </a:prstGeom>
          <a:noFill/>
          <a:ln>
            <a:noFill/>
          </a:ln>
        </p:spPr>
      </p:pic>
      <p:pic>
        <p:nvPicPr>
          <p:cNvPr id="1239" name="Google Shape;1239;g3691bdd514c_1_176"/>
          <p:cNvPicPr preferRelativeResize="0"/>
          <p:nvPr/>
        </p:nvPicPr>
        <p:blipFill>
          <a:blip r:embed="rId4">
            <a:alphaModFix/>
          </a:blip>
          <a:stretch>
            <a:fillRect/>
          </a:stretch>
        </p:blipFill>
        <p:spPr>
          <a:xfrm>
            <a:off x="241000" y="3857875"/>
            <a:ext cx="7556199" cy="11620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pic>
        <p:nvPicPr>
          <p:cNvPr id="1244" name="Google Shape;1244;g3693f7da1e3_2_115"/>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1245" name="Google Shape;1245;g3693f7da1e3_2_115"/>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Light"/>
              <a:buAutoNum type="arabicPeriod"/>
            </a:pPr>
            <a:r>
              <a:rPr lang="en-US" sz="1400"/>
              <a:t>Process Order creation and release</a:t>
            </a:r>
            <a:endParaRPr sz="1400"/>
          </a:p>
          <a:p>
            <a:pPr indent="-317500" lvl="0" marL="457200" rtl="0" algn="l">
              <a:lnSpc>
                <a:spcPct val="95238"/>
              </a:lnSpc>
              <a:spcBef>
                <a:spcPts val="0"/>
              </a:spcBef>
              <a:spcAft>
                <a:spcPts val="0"/>
              </a:spcAft>
              <a:buSzPts val="1400"/>
              <a:buAutoNum type="arabicPeriod"/>
            </a:pPr>
            <a:r>
              <a:rPr lang="en-US" sz="1400"/>
              <a:t>Staging for production with EWM</a:t>
            </a:r>
            <a:endParaRPr sz="1400"/>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b="1" lang="en-US" sz="1400">
                <a:latin typeface="Roboto"/>
                <a:ea typeface="Roboto"/>
                <a:cs typeface="Roboto"/>
                <a:sym typeface="Roboto"/>
              </a:rPr>
              <a:t>Production receipt of packed product</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1246" name="Google Shape;1246;g3693f7da1e3_2_115"/>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1247" name="Google Shape;1247;g3693f7da1e3_2_115"/>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1248" name="Google Shape;1248;g3693f7da1e3_2_115"/>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1249" name="Google Shape;1249;g3693f7da1e3_2_115"/>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1250" name="Google Shape;1250;g3693f7da1e3_2_115"/>
          <p:cNvGrpSpPr/>
          <p:nvPr/>
        </p:nvGrpSpPr>
        <p:grpSpPr>
          <a:xfrm>
            <a:off x="7495354" y="188417"/>
            <a:ext cx="1395087" cy="441585"/>
            <a:chOff x="5991694" y="1720305"/>
            <a:chExt cx="1929047" cy="618207"/>
          </a:xfrm>
        </p:grpSpPr>
        <p:sp>
          <p:nvSpPr>
            <p:cNvPr id="1251" name="Google Shape;1251;g3693f7da1e3_2_115"/>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g3693f7da1e3_2_115"/>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g3693f7da1e3_2_115"/>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g3693f7da1e3_2_115"/>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g3693f7da1e3_2_115"/>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g3693f7da1e3_2_115"/>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g3693f7da1e3_2_115"/>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g3693f7da1e3_2_115"/>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g3693f7da1e3_2_115"/>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g3693f7da1e3_2_115"/>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g3693f7da1e3_2_115"/>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g3693f7da1e3_2_115"/>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g3693f7da1e3_2_115"/>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g3693f7da1e3_0_4969"/>
          <p:cNvSpPr/>
          <p:nvPr/>
        </p:nvSpPr>
        <p:spPr>
          <a:xfrm>
            <a:off x="3833741" y="959252"/>
            <a:ext cx="34200" cy="34200"/>
          </a:xfrm>
          <a:prstGeom prst="ellipse">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Calibri"/>
              <a:buNone/>
            </a:pPr>
            <a:r>
              <a:t/>
            </a:r>
            <a:endParaRPr b="0" i="0" sz="800" u="none" cap="none" strike="noStrike">
              <a:solidFill>
                <a:srgbClr val="FFFFFF"/>
              </a:solidFill>
              <a:latin typeface="Arial"/>
              <a:ea typeface="Arial"/>
              <a:cs typeface="Arial"/>
              <a:sym typeface="Arial"/>
            </a:endParaRPr>
          </a:p>
        </p:txBody>
      </p:sp>
      <p:sp>
        <p:nvSpPr>
          <p:cNvPr id="1270" name="Google Shape;1270;g3693f7da1e3_0_4969"/>
          <p:cNvSpPr txBox="1"/>
          <p:nvPr>
            <p:ph type="title"/>
          </p:nvPr>
        </p:nvSpPr>
        <p:spPr>
          <a:xfrm>
            <a:off x="252000" y="198000"/>
            <a:ext cx="648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US"/>
              <a:t>Objective of the Session</a:t>
            </a:r>
            <a:endParaRPr/>
          </a:p>
        </p:txBody>
      </p:sp>
      <p:sp>
        <p:nvSpPr>
          <p:cNvPr id="1271" name="Google Shape;1271;g3693f7da1e3_0_4969"/>
          <p:cNvSpPr txBox="1"/>
          <p:nvPr/>
        </p:nvSpPr>
        <p:spPr>
          <a:xfrm>
            <a:off x="396125" y="630000"/>
            <a:ext cx="7454100" cy="42315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Quick recap on P2P integration with EWM models (Process manufacturing)</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End to End process flow including staging, consumption and production receipt</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Detailed discussion on each L4’s</a:t>
            </a:r>
            <a:endParaRPr sz="1200">
              <a:solidFill>
                <a:schemeClr val="dk1"/>
              </a:solidFill>
              <a:latin typeface="Roboto Light"/>
              <a:ea typeface="Roboto Light"/>
              <a:cs typeface="Roboto Light"/>
              <a:sym typeface="Roboto Light"/>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Master data objects : Production supply area, Control cycles, assignment of production supply area to warehouse bin</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Bulk and Finished goods - Process manufacturing with EWM integration</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Light"/>
              <a:buAutoNum type="arabicPeriod"/>
            </a:pPr>
            <a:r>
              <a:rPr lang="en-US" sz="1200">
                <a:solidFill>
                  <a:schemeClr val="dk1"/>
                </a:solidFill>
                <a:latin typeface="Roboto Light"/>
                <a:ea typeface="Roboto Light"/>
                <a:cs typeface="Roboto Light"/>
                <a:sym typeface="Roboto Light"/>
              </a:rPr>
              <a:t>Identify gaps in standard process</a:t>
            </a:r>
            <a:endParaRPr sz="1200">
              <a:solidFill>
                <a:schemeClr val="dk1"/>
              </a:solidFill>
              <a:latin typeface="Roboto Light"/>
              <a:ea typeface="Roboto Light"/>
              <a:cs typeface="Roboto Light"/>
              <a:sym typeface="Roboto Light"/>
            </a:endParaRPr>
          </a:p>
          <a:p>
            <a:pPr indent="0" lvl="0" marL="0" marR="0" rtl="0" algn="l">
              <a:lnSpc>
                <a:spcPct val="100000"/>
              </a:lnSpc>
              <a:spcBef>
                <a:spcPts val="0"/>
              </a:spcBef>
              <a:spcAft>
                <a:spcPts val="0"/>
              </a:spcAft>
              <a:buNone/>
            </a:pPr>
            <a:r>
              <a:t/>
            </a:r>
            <a:endParaRPr sz="1200">
              <a:solidFill>
                <a:schemeClr val="dk1"/>
              </a:solidFill>
              <a:latin typeface="Roboto Light"/>
              <a:ea typeface="Roboto Light"/>
              <a:cs typeface="Roboto Light"/>
              <a:sym typeface="Roboto Light"/>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a:p>
            <a:pPr indent="-152400" lvl="0" marL="6858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Light"/>
              <a:ea typeface="Roboto Light"/>
              <a:cs typeface="Roboto Light"/>
              <a:sym typeface="Roboto Light"/>
            </a:endParaRPr>
          </a:p>
        </p:txBody>
      </p:sp>
      <p:sp>
        <p:nvSpPr>
          <p:cNvPr id="1272" name="Google Shape;1272;g3693f7da1e3_0_4969"/>
          <p:cNvSpPr txBox="1"/>
          <p:nvPr/>
        </p:nvSpPr>
        <p:spPr>
          <a:xfrm>
            <a:off x="252000" y="331575"/>
            <a:ext cx="6047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 </a:t>
            </a:r>
            <a:endParaRPr b="0" i="0" sz="11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Roboto"/>
                <a:ea typeface="Roboto"/>
                <a:cs typeface="Roboto"/>
                <a:sym typeface="Roboto"/>
              </a:rPr>
              <a:t>Approach for the workshop: </a:t>
            </a:r>
            <a:endParaRPr b="1" i="0" sz="1200" u="none" cap="none" strike="noStrike">
              <a:solidFill>
                <a:schemeClr val="dk1"/>
              </a:solidFill>
              <a:latin typeface="Roboto"/>
              <a:ea typeface="Roboto"/>
              <a:cs typeface="Roboto"/>
              <a:sym typeface="Roboto"/>
            </a:endParaRPr>
          </a:p>
        </p:txBody>
      </p:sp>
      <p:pic>
        <p:nvPicPr>
          <p:cNvPr id="1273" name="Google Shape;1273;g3693f7da1e3_0_4969"/>
          <p:cNvPicPr preferRelativeResize="0"/>
          <p:nvPr/>
        </p:nvPicPr>
        <p:blipFill>
          <a:blip r:embed="rId3">
            <a:alphaModFix/>
          </a:blip>
          <a:stretch>
            <a:fillRect/>
          </a:stretch>
        </p:blipFill>
        <p:spPr>
          <a:xfrm>
            <a:off x="1660199" y="1552825"/>
            <a:ext cx="4427700" cy="1923900"/>
          </a:xfrm>
          <a:prstGeom prst="rect">
            <a:avLst/>
          </a:prstGeom>
          <a:noFill/>
          <a:ln>
            <a:noFill/>
          </a:ln>
        </p:spPr>
      </p:pic>
      <p:sp>
        <p:nvSpPr>
          <p:cNvPr id="1274" name="Google Shape;1274;g3693f7da1e3_0_4969"/>
          <p:cNvSpPr/>
          <p:nvPr/>
        </p:nvSpPr>
        <p:spPr>
          <a:xfrm>
            <a:off x="2809950" y="1641925"/>
            <a:ext cx="1666500" cy="432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275" name="Google Shape;1275;g3693f7da1e3_0_4969"/>
          <p:cNvSpPr/>
          <p:nvPr/>
        </p:nvSpPr>
        <p:spPr>
          <a:xfrm>
            <a:off x="2809950" y="2097400"/>
            <a:ext cx="1666500" cy="344400"/>
          </a:xfrm>
          <a:prstGeom prst="roundRect">
            <a:avLst>
              <a:gd fmla="val 16667" name="adj"/>
            </a:avLst>
          </a:prstGeom>
          <a:noFill/>
          <a:ln cap="flat" cmpd="sng" w="1905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276" name="Google Shape;1276;g3693f7da1e3_0_4969"/>
          <p:cNvSpPr/>
          <p:nvPr/>
        </p:nvSpPr>
        <p:spPr>
          <a:xfrm>
            <a:off x="2749200" y="2465275"/>
            <a:ext cx="2249700" cy="1043100"/>
          </a:xfrm>
          <a:prstGeom prst="roundRect">
            <a:avLst>
              <a:gd fmla="val 16667" name="adj"/>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g3693f7da1e3_0_815"/>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Recap</a:t>
            </a:r>
            <a:r>
              <a:rPr lang="en-US"/>
              <a:t> </a:t>
            </a: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283" name="Google Shape;1283;g3693f7da1e3_0_815"/>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 process flow</a:t>
            </a:r>
            <a:endParaRPr sz="1200">
              <a:solidFill>
                <a:schemeClr val="dk1"/>
              </a:solidFill>
              <a:latin typeface="Roboto Light"/>
              <a:ea typeface="Roboto Light"/>
              <a:cs typeface="Roboto Light"/>
              <a:sym typeface="Roboto Light"/>
            </a:endParaRPr>
          </a:p>
        </p:txBody>
      </p:sp>
      <p:pic>
        <p:nvPicPr>
          <p:cNvPr id="1284" name="Google Shape;1284;g3693f7da1e3_0_815"/>
          <p:cNvPicPr preferRelativeResize="0"/>
          <p:nvPr/>
        </p:nvPicPr>
        <p:blipFill>
          <a:blip r:embed="rId3">
            <a:alphaModFix/>
          </a:blip>
          <a:stretch>
            <a:fillRect/>
          </a:stretch>
        </p:blipFill>
        <p:spPr>
          <a:xfrm>
            <a:off x="152400" y="1171225"/>
            <a:ext cx="8839199" cy="3203567"/>
          </a:xfrm>
          <a:prstGeom prst="rect">
            <a:avLst/>
          </a:prstGeom>
          <a:noFill/>
          <a:ln>
            <a:noFill/>
          </a:ln>
        </p:spPr>
      </p:pic>
      <p:pic>
        <p:nvPicPr>
          <p:cNvPr id="1285" name="Google Shape;1285;g3693f7da1e3_0_815"/>
          <p:cNvPicPr preferRelativeResize="0"/>
          <p:nvPr/>
        </p:nvPicPr>
        <p:blipFill>
          <a:blip r:embed="rId4">
            <a:alphaModFix/>
          </a:blip>
          <a:stretch>
            <a:fillRect/>
          </a:stretch>
        </p:blipFill>
        <p:spPr>
          <a:xfrm>
            <a:off x="265992" y="1352025"/>
            <a:ext cx="2768599" cy="1133475"/>
          </a:xfrm>
          <a:prstGeom prst="rect">
            <a:avLst/>
          </a:prstGeom>
          <a:noFill/>
          <a:ln>
            <a:noFill/>
          </a:ln>
        </p:spPr>
      </p:pic>
      <p:pic>
        <p:nvPicPr>
          <p:cNvPr id="1286" name="Google Shape;1286;g3693f7da1e3_0_815"/>
          <p:cNvPicPr preferRelativeResize="0"/>
          <p:nvPr/>
        </p:nvPicPr>
        <p:blipFill>
          <a:blip r:embed="rId4">
            <a:alphaModFix/>
          </a:blip>
          <a:stretch>
            <a:fillRect/>
          </a:stretch>
        </p:blipFill>
        <p:spPr>
          <a:xfrm>
            <a:off x="218450" y="2036300"/>
            <a:ext cx="2768599" cy="2212400"/>
          </a:xfrm>
          <a:prstGeom prst="rect">
            <a:avLst/>
          </a:prstGeom>
          <a:noFill/>
          <a:ln>
            <a:noFill/>
          </a:ln>
        </p:spPr>
      </p:pic>
      <p:pic>
        <p:nvPicPr>
          <p:cNvPr id="1287" name="Google Shape;1287;g3693f7da1e3_0_815"/>
          <p:cNvPicPr preferRelativeResize="0"/>
          <p:nvPr/>
        </p:nvPicPr>
        <p:blipFill>
          <a:blip r:embed="rId5">
            <a:alphaModFix/>
          </a:blip>
          <a:stretch>
            <a:fillRect/>
          </a:stretch>
        </p:blipFill>
        <p:spPr>
          <a:xfrm>
            <a:off x="3862825" y="3083025"/>
            <a:ext cx="2652025" cy="508550"/>
          </a:xfrm>
          <a:prstGeom prst="rect">
            <a:avLst/>
          </a:prstGeom>
          <a:noFill/>
          <a:ln>
            <a:noFill/>
          </a:ln>
        </p:spPr>
      </p:pic>
      <p:pic>
        <p:nvPicPr>
          <p:cNvPr id="1288" name="Google Shape;1288;g3693f7da1e3_0_815"/>
          <p:cNvPicPr preferRelativeResize="0"/>
          <p:nvPr/>
        </p:nvPicPr>
        <p:blipFill>
          <a:blip r:embed="rId6">
            <a:alphaModFix/>
          </a:blip>
          <a:stretch>
            <a:fillRect/>
          </a:stretch>
        </p:blipFill>
        <p:spPr>
          <a:xfrm>
            <a:off x="4227597" y="3502697"/>
            <a:ext cx="2044650" cy="651600"/>
          </a:xfrm>
          <a:prstGeom prst="rect">
            <a:avLst/>
          </a:prstGeom>
          <a:noFill/>
          <a:ln>
            <a:noFill/>
          </a:ln>
        </p:spPr>
      </p:pic>
      <p:pic>
        <p:nvPicPr>
          <p:cNvPr id="1289" name="Google Shape;1289;g3693f7da1e3_0_815"/>
          <p:cNvPicPr preferRelativeResize="0"/>
          <p:nvPr/>
        </p:nvPicPr>
        <p:blipFill>
          <a:blip r:embed="rId7">
            <a:alphaModFix/>
          </a:blip>
          <a:stretch>
            <a:fillRect/>
          </a:stretch>
        </p:blipFill>
        <p:spPr>
          <a:xfrm>
            <a:off x="4298600" y="2619125"/>
            <a:ext cx="2281025" cy="463900"/>
          </a:xfrm>
          <a:prstGeom prst="rect">
            <a:avLst/>
          </a:prstGeom>
          <a:noFill/>
          <a:ln>
            <a:noFill/>
          </a:ln>
        </p:spPr>
      </p:pic>
      <p:pic>
        <p:nvPicPr>
          <p:cNvPr id="1290" name="Google Shape;1290;g3693f7da1e3_0_815"/>
          <p:cNvPicPr preferRelativeResize="0"/>
          <p:nvPr/>
        </p:nvPicPr>
        <p:blipFill>
          <a:blip r:embed="rId8">
            <a:alphaModFix/>
          </a:blip>
          <a:stretch>
            <a:fillRect/>
          </a:stretch>
        </p:blipFill>
        <p:spPr>
          <a:xfrm>
            <a:off x="4605975" y="2036302"/>
            <a:ext cx="1666275" cy="578400"/>
          </a:xfrm>
          <a:prstGeom prst="rect">
            <a:avLst/>
          </a:prstGeom>
          <a:noFill/>
          <a:ln>
            <a:noFill/>
          </a:ln>
        </p:spPr>
      </p:pic>
      <p:pic>
        <p:nvPicPr>
          <p:cNvPr id="1291" name="Google Shape;1291;g3693f7da1e3_0_815"/>
          <p:cNvPicPr preferRelativeResize="0"/>
          <p:nvPr/>
        </p:nvPicPr>
        <p:blipFill>
          <a:blip r:embed="rId9">
            <a:alphaModFix/>
          </a:blip>
          <a:stretch>
            <a:fillRect/>
          </a:stretch>
        </p:blipFill>
        <p:spPr>
          <a:xfrm>
            <a:off x="680750" y="1545662"/>
            <a:ext cx="465659" cy="508550"/>
          </a:xfrm>
          <a:prstGeom prst="rect">
            <a:avLst/>
          </a:prstGeom>
          <a:noFill/>
          <a:ln>
            <a:noFill/>
          </a:ln>
        </p:spPr>
      </p:pic>
      <p:pic>
        <p:nvPicPr>
          <p:cNvPr id="1292" name="Google Shape;1292;g3693f7da1e3_0_815"/>
          <p:cNvPicPr preferRelativeResize="0"/>
          <p:nvPr/>
        </p:nvPicPr>
        <p:blipFill>
          <a:blip r:embed="rId10">
            <a:alphaModFix/>
          </a:blip>
          <a:stretch>
            <a:fillRect/>
          </a:stretch>
        </p:blipFill>
        <p:spPr>
          <a:xfrm>
            <a:off x="529425" y="2079650"/>
            <a:ext cx="941900" cy="249325"/>
          </a:xfrm>
          <a:prstGeom prst="rect">
            <a:avLst/>
          </a:prstGeom>
          <a:noFill/>
          <a:ln>
            <a:noFill/>
          </a:ln>
        </p:spPr>
      </p:pic>
      <p:cxnSp>
        <p:nvCxnSpPr>
          <p:cNvPr id="1293" name="Google Shape;1293;g3693f7da1e3_0_815"/>
          <p:cNvCxnSpPr>
            <a:stCxn id="1287" idx="1"/>
            <a:endCxn id="1287" idx="3"/>
          </p:cNvCxnSpPr>
          <p:nvPr/>
        </p:nvCxnSpPr>
        <p:spPr>
          <a:xfrm>
            <a:off x="3862825" y="3337300"/>
            <a:ext cx="2652000" cy="0"/>
          </a:xfrm>
          <a:prstGeom prst="straightConnector1">
            <a:avLst/>
          </a:prstGeom>
          <a:noFill/>
          <a:ln cap="flat" cmpd="sng" w="9525">
            <a:solidFill>
              <a:srgbClr val="888888"/>
            </a:solidFill>
            <a:prstDash val="dash"/>
            <a:round/>
            <a:headEnd len="med" w="med" type="none"/>
            <a:tailEnd len="med" w="med" type="triangle"/>
          </a:ln>
        </p:spPr>
      </p:cxnSp>
      <p:pic>
        <p:nvPicPr>
          <p:cNvPr id="1294" name="Google Shape;1294;g3693f7da1e3_0_815"/>
          <p:cNvPicPr preferRelativeResize="0"/>
          <p:nvPr/>
        </p:nvPicPr>
        <p:blipFill>
          <a:blip r:embed="rId11">
            <a:alphaModFix/>
          </a:blip>
          <a:stretch>
            <a:fillRect/>
          </a:stretch>
        </p:blipFill>
        <p:spPr>
          <a:xfrm>
            <a:off x="5242950" y="1567967"/>
            <a:ext cx="1288634" cy="463908"/>
          </a:xfrm>
          <a:prstGeom prst="rect">
            <a:avLst/>
          </a:prstGeom>
          <a:noFill/>
          <a:ln>
            <a:noFill/>
          </a:ln>
        </p:spPr>
      </p:pic>
      <p:cxnSp>
        <p:nvCxnSpPr>
          <p:cNvPr id="1295" name="Google Shape;1295;g3693f7da1e3_0_815"/>
          <p:cNvCxnSpPr/>
          <p:nvPr/>
        </p:nvCxnSpPr>
        <p:spPr>
          <a:xfrm rot="-5400000">
            <a:off x="5154075" y="1941800"/>
            <a:ext cx="1466400" cy="1288800"/>
          </a:xfrm>
          <a:prstGeom prst="bentConnector3">
            <a:avLst>
              <a:gd fmla="val 100378" name="adj1"/>
            </a:avLst>
          </a:prstGeom>
          <a:noFill/>
          <a:ln cap="flat" cmpd="sng" w="9525">
            <a:solidFill>
              <a:srgbClr val="888888"/>
            </a:solidFill>
            <a:prstDash val="dash"/>
            <a:round/>
            <a:headEnd len="med" w="med" type="none"/>
            <a:tailEnd len="med" w="med" type="triangle"/>
          </a:ln>
        </p:spPr>
      </p:cxnSp>
      <p:sp>
        <p:nvSpPr>
          <p:cNvPr id="1296" name="Google Shape;1296;g3693f7da1e3_0_815"/>
          <p:cNvSpPr txBox="1"/>
          <p:nvPr/>
        </p:nvSpPr>
        <p:spPr>
          <a:xfrm>
            <a:off x="732925" y="2291400"/>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pic>
        <p:nvPicPr>
          <p:cNvPr id="1297" name="Google Shape;1297;g3693f7da1e3_0_815"/>
          <p:cNvPicPr preferRelativeResize="0"/>
          <p:nvPr/>
        </p:nvPicPr>
        <p:blipFill>
          <a:blip r:embed="rId11">
            <a:alphaModFix/>
          </a:blip>
          <a:stretch>
            <a:fillRect/>
          </a:stretch>
        </p:blipFill>
        <p:spPr>
          <a:xfrm>
            <a:off x="2095950" y="1539142"/>
            <a:ext cx="1288634" cy="463908"/>
          </a:xfrm>
          <a:prstGeom prst="rect">
            <a:avLst/>
          </a:prstGeom>
          <a:noFill/>
          <a:ln>
            <a:noFill/>
          </a:ln>
        </p:spPr>
      </p:pic>
      <p:pic>
        <p:nvPicPr>
          <p:cNvPr id="1298" name="Google Shape;1298;g3693f7da1e3_0_815"/>
          <p:cNvPicPr preferRelativeResize="0"/>
          <p:nvPr/>
        </p:nvPicPr>
        <p:blipFill>
          <a:blip r:embed="rId12">
            <a:alphaModFix/>
          </a:blip>
          <a:stretch>
            <a:fillRect/>
          </a:stretch>
        </p:blipFill>
        <p:spPr>
          <a:xfrm>
            <a:off x="1935400" y="1566225"/>
            <a:ext cx="465650" cy="465650"/>
          </a:xfrm>
          <a:prstGeom prst="rect">
            <a:avLst/>
          </a:prstGeom>
          <a:noFill/>
          <a:ln>
            <a:noFill/>
          </a:ln>
        </p:spPr>
      </p:pic>
      <p:pic>
        <p:nvPicPr>
          <p:cNvPr id="1299" name="Google Shape;1299;g3693f7da1e3_0_815"/>
          <p:cNvPicPr preferRelativeResize="0"/>
          <p:nvPr/>
        </p:nvPicPr>
        <p:blipFill>
          <a:blip r:embed="rId13">
            <a:alphaModFix/>
          </a:blip>
          <a:stretch>
            <a:fillRect/>
          </a:stretch>
        </p:blipFill>
        <p:spPr>
          <a:xfrm>
            <a:off x="1808499" y="2079650"/>
            <a:ext cx="695975" cy="132875"/>
          </a:xfrm>
          <a:prstGeom prst="rect">
            <a:avLst/>
          </a:prstGeom>
          <a:noFill/>
          <a:ln>
            <a:noFill/>
          </a:ln>
        </p:spPr>
      </p:pic>
      <p:sp>
        <p:nvSpPr>
          <p:cNvPr id="1300" name="Google Shape;1300;g3693f7da1e3_0_815"/>
          <p:cNvSpPr txBox="1"/>
          <p:nvPr/>
        </p:nvSpPr>
        <p:spPr>
          <a:xfrm>
            <a:off x="1879850" y="2212525"/>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pic>
        <p:nvPicPr>
          <p:cNvPr id="1301" name="Google Shape;1301;g3693f7da1e3_0_815"/>
          <p:cNvPicPr preferRelativeResize="0"/>
          <p:nvPr/>
        </p:nvPicPr>
        <p:blipFill>
          <a:blip r:embed="rId14">
            <a:alphaModFix/>
          </a:blip>
          <a:stretch>
            <a:fillRect/>
          </a:stretch>
        </p:blipFill>
        <p:spPr>
          <a:xfrm>
            <a:off x="1879853" y="3113646"/>
            <a:ext cx="465650" cy="514029"/>
          </a:xfrm>
          <a:prstGeom prst="rect">
            <a:avLst/>
          </a:prstGeom>
          <a:noFill/>
          <a:ln>
            <a:noFill/>
          </a:ln>
        </p:spPr>
      </p:pic>
      <p:sp>
        <p:nvSpPr>
          <p:cNvPr id="1302" name="Google Shape;1302;g3693f7da1e3_0_815"/>
          <p:cNvSpPr txBox="1"/>
          <p:nvPr/>
        </p:nvSpPr>
        <p:spPr>
          <a:xfrm>
            <a:off x="1732325" y="3638675"/>
            <a:ext cx="1189500" cy="3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00">
                <a:solidFill>
                  <a:schemeClr val="dk1"/>
                </a:solidFill>
                <a:latin typeface="Open Sans"/>
                <a:ea typeface="Open Sans"/>
                <a:cs typeface="Open Sans"/>
                <a:sym typeface="Open Sans"/>
              </a:rPr>
              <a:t>packing based on packaging specification</a:t>
            </a:r>
            <a:r>
              <a:rPr b="1" lang="en-US" sz="800">
                <a:solidFill>
                  <a:schemeClr val="dk1"/>
                </a:solidFill>
                <a:latin typeface="Roboto"/>
                <a:ea typeface="Roboto"/>
                <a:cs typeface="Roboto"/>
                <a:sym typeface="Roboto"/>
              </a:rPr>
              <a:t> </a:t>
            </a:r>
            <a:endParaRPr b="1" sz="800">
              <a:solidFill>
                <a:schemeClr val="dk1"/>
              </a:solidFill>
              <a:latin typeface="Roboto"/>
              <a:ea typeface="Roboto"/>
              <a:cs typeface="Roboto"/>
              <a:sym typeface="Roboto"/>
            </a:endParaRPr>
          </a:p>
        </p:txBody>
      </p:sp>
      <p:cxnSp>
        <p:nvCxnSpPr>
          <p:cNvPr id="1303" name="Google Shape;1303;g3693f7da1e3_0_815"/>
          <p:cNvCxnSpPr>
            <a:stCxn id="1301" idx="1"/>
          </p:cNvCxnSpPr>
          <p:nvPr/>
        </p:nvCxnSpPr>
        <p:spPr>
          <a:xfrm rot="10800000">
            <a:off x="1010153" y="2480560"/>
            <a:ext cx="869700" cy="890100"/>
          </a:xfrm>
          <a:prstGeom prst="bentConnector2">
            <a:avLst/>
          </a:prstGeom>
          <a:noFill/>
          <a:ln cap="flat" cmpd="sng" w="9525">
            <a:solidFill>
              <a:srgbClr val="888888"/>
            </a:solidFill>
            <a:prstDash val="dash"/>
            <a:round/>
            <a:headEnd len="med" w="med" type="none"/>
            <a:tailEnd len="med" w="med" type="triangle"/>
          </a:ln>
        </p:spPr>
      </p:cxnSp>
      <p:cxnSp>
        <p:nvCxnSpPr>
          <p:cNvPr id="1304" name="Google Shape;1304;g3693f7da1e3_0_815"/>
          <p:cNvCxnSpPr>
            <a:stCxn id="1291" idx="3"/>
            <a:endCxn id="1298" idx="1"/>
          </p:cNvCxnSpPr>
          <p:nvPr/>
        </p:nvCxnSpPr>
        <p:spPr>
          <a:xfrm flipH="1" rot="10800000">
            <a:off x="1146409" y="1799037"/>
            <a:ext cx="789000" cy="900"/>
          </a:xfrm>
          <a:prstGeom prst="straightConnector1">
            <a:avLst/>
          </a:prstGeom>
          <a:noFill/>
          <a:ln cap="flat" cmpd="sng" w="9525">
            <a:solidFill>
              <a:srgbClr val="888888"/>
            </a:solidFill>
            <a:prstDash val="dash"/>
            <a:round/>
            <a:headEnd len="med" w="med" type="none"/>
            <a:tailEnd len="med" w="med" type="triangle"/>
          </a:ln>
        </p:spPr>
      </p:cxnSp>
      <p:cxnSp>
        <p:nvCxnSpPr>
          <p:cNvPr id="1305" name="Google Shape;1305;g3693f7da1e3_0_815"/>
          <p:cNvCxnSpPr>
            <a:stCxn id="1298" idx="3"/>
            <a:endCxn id="1297" idx="3"/>
          </p:cNvCxnSpPr>
          <p:nvPr/>
        </p:nvCxnSpPr>
        <p:spPr>
          <a:xfrm flipH="1" rot="10800000">
            <a:off x="2401050" y="1771150"/>
            <a:ext cx="983400" cy="27900"/>
          </a:xfrm>
          <a:prstGeom prst="straightConnector1">
            <a:avLst/>
          </a:prstGeom>
          <a:noFill/>
          <a:ln cap="flat" cmpd="sng" w="9525">
            <a:solidFill>
              <a:srgbClr val="888888"/>
            </a:solidFill>
            <a:prstDash val="dash"/>
            <a:round/>
            <a:headEnd len="med" w="med" type="none"/>
            <a:tailEnd len="med" w="med" type="triangle"/>
          </a:ln>
        </p:spPr>
      </p:cxnSp>
      <p:sp>
        <p:nvSpPr>
          <p:cNvPr id="1306" name="Google Shape;1306;g3693f7da1e3_0_815"/>
          <p:cNvSpPr txBox="1"/>
          <p:nvPr/>
        </p:nvSpPr>
        <p:spPr>
          <a:xfrm>
            <a:off x="1879850" y="4109850"/>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pic>
        <p:nvPicPr>
          <p:cNvPr id="1311" name="Google Shape;1311;g3693f7da1e3_0_792"/>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1312" name="Google Shape;1312;g3693f7da1e3_0_792"/>
          <p:cNvSpPr txBox="1"/>
          <p:nvPr>
            <p:ph idx="1" type="body"/>
          </p:nvPr>
        </p:nvSpPr>
        <p:spPr>
          <a:xfrm>
            <a:off x="812700" y="2464024"/>
            <a:ext cx="3236400" cy="416700"/>
          </a:xfrm>
          <a:prstGeom prst="rect">
            <a:avLst/>
          </a:prstGeom>
          <a:noFill/>
          <a:ln>
            <a:noFill/>
          </a:ln>
        </p:spPr>
        <p:txBody>
          <a:bodyPr anchorCtr="0" anchor="t" bIns="0" lIns="0" spcFirstLastPara="1" rIns="0" wrap="square" tIns="0">
            <a:noAutofit/>
          </a:bodyPr>
          <a:lstStyle/>
          <a:p>
            <a:pPr indent="0" lvl="0" marL="457200" rtl="0" algn="l">
              <a:lnSpc>
                <a:spcPct val="95238"/>
              </a:lnSpc>
              <a:spcBef>
                <a:spcPts val="0"/>
              </a:spcBef>
              <a:spcAft>
                <a:spcPts val="0"/>
              </a:spcAft>
              <a:buNone/>
            </a:pPr>
            <a:r>
              <a:rPr b="1" i="1" lang="en-US" sz="1400">
                <a:latin typeface="Roboto"/>
                <a:ea typeface="Roboto"/>
                <a:cs typeface="Roboto"/>
                <a:sym typeface="Roboto"/>
              </a:rPr>
              <a:t>Goods receipt from production (or)</a:t>
            </a:r>
            <a:endParaRPr b="1" i="1" sz="1400">
              <a:latin typeface="Roboto"/>
              <a:ea typeface="Roboto"/>
              <a:cs typeface="Roboto"/>
              <a:sym typeface="Roboto"/>
            </a:endParaRPr>
          </a:p>
          <a:p>
            <a:pPr indent="0" lvl="0" marL="457200" rtl="0" algn="l">
              <a:lnSpc>
                <a:spcPct val="95238"/>
              </a:lnSpc>
              <a:spcBef>
                <a:spcPts val="0"/>
              </a:spcBef>
              <a:spcAft>
                <a:spcPts val="0"/>
              </a:spcAft>
              <a:buNone/>
            </a:pPr>
            <a:r>
              <a:rPr b="1" i="1" lang="en-US" sz="1400">
                <a:latin typeface="Roboto"/>
                <a:ea typeface="Roboto"/>
                <a:cs typeface="Roboto"/>
                <a:sym typeface="Roboto"/>
              </a:rPr>
              <a:t>Production receipt</a:t>
            </a:r>
            <a:endParaRPr b="1" i="1" sz="1400">
              <a:latin typeface="Roboto"/>
              <a:ea typeface="Roboto"/>
              <a:cs typeface="Roboto"/>
              <a:sym typeface="Roboto"/>
            </a:endParaRPr>
          </a:p>
        </p:txBody>
      </p:sp>
      <p:sp>
        <p:nvSpPr>
          <p:cNvPr id="1313" name="Google Shape;1313;g3693f7da1e3_0_792"/>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Product and Production Master Data</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1314" name="Google Shape;1314;g3693f7da1e3_0_792"/>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1315" name="Google Shape;1315;g3693f7da1e3_0_792"/>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1316" name="Google Shape;1316;g3693f7da1e3_0_792"/>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1317" name="Google Shape;1317;g3693f7da1e3_0_792"/>
          <p:cNvGrpSpPr/>
          <p:nvPr/>
        </p:nvGrpSpPr>
        <p:grpSpPr>
          <a:xfrm>
            <a:off x="7495354" y="188417"/>
            <a:ext cx="1395087" cy="441585"/>
            <a:chOff x="5991694" y="1720305"/>
            <a:chExt cx="1929047" cy="618207"/>
          </a:xfrm>
        </p:grpSpPr>
        <p:sp>
          <p:nvSpPr>
            <p:cNvPr id="1318" name="Google Shape;1318;g3693f7da1e3_0_792"/>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g3693f7da1e3_0_792"/>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g3693f7da1e3_0_792"/>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g3693f7da1e3_0_792"/>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g3693f7da1e3_0_792"/>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g3693f7da1e3_0_792"/>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g3693f7da1e3_0_792"/>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g3693f7da1e3_0_792"/>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g3693f7da1e3_0_792"/>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g3693f7da1e3_0_792"/>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g3693f7da1e3_0_792"/>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g3693f7da1e3_0_792"/>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g3693f7da1e3_0_792"/>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g3693f7da1e3_0_844"/>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337" name="Google Shape;1337;g3693f7da1e3_0_844"/>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1338" name="Google Shape;1338;g3693f7da1e3_0_844"/>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1339" name="Google Shape;1339;g3693f7da1e3_0_844"/>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1340" name="Google Shape;1340;g3693f7da1e3_0_844"/>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1341" name="Google Shape;1341;g3693f7da1e3_0_844"/>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342" name="Google Shape;1342;g3693f7da1e3_0_844"/>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1343" name="Google Shape;1343;g3693f7da1e3_0_844"/>
          <p:cNvCxnSpPr>
            <a:stCxn id="1342" idx="1"/>
            <a:endCxn id="1341"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1344" name="Google Shape;1344;g3693f7da1e3_0_844"/>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1345" name="Google Shape;1345;g3693f7da1e3_0_844"/>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346" name="Google Shape;1346;g3693f7da1e3_0_844"/>
          <p:cNvCxnSpPr>
            <a:stCxn id="1341" idx="2"/>
            <a:endCxn id="1345"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1347" name="Google Shape;1347;g3693f7da1e3_0_844"/>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348" name="Google Shape;1348;g3693f7da1e3_0_844"/>
          <p:cNvCxnSpPr>
            <a:stCxn id="1345" idx="2"/>
            <a:endCxn id="1347"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1349" name="Google Shape;1349;g3693f7da1e3_0_844"/>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350" name="Google Shape;1350;g3693f7da1e3_0_844"/>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1351" name="Google Shape;1351;g3693f7da1e3_0_844"/>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1352" name="Google Shape;1352;g3693f7da1e3_0_844"/>
          <p:cNvSpPr txBox="1"/>
          <p:nvPr/>
        </p:nvSpPr>
        <p:spPr>
          <a:xfrm rot="-5400000">
            <a:off x="-437075" y="2543738"/>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1353" name="Google Shape;1353;g3693f7da1e3_0_844"/>
          <p:cNvCxnSpPr>
            <a:stCxn id="1347" idx="3"/>
            <a:endCxn id="1349"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1354" name="Google Shape;1354;g3693f7da1e3_0_844"/>
          <p:cNvCxnSpPr>
            <a:stCxn id="1350" idx="1"/>
            <a:endCxn id="1351"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1355" name="Google Shape;1355;g3693f7da1e3_0_844"/>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356" name="Google Shape;1356;g3693f7da1e3_0_844"/>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1357" name="Google Shape;1357;g3693f7da1e3_0_844"/>
          <p:cNvCxnSpPr>
            <a:stCxn id="1355" idx="3"/>
            <a:endCxn id="1356"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1358" name="Google Shape;1358;g3693f7da1e3_0_844"/>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359" name="Google Shape;1359;g3693f7da1e3_0_844"/>
          <p:cNvCxnSpPr>
            <a:stCxn id="1356" idx="2"/>
            <a:endCxn id="1358"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1360" name="Google Shape;1360;g3693f7da1e3_0_844"/>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361" name="Google Shape;1361;g3693f7da1e3_0_844"/>
          <p:cNvCxnSpPr>
            <a:stCxn id="1358" idx="2"/>
            <a:endCxn id="1360"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1362" name="Google Shape;1362;g3693f7da1e3_0_844"/>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363" name="Google Shape;1363;g3693f7da1e3_0_844"/>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1364" name="Google Shape;1364;g3693f7da1e3_0_844"/>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1365" name="Google Shape;1365;g3693f7da1e3_0_844"/>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1366" name="Google Shape;1366;g3693f7da1e3_0_844"/>
          <p:cNvCxnSpPr>
            <a:stCxn id="1360" idx="3"/>
            <a:endCxn id="1362"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1367" name="Google Shape;1367;g3693f7da1e3_0_844"/>
          <p:cNvCxnSpPr>
            <a:stCxn id="1365" idx="1"/>
            <a:endCxn id="1363"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1368" name="Google Shape;1368;g3693f7da1e3_0_844"/>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1369" name="Google Shape;1369;g3693f7da1e3_0_844"/>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370" name="Google Shape;1370;g3693f7da1e3_0_844"/>
          <p:cNvCxnSpPr>
            <a:stCxn id="1351" idx="1"/>
            <a:endCxn id="1369"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1371" name="Google Shape;1371;g3693f7da1e3_0_844"/>
          <p:cNvCxnSpPr>
            <a:stCxn id="1369" idx="0"/>
            <a:endCxn id="1341"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1372" name="Google Shape;1372;g3693f7da1e3_0_844"/>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373" name="Google Shape;1373;g3693f7da1e3_0_844"/>
          <p:cNvCxnSpPr>
            <a:stCxn id="1363" idx="1"/>
            <a:endCxn id="1372"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1374" name="Google Shape;1374;g3693f7da1e3_0_844"/>
          <p:cNvCxnSpPr>
            <a:stCxn id="1372" idx="0"/>
            <a:endCxn id="1355"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1375" name="Google Shape;1375;g3693f7da1e3_0_844"/>
          <p:cNvSpPr/>
          <p:nvPr/>
        </p:nvSpPr>
        <p:spPr>
          <a:xfrm>
            <a:off x="2843075" y="3721825"/>
            <a:ext cx="90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Post goods receipt</a:t>
            </a:r>
            <a:endParaRPr sz="800">
              <a:solidFill>
                <a:schemeClr val="lt2"/>
              </a:solidFill>
              <a:latin typeface="Roboto Light"/>
              <a:ea typeface="Roboto Light"/>
              <a:cs typeface="Roboto Light"/>
              <a:sym typeface="Roboto Light"/>
            </a:endParaRPr>
          </a:p>
        </p:txBody>
      </p:sp>
      <p:sp>
        <p:nvSpPr>
          <p:cNvPr id="1376" name="Google Shape;1376;g3693f7da1e3_0_844"/>
          <p:cNvSpPr/>
          <p:nvPr/>
        </p:nvSpPr>
        <p:spPr>
          <a:xfrm>
            <a:off x="7772400" y="3721837"/>
            <a:ext cx="90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Post goods receipt</a:t>
            </a:r>
            <a:endParaRPr sz="800">
              <a:solidFill>
                <a:schemeClr val="lt2"/>
              </a:solidFill>
              <a:latin typeface="Roboto Light"/>
              <a:ea typeface="Roboto Light"/>
              <a:cs typeface="Roboto Light"/>
              <a:sym typeface="Roboto Light"/>
            </a:endParaRPr>
          </a:p>
        </p:txBody>
      </p:sp>
      <p:cxnSp>
        <p:nvCxnSpPr>
          <p:cNvPr id="1377" name="Google Shape;1377;g3693f7da1e3_0_844"/>
          <p:cNvCxnSpPr>
            <a:stCxn id="1349" idx="3"/>
            <a:endCxn id="1375"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1378" name="Google Shape;1378;g3693f7da1e3_0_844"/>
          <p:cNvCxnSpPr>
            <a:stCxn id="1375" idx="2"/>
            <a:endCxn id="1350" idx="0"/>
          </p:cNvCxnSpPr>
          <p:nvPr/>
        </p:nvCxnSpPr>
        <p:spPr>
          <a:xfrm>
            <a:off x="3294725" y="4008325"/>
            <a:ext cx="6900" cy="184500"/>
          </a:xfrm>
          <a:prstGeom prst="straightConnector1">
            <a:avLst/>
          </a:prstGeom>
          <a:noFill/>
          <a:ln cap="flat" cmpd="sng" w="9525">
            <a:solidFill>
              <a:schemeClr val="dk2"/>
            </a:solidFill>
            <a:prstDash val="solid"/>
            <a:round/>
            <a:headEnd len="med" w="med" type="none"/>
            <a:tailEnd len="med" w="med" type="triangle"/>
          </a:ln>
        </p:spPr>
      </p:cxnSp>
      <p:cxnSp>
        <p:nvCxnSpPr>
          <p:cNvPr id="1379" name="Google Shape;1379;g3693f7da1e3_0_844"/>
          <p:cNvCxnSpPr>
            <a:stCxn id="1362" idx="3"/>
            <a:endCxn id="1376" idx="3"/>
          </p:cNvCxnSpPr>
          <p:nvPr/>
        </p:nvCxnSpPr>
        <p:spPr>
          <a:xfrm>
            <a:off x="8675700" y="3343962"/>
            <a:ext cx="600" cy="5211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1380" name="Google Shape;1380;g3693f7da1e3_0_844"/>
          <p:cNvCxnSpPr>
            <a:stCxn id="1376" idx="2"/>
            <a:endCxn id="1365" idx="0"/>
          </p:cNvCxnSpPr>
          <p:nvPr/>
        </p:nvCxnSpPr>
        <p:spPr>
          <a:xfrm>
            <a:off x="8224050" y="4008337"/>
            <a:ext cx="0" cy="119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g3693f7da1e3_0_893"/>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387" name="Google Shape;1387;g3693f7da1e3_0_893"/>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1388" name="Google Shape;1388;g3693f7da1e3_0_893"/>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1389" name="Google Shape;1389;g3693f7da1e3_0_893"/>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1390" name="Google Shape;1390;g3693f7da1e3_0_893"/>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1391" name="Google Shape;1391;g3693f7da1e3_0_893"/>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392" name="Google Shape;1392;g3693f7da1e3_0_893"/>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1393" name="Google Shape;1393;g3693f7da1e3_0_893"/>
          <p:cNvCxnSpPr>
            <a:stCxn id="1392" idx="1"/>
            <a:endCxn id="1391"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1394" name="Google Shape;1394;g3693f7da1e3_0_893"/>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1395" name="Google Shape;1395;g3693f7da1e3_0_893"/>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396" name="Google Shape;1396;g3693f7da1e3_0_893"/>
          <p:cNvCxnSpPr>
            <a:stCxn id="1391" idx="2"/>
            <a:endCxn id="1395"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1397" name="Google Shape;1397;g3693f7da1e3_0_893"/>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398" name="Google Shape;1398;g3693f7da1e3_0_893"/>
          <p:cNvCxnSpPr>
            <a:stCxn id="1395" idx="2"/>
            <a:endCxn id="1397"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1399" name="Google Shape;1399;g3693f7da1e3_0_893"/>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400" name="Google Shape;1400;g3693f7da1e3_0_893"/>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1401" name="Google Shape;1401;g3693f7da1e3_0_893"/>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1402" name="Google Shape;1402;g3693f7da1e3_0_893"/>
          <p:cNvSpPr txBox="1"/>
          <p:nvPr/>
        </p:nvSpPr>
        <p:spPr>
          <a:xfrm rot="-5400000">
            <a:off x="-437075" y="2543738"/>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1403" name="Google Shape;1403;g3693f7da1e3_0_893"/>
          <p:cNvCxnSpPr>
            <a:stCxn id="1397" idx="3"/>
            <a:endCxn id="1399"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1404" name="Google Shape;1404;g3693f7da1e3_0_893"/>
          <p:cNvCxnSpPr>
            <a:stCxn id="1400" idx="1"/>
            <a:endCxn id="1401"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1405" name="Google Shape;1405;g3693f7da1e3_0_893"/>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406" name="Google Shape;1406;g3693f7da1e3_0_893"/>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1407" name="Google Shape;1407;g3693f7da1e3_0_893"/>
          <p:cNvCxnSpPr>
            <a:stCxn id="1405" idx="3"/>
            <a:endCxn id="1406"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1408" name="Google Shape;1408;g3693f7da1e3_0_893"/>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409" name="Google Shape;1409;g3693f7da1e3_0_893"/>
          <p:cNvCxnSpPr>
            <a:stCxn id="1406" idx="2"/>
            <a:endCxn id="1408"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1410" name="Google Shape;1410;g3693f7da1e3_0_893"/>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411" name="Google Shape;1411;g3693f7da1e3_0_893"/>
          <p:cNvCxnSpPr>
            <a:stCxn id="1408" idx="2"/>
            <a:endCxn id="1410"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1412" name="Google Shape;1412;g3693f7da1e3_0_893"/>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413" name="Google Shape;1413;g3693f7da1e3_0_893"/>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1414" name="Google Shape;1414;g3693f7da1e3_0_893"/>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1415" name="Google Shape;1415;g3693f7da1e3_0_893"/>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1416" name="Google Shape;1416;g3693f7da1e3_0_893"/>
          <p:cNvCxnSpPr>
            <a:stCxn id="1410" idx="3"/>
            <a:endCxn id="1412"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1417" name="Google Shape;1417;g3693f7da1e3_0_893"/>
          <p:cNvCxnSpPr>
            <a:stCxn id="1415" idx="1"/>
            <a:endCxn id="1413"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1418" name="Google Shape;1418;g3693f7da1e3_0_893"/>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1419" name="Google Shape;1419;g3693f7da1e3_0_893"/>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420" name="Google Shape;1420;g3693f7da1e3_0_893"/>
          <p:cNvCxnSpPr>
            <a:stCxn id="1401" idx="1"/>
            <a:endCxn id="1419"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1421" name="Google Shape;1421;g3693f7da1e3_0_893"/>
          <p:cNvCxnSpPr>
            <a:stCxn id="1419" idx="0"/>
            <a:endCxn id="1391"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1422" name="Google Shape;1422;g3693f7da1e3_0_893"/>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423" name="Google Shape;1423;g3693f7da1e3_0_893"/>
          <p:cNvCxnSpPr>
            <a:stCxn id="1413" idx="1"/>
            <a:endCxn id="1422"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1424" name="Google Shape;1424;g3693f7da1e3_0_893"/>
          <p:cNvCxnSpPr>
            <a:stCxn id="1422" idx="0"/>
            <a:endCxn id="1405"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1425" name="Google Shape;1425;g3693f7da1e3_0_893"/>
          <p:cNvSpPr/>
          <p:nvPr/>
        </p:nvSpPr>
        <p:spPr>
          <a:xfrm>
            <a:off x="2757263" y="2975375"/>
            <a:ext cx="1088700" cy="68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426" name="Google Shape;1426;g3693f7da1e3_0_893"/>
          <p:cNvSpPr/>
          <p:nvPr/>
        </p:nvSpPr>
        <p:spPr>
          <a:xfrm>
            <a:off x="7616850" y="2975375"/>
            <a:ext cx="1161300" cy="68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427" name="Google Shape;1427;g3693f7da1e3_0_893"/>
          <p:cNvSpPr/>
          <p:nvPr/>
        </p:nvSpPr>
        <p:spPr>
          <a:xfrm>
            <a:off x="2437825" y="3721825"/>
            <a:ext cx="13086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1428" name="Google Shape;1428;g3693f7da1e3_0_893"/>
          <p:cNvCxnSpPr>
            <a:stCxn id="1399" idx="3"/>
            <a:endCxn id="1427" idx="3"/>
          </p:cNvCxnSpPr>
          <p:nvPr/>
        </p:nvCxnSpPr>
        <p:spPr>
          <a:xfrm>
            <a:off x="3719950" y="3343949"/>
            <a:ext cx="26400" cy="521100"/>
          </a:xfrm>
          <a:prstGeom prst="bentConnector3">
            <a:avLst>
              <a:gd fmla="val 1002273" name="adj1"/>
            </a:avLst>
          </a:prstGeom>
          <a:noFill/>
          <a:ln cap="flat" cmpd="sng" w="9525">
            <a:solidFill>
              <a:schemeClr val="dk2"/>
            </a:solidFill>
            <a:prstDash val="solid"/>
            <a:round/>
            <a:headEnd len="med" w="med" type="none"/>
            <a:tailEnd len="med" w="med" type="triangle"/>
          </a:ln>
        </p:spPr>
      </p:cxnSp>
      <p:cxnSp>
        <p:nvCxnSpPr>
          <p:cNvPr id="1429" name="Google Shape;1429;g3693f7da1e3_0_893"/>
          <p:cNvCxnSpPr>
            <a:endCxn id="1400" idx="0"/>
          </p:cNvCxnSpPr>
          <p:nvPr/>
        </p:nvCxnSpPr>
        <p:spPr>
          <a:xfrm flipH="1">
            <a:off x="3301625" y="4002624"/>
            <a:ext cx="8400" cy="190200"/>
          </a:xfrm>
          <a:prstGeom prst="straightConnector1">
            <a:avLst/>
          </a:prstGeom>
          <a:noFill/>
          <a:ln cap="flat" cmpd="sng" w="9525">
            <a:solidFill>
              <a:schemeClr val="dk2"/>
            </a:solidFill>
            <a:prstDash val="solid"/>
            <a:round/>
            <a:headEnd len="med" w="med" type="none"/>
            <a:tailEnd len="med" w="med" type="triangle"/>
          </a:ln>
        </p:spPr>
      </p:cxnSp>
      <p:cxnSp>
        <p:nvCxnSpPr>
          <p:cNvPr id="1430" name="Google Shape;1430;g3693f7da1e3_0_893"/>
          <p:cNvCxnSpPr>
            <a:stCxn id="1412" idx="3"/>
            <a:endCxn id="1431" idx="3"/>
          </p:cNvCxnSpPr>
          <p:nvPr/>
        </p:nvCxnSpPr>
        <p:spPr>
          <a:xfrm>
            <a:off x="8675700" y="3343962"/>
            <a:ext cx="600" cy="4914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1432" name="Google Shape;1432;g3693f7da1e3_0_893"/>
          <p:cNvCxnSpPr>
            <a:stCxn id="1433" idx="2"/>
            <a:endCxn id="1415" idx="0"/>
          </p:cNvCxnSpPr>
          <p:nvPr/>
        </p:nvCxnSpPr>
        <p:spPr>
          <a:xfrm>
            <a:off x="8224050" y="4008224"/>
            <a:ext cx="0" cy="119100"/>
          </a:xfrm>
          <a:prstGeom prst="straightConnector1">
            <a:avLst/>
          </a:prstGeom>
          <a:noFill/>
          <a:ln cap="flat" cmpd="sng" w="9525">
            <a:solidFill>
              <a:schemeClr val="dk2"/>
            </a:solidFill>
            <a:prstDash val="solid"/>
            <a:round/>
            <a:headEnd len="med" w="med" type="none"/>
            <a:tailEnd len="med" w="med" type="triangle"/>
          </a:ln>
        </p:spPr>
      </p:cxnSp>
      <p:sp>
        <p:nvSpPr>
          <p:cNvPr id="1431" name="Google Shape;1431;g3693f7da1e3_0_893"/>
          <p:cNvSpPr/>
          <p:nvPr/>
        </p:nvSpPr>
        <p:spPr>
          <a:xfrm>
            <a:off x="7367100" y="3692100"/>
            <a:ext cx="13086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g3693f7da1e3_0_945"/>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440" name="Google Shape;1440;g3693f7da1e3_0_945"/>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Packing in Handling units using packaging specification  </a:t>
            </a:r>
            <a:r>
              <a:rPr b="1" i="1" lang="en-US" sz="1200">
                <a:solidFill>
                  <a:schemeClr val="dk1"/>
                </a:solidFill>
                <a:latin typeface="Roboto"/>
                <a:ea typeface="Roboto"/>
                <a:cs typeface="Roboto"/>
                <a:sym typeface="Roboto"/>
              </a:rPr>
              <a:t>Automatic packing</a:t>
            </a:r>
            <a:endParaRPr b="1" i="1" sz="1200">
              <a:solidFill>
                <a:schemeClr val="dk1"/>
              </a:solidFill>
              <a:latin typeface="Roboto"/>
              <a:ea typeface="Roboto"/>
              <a:cs typeface="Roboto"/>
              <a:sym typeface="Roboto"/>
            </a:endParaRPr>
          </a:p>
        </p:txBody>
      </p:sp>
      <p:pic>
        <p:nvPicPr>
          <p:cNvPr id="1441" name="Google Shape;1441;g3693f7da1e3_0_945"/>
          <p:cNvPicPr preferRelativeResize="0"/>
          <p:nvPr/>
        </p:nvPicPr>
        <p:blipFill rotWithShape="1">
          <a:blip r:embed="rId3">
            <a:alphaModFix/>
          </a:blip>
          <a:srcRect b="0" l="0" r="0" t="0"/>
          <a:stretch/>
        </p:blipFill>
        <p:spPr>
          <a:xfrm>
            <a:off x="2159859" y="2095698"/>
            <a:ext cx="4410372" cy="2781101"/>
          </a:xfrm>
          <a:prstGeom prst="rect">
            <a:avLst/>
          </a:prstGeom>
          <a:noFill/>
          <a:ln>
            <a:noFill/>
          </a:ln>
        </p:spPr>
      </p:pic>
      <p:sp>
        <p:nvSpPr>
          <p:cNvPr id="1442" name="Google Shape;1442;g3693f7da1e3_0_945"/>
          <p:cNvSpPr txBox="1"/>
          <p:nvPr/>
        </p:nvSpPr>
        <p:spPr>
          <a:xfrm>
            <a:off x="418700" y="1127750"/>
            <a:ext cx="7951500" cy="7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US" sz="1200">
                <a:solidFill>
                  <a:schemeClr val="dk1"/>
                </a:solidFill>
                <a:latin typeface="Roboto Light"/>
                <a:ea typeface="Roboto Light"/>
                <a:cs typeface="Roboto Light"/>
                <a:sym typeface="Roboto Light"/>
              </a:rPr>
              <a:t>A packaging specification is </a:t>
            </a:r>
            <a:r>
              <a:rPr b="1" lang="en-US" sz="1200" u="sng">
                <a:solidFill>
                  <a:schemeClr val="dk1"/>
                </a:solidFill>
                <a:latin typeface="Roboto"/>
                <a:ea typeface="Roboto"/>
                <a:cs typeface="Roboto"/>
                <a:sym typeface="Roboto"/>
              </a:rPr>
              <a:t>master data</a:t>
            </a:r>
            <a:r>
              <a:rPr lang="en-US" sz="1200">
                <a:solidFill>
                  <a:schemeClr val="dk1"/>
                </a:solidFill>
                <a:latin typeface="Roboto Light"/>
                <a:ea typeface="Roboto Light"/>
                <a:cs typeface="Roboto Light"/>
                <a:sym typeface="Roboto Light"/>
              </a:rPr>
              <a:t>. The packaging specification defines all the necessary packing levels for a product in order, for example, to put away or transport the product. </a:t>
            </a:r>
            <a:endParaRPr>
              <a:solidFill>
                <a:schemeClr val="dk1"/>
              </a:solidFill>
            </a:endParaRPr>
          </a:p>
          <a:p>
            <a:pPr indent="0" lvl="0" marL="0" rtl="0" algn="l">
              <a:spcBef>
                <a:spcPts val="0"/>
              </a:spcBef>
              <a:spcAft>
                <a:spcPts val="0"/>
              </a:spcAft>
              <a:buClr>
                <a:schemeClr val="dk1"/>
              </a:buClr>
              <a:buFont typeface="Arial"/>
              <a:buNone/>
            </a:pPr>
            <a:r>
              <a:rPr lang="en-US" sz="1200">
                <a:solidFill>
                  <a:schemeClr val="dk1"/>
                </a:solidFill>
                <a:latin typeface="Roboto Light"/>
                <a:ea typeface="Roboto Light"/>
                <a:cs typeface="Roboto Light"/>
                <a:sym typeface="Roboto Light"/>
              </a:rPr>
              <a:t>For a product, a packaging specification mainly describes in which quantities you can pack the product into which packaging materials in which sequence</a:t>
            </a:r>
            <a:r>
              <a:rPr lang="en-US">
                <a:solidFill>
                  <a:srgbClr val="333333"/>
                </a:solidFill>
              </a:rPr>
              <a:t>.</a:t>
            </a:r>
            <a:endParaRPr sz="1200">
              <a:solidFill>
                <a:schemeClr val="dk1"/>
              </a:solidFill>
              <a:latin typeface="Roboto Light"/>
              <a:ea typeface="Roboto Light"/>
              <a:cs typeface="Roboto Light"/>
              <a:sym typeface="Roboto Light"/>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g3693f7da1e3_0_953"/>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1448" name="Google Shape;1448;g3693f7da1e3_0_953"/>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449" name="Google Shape;1449;g3693f7da1e3_0_953"/>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1450" name="Google Shape;1450;g3693f7da1e3_0_953"/>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1451" name="Google Shape;1451;g3693f7da1e3_0_953"/>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g3693f7da1e3_0_961"/>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458" name="Google Shape;1458;g3693f7da1e3_0_961"/>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1459" name="Google Shape;1459;g3693f7da1e3_0_961"/>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1460" name="Google Shape;1460;g3693f7da1e3_0_961"/>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1461" name="Google Shape;1461;g3693f7da1e3_0_961"/>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1462" name="Google Shape;1462;g3693f7da1e3_0_961"/>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463" name="Google Shape;1463;g3693f7da1e3_0_961"/>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1464" name="Google Shape;1464;g3693f7da1e3_0_961"/>
          <p:cNvCxnSpPr>
            <a:stCxn id="1463" idx="1"/>
            <a:endCxn id="1462"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1465" name="Google Shape;1465;g3693f7da1e3_0_961"/>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1466" name="Google Shape;1466;g3693f7da1e3_0_961"/>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467" name="Google Shape;1467;g3693f7da1e3_0_961"/>
          <p:cNvCxnSpPr>
            <a:stCxn id="1462" idx="2"/>
            <a:endCxn id="1466"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1468" name="Google Shape;1468;g3693f7da1e3_0_961"/>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469" name="Google Shape;1469;g3693f7da1e3_0_961"/>
          <p:cNvCxnSpPr>
            <a:stCxn id="1466" idx="2"/>
            <a:endCxn id="1468"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1470" name="Google Shape;1470;g3693f7da1e3_0_961"/>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471" name="Google Shape;1471;g3693f7da1e3_0_961"/>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1472" name="Google Shape;1472;g3693f7da1e3_0_961"/>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1473" name="Google Shape;1473;g3693f7da1e3_0_961"/>
          <p:cNvSpPr txBox="1"/>
          <p:nvPr/>
        </p:nvSpPr>
        <p:spPr>
          <a:xfrm rot="-5400000">
            <a:off x="-437075" y="2543763"/>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1474" name="Google Shape;1474;g3693f7da1e3_0_961"/>
          <p:cNvCxnSpPr>
            <a:stCxn id="1468" idx="3"/>
            <a:endCxn id="1470"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1475" name="Google Shape;1475;g3693f7da1e3_0_961"/>
          <p:cNvCxnSpPr>
            <a:stCxn id="1471" idx="1"/>
            <a:endCxn id="1472"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1476" name="Google Shape;1476;g3693f7da1e3_0_961"/>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477" name="Google Shape;1477;g3693f7da1e3_0_961"/>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1478" name="Google Shape;1478;g3693f7da1e3_0_961"/>
          <p:cNvCxnSpPr>
            <a:stCxn id="1476" idx="3"/>
            <a:endCxn id="1477"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1479" name="Google Shape;1479;g3693f7da1e3_0_961"/>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480" name="Google Shape;1480;g3693f7da1e3_0_961"/>
          <p:cNvCxnSpPr>
            <a:stCxn id="1477" idx="2"/>
            <a:endCxn id="1479"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1481" name="Google Shape;1481;g3693f7da1e3_0_961"/>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482" name="Google Shape;1482;g3693f7da1e3_0_961"/>
          <p:cNvCxnSpPr>
            <a:stCxn id="1479" idx="2"/>
            <a:endCxn id="1481"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1483" name="Google Shape;1483;g3693f7da1e3_0_961"/>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484" name="Google Shape;1484;g3693f7da1e3_0_961"/>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1485" name="Google Shape;1485;g3693f7da1e3_0_961"/>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1486" name="Google Shape;1486;g3693f7da1e3_0_961"/>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1487" name="Google Shape;1487;g3693f7da1e3_0_961"/>
          <p:cNvCxnSpPr>
            <a:stCxn id="1481" idx="3"/>
            <a:endCxn id="1483"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1488" name="Google Shape;1488;g3693f7da1e3_0_961"/>
          <p:cNvCxnSpPr>
            <a:stCxn id="1486" idx="1"/>
            <a:endCxn id="1484"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1489" name="Google Shape;1489;g3693f7da1e3_0_961"/>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1490" name="Google Shape;1490;g3693f7da1e3_0_961"/>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491" name="Google Shape;1491;g3693f7da1e3_0_961"/>
          <p:cNvCxnSpPr>
            <a:stCxn id="1472" idx="1"/>
            <a:endCxn id="1490"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1492" name="Google Shape;1492;g3693f7da1e3_0_961"/>
          <p:cNvCxnSpPr>
            <a:stCxn id="1490" idx="0"/>
            <a:endCxn id="1462"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1493" name="Google Shape;1493;g3693f7da1e3_0_961"/>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494" name="Google Shape;1494;g3693f7da1e3_0_961"/>
          <p:cNvCxnSpPr>
            <a:stCxn id="1484" idx="1"/>
            <a:endCxn id="1493"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1495" name="Google Shape;1495;g3693f7da1e3_0_961"/>
          <p:cNvCxnSpPr>
            <a:stCxn id="1493" idx="0"/>
            <a:endCxn id="1476"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1496" name="Google Shape;1496;g3693f7da1e3_0_961"/>
          <p:cNvSpPr/>
          <p:nvPr/>
        </p:nvSpPr>
        <p:spPr>
          <a:xfrm>
            <a:off x="2332300" y="3672750"/>
            <a:ext cx="1513800" cy="410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497" name="Google Shape;1497;g3693f7da1e3_0_961"/>
          <p:cNvSpPr/>
          <p:nvPr/>
        </p:nvSpPr>
        <p:spPr>
          <a:xfrm>
            <a:off x="7353600" y="3646725"/>
            <a:ext cx="1451100" cy="410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498" name="Google Shape;1498;g3693f7da1e3_0_961"/>
          <p:cNvSpPr/>
          <p:nvPr/>
        </p:nvSpPr>
        <p:spPr>
          <a:xfrm>
            <a:off x="2382275" y="3721825"/>
            <a:ext cx="13641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
        <p:nvSpPr>
          <p:cNvPr id="1499" name="Google Shape;1499;g3693f7da1e3_0_961"/>
          <p:cNvSpPr/>
          <p:nvPr/>
        </p:nvSpPr>
        <p:spPr>
          <a:xfrm>
            <a:off x="7420250" y="3721825"/>
            <a:ext cx="12555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1500" name="Google Shape;1500;g3693f7da1e3_0_961"/>
          <p:cNvCxnSpPr>
            <a:stCxn id="1470" idx="3"/>
            <a:endCxn id="1498"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1501" name="Google Shape;1501;g3693f7da1e3_0_961"/>
          <p:cNvCxnSpPr>
            <a:endCxn id="1471" idx="0"/>
          </p:cNvCxnSpPr>
          <p:nvPr/>
        </p:nvCxnSpPr>
        <p:spPr>
          <a:xfrm>
            <a:off x="3298625" y="4008024"/>
            <a:ext cx="3000" cy="184800"/>
          </a:xfrm>
          <a:prstGeom prst="straightConnector1">
            <a:avLst/>
          </a:prstGeom>
          <a:noFill/>
          <a:ln cap="flat" cmpd="sng" w="9525">
            <a:solidFill>
              <a:schemeClr val="dk2"/>
            </a:solidFill>
            <a:prstDash val="solid"/>
            <a:round/>
            <a:headEnd len="med" w="med" type="none"/>
            <a:tailEnd len="med" w="med" type="triangle"/>
          </a:ln>
        </p:spPr>
      </p:cxnSp>
      <p:cxnSp>
        <p:nvCxnSpPr>
          <p:cNvPr id="1502" name="Google Shape;1502;g3693f7da1e3_0_961"/>
          <p:cNvCxnSpPr>
            <a:stCxn id="1483" idx="3"/>
            <a:endCxn id="1499" idx="3"/>
          </p:cNvCxnSpPr>
          <p:nvPr/>
        </p:nvCxnSpPr>
        <p:spPr>
          <a:xfrm>
            <a:off x="8675700" y="3343962"/>
            <a:ext cx="600" cy="521100"/>
          </a:xfrm>
          <a:prstGeom prst="bentConnector3">
            <a:avLst>
              <a:gd fmla="val 39695833" name="adj1"/>
            </a:avLst>
          </a:prstGeom>
          <a:noFill/>
          <a:ln cap="flat" cmpd="sng" w="9525">
            <a:solidFill>
              <a:schemeClr val="dk2"/>
            </a:solidFill>
            <a:prstDash val="solid"/>
            <a:round/>
            <a:headEnd len="med" w="med" type="none"/>
            <a:tailEnd len="med" w="med" type="triangle"/>
          </a:ln>
        </p:spPr>
      </p:cxnSp>
      <p:cxnSp>
        <p:nvCxnSpPr>
          <p:cNvPr id="1503" name="Google Shape;1503;g3693f7da1e3_0_961"/>
          <p:cNvCxnSpPr>
            <a:endCxn id="1486" idx="0"/>
          </p:cNvCxnSpPr>
          <p:nvPr/>
        </p:nvCxnSpPr>
        <p:spPr>
          <a:xfrm>
            <a:off x="8214750" y="4008224"/>
            <a:ext cx="9300" cy="119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g3693f7da1e3_0_1012"/>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510" name="Google Shape;1510;g3693f7da1e3_0_1012"/>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Records exception &amp; post goods receipt</a:t>
            </a:r>
            <a:endParaRPr sz="1200">
              <a:solidFill>
                <a:schemeClr val="dk1"/>
              </a:solidFill>
              <a:latin typeface="Roboto Light"/>
              <a:ea typeface="Roboto Light"/>
              <a:cs typeface="Roboto Light"/>
              <a:sym typeface="Roboto Light"/>
            </a:endParaRPr>
          </a:p>
        </p:txBody>
      </p:sp>
      <p:sp>
        <p:nvSpPr>
          <p:cNvPr id="1511" name="Google Shape;1511;g3693f7da1e3_0_1012"/>
          <p:cNvSpPr/>
          <p:nvPr/>
        </p:nvSpPr>
        <p:spPr>
          <a:xfrm>
            <a:off x="911263" y="2691325"/>
            <a:ext cx="11859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If required, Physical receipt and records exceptions</a:t>
            </a:r>
            <a:endParaRPr sz="800">
              <a:solidFill>
                <a:srgbClr val="FFFFFF"/>
              </a:solidFill>
              <a:latin typeface="Roboto Light"/>
              <a:ea typeface="Roboto Light"/>
              <a:cs typeface="Roboto Light"/>
              <a:sym typeface="Roboto Light"/>
            </a:endParaRPr>
          </a:p>
        </p:txBody>
      </p:sp>
      <p:sp>
        <p:nvSpPr>
          <p:cNvPr id="1512" name="Google Shape;1512;g3693f7da1e3_0_1012"/>
          <p:cNvSpPr/>
          <p:nvPr/>
        </p:nvSpPr>
        <p:spPr>
          <a:xfrm>
            <a:off x="2548088" y="2659225"/>
            <a:ext cx="1024800" cy="693300"/>
          </a:xfrm>
          <a:prstGeom prst="diamond">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Damaged/Missing?</a:t>
            </a:r>
            <a:endParaRPr sz="600">
              <a:latin typeface="Roboto Light"/>
              <a:ea typeface="Roboto Light"/>
              <a:cs typeface="Roboto Light"/>
              <a:sym typeface="Roboto Light"/>
            </a:endParaRPr>
          </a:p>
        </p:txBody>
      </p:sp>
      <p:sp>
        <p:nvSpPr>
          <p:cNvPr id="1513" name="Google Shape;1513;g3693f7da1e3_0_1012"/>
          <p:cNvSpPr/>
          <p:nvPr/>
        </p:nvSpPr>
        <p:spPr>
          <a:xfrm>
            <a:off x="4895663" y="139627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Update Inbound delivery quantity</a:t>
            </a:r>
            <a:endParaRPr sz="800">
              <a:solidFill>
                <a:srgbClr val="FFFFFF"/>
              </a:solidFill>
              <a:latin typeface="Roboto Light"/>
              <a:ea typeface="Roboto Light"/>
              <a:cs typeface="Roboto Light"/>
              <a:sym typeface="Roboto Light"/>
            </a:endParaRPr>
          </a:p>
        </p:txBody>
      </p:sp>
      <p:sp>
        <p:nvSpPr>
          <p:cNvPr id="1514" name="Google Shape;1514;g3693f7da1e3_0_1012"/>
          <p:cNvSpPr/>
          <p:nvPr/>
        </p:nvSpPr>
        <p:spPr>
          <a:xfrm>
            <a:off x="6267488" y="140377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Notify production facility of the discrepancy</a:t>
            </a:r>
            <a:endParaRPr>
              <a:latin typeface="Roboto Light"/>
              <a:ea typeface="Roboto Light"/>
              <a:cs typeface="Roboto Light"/>
              <a:sym typeface="Roboto Light"/>
            </a:endParaRPr>
          </a:p>
        </p:txBody>
      </p:sp>
      <p:sp>
        <p:nvSpPr>
          <p:cNvPr id="1515" name="Google Shape;1515;g3693f7da1e3_0_1012"/>
          <p:cNvSpPr/>
          <p:nvPr/>
        </p:nvSpPr>
        <p:spPr>
          <a:xfrm>
            <a:off x="3641113" y="3922150"/>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Receive goods</a:t>
            </a:r>
            <a:endParaRPr sz="800">
              <a:solidFill>
                <a:srgbClr val="FFFFFF"/>
              </a:solidFill>
              <a:latin typeface="Roboto Light"/>
              <a:ea typeface="Roboto Light"/>
              <a:cs typeface="Roboto Light"/>
              <a:sym typeface="Roboto Light"/>
            </a:endParaRPr>
          </a:p>
        </p:txBody>
      </p:sp>
      <p:sp>
        <p:nvSpPr>
          <p:cNvPr id="1516" name="Google Shape;1516;g3693f7da1e3_0_1012"/>
          <p:cNvSpPr/>
          <p:nvPr/>
        </p:nvSpPr>
        <p:spPr>
          <a:xfrm>
            <a:off x="7609098" y="1105325"/>
            <a:ext cx="623700" cy="3405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EDI/Manual</a:t>
            </a:r>
            <a:endParaRPr sz="600">
              <a:solidFill>
                <a:schemeClr val="lt2"/>
              </a:solidFill>
              <a:latin typeface="Roboto Light"/>
              <a:ea typeface="Roboto Light"/>
              <a:cs typeface="Roboto Light"/>
              <a:sym typeface="Roboto Light"/>
            </a:endParaRPr>
          </a:p>
        </p:txBody>
      </p:sp>
      <p:sp>
        <p:nvSpPr>
          <p:cNvPr id="1517" name="Google Shape;1517;g3693f7da1e3_0_1012"/>
          <p:cNvSpPr/>
          <p:nvPr/>
        </p:nvSpPr>
        <p:spPr>
          <a:xfrm>
            <a:off x="6267488" y="269132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Verify or correct packing list</a:t>
            </a:r>
            <a:endParaRPr sz="800">
              <a:solidFill>
                <a:srgbClr val="FFFFFF"/>
              </a:solidFill>
              <a:latin typeface="Roboto Light"/>
              <a:ea typeface="Roboto Light"/>
              <a:cs typeface="Roboto Light"/>
              <a:sym typeface="Roboto Light"/>
            </a:endParaRPr>
          </a:p>
        </p:txBody>
      </p:sp>
      <p:cxnSp>
        <p:nvCxnSpPr>
          <p:cNvPr id="1518" name="Google Shape;1518;g3693f7da1e3_0_1012"/>
          <p:cNvCxnSpPr>
            <a:stCxn id="1511" idx="3"/>
            <a:endCxn id="1512" idx="1"/>
          </p:cNvCxnSpPr>
          <p:nvPr/>
        </p:nvCxnSpPr>
        <p:spPr>
          <a:xfrm>
            <a:off x="2097163" y="3005875"/>
            <a:ext cx="450900" cy="0"/>
          </a:xfrm>
          <a:prstGeom prst="straightConnector1">
            <a:avLst/>
          </a:prstGeom>
          <a:noFill/>
          <a:ln cap="flat" cmpd="sng" w="9525">
            <a:solidFill>
              <a:srgbClr val="000000"/>
            </a:solidFill>
            <a:prstDash val="solid"/>
            <a:round/>
            <a:headEnd len="med" w="med" type="none"/>
            <a:tailEnd len="med" w="med" type="triangle"/>
          </a:ln>
        </p:spPr>
      </p:cxnSp>
      <p:cxnSp>
        <p:nvCxnSpPr>
          <p:cNvPr id="1519" name="Google Shape;1519;g3693f7da1e3_0_1012"/>
          <p:cNvCxnSpPr>
            <a:stCxn id="1512" idx="0"/>
            <a:endCxn id="1513" idx="1"/>
          </p:cNvCxnSpPr>
          <p:nvPr/>
        </p:nvCxnSpPr>
        <p:spPr>
          <a:xfrm rot="-5400000">
            <a:off x="3503888" y="1267525"/>
            <a:ext cx="948300" cy="1835100"/>
          </a:xfrm>
          <a:prstGeom prst="bentConnector2">
            <a:avLst/>
          </a:prstGeom>
          <a:noFill/>
          <a:ln cap="flat" cmpd="sng" w="9525">
            <a:solidFill>
              <a:srgbClr val="000000"/>
            </a:solidFill>
            <a:prstDash val="solid"/>
            <a:round/>
            <a:headEnd len="med" w="med" type="none"/>
            <a:tailEnd len="med" w="med" type="triangle"/>
          </a:ln>
        </p:spPr>
      </p:cxnSp>
      <p:cxnSp>
        <p:nvCxnSpPr>
          <p:cNvPr id="1520" name="Google Shape;1520;g3693f7da1e3_0_1012"/>
          <p:cNvCxnSpPr>
            <a:stCxn id="1512" idx="3"/>
            <a:endCxn id="1515" idx="0"/>
          </p:cNvCxnSpPr>
          <p:nvPr/>
        </p:nvCxnSpPr>
        <p:spPr>
          <a:xfrm>
            <a:off x="3572888" y="3005875"/>
            <a:ext cx="548100" cy="916200"/>
          </a:xfrm>
          <a:prstGeom prst="bentConnector2">
            <a:avLst/>
          </a:prstGeom>
          <a:noFill/>
          <a:ln cap="flat" cmpd="sng" w="9525">
            <a:solidFill>
              <a:srgbClr val="000000"/>
            </a:solidFill>
            <a:prstDash val="solid"/>
            <a:round/>
            <a:headEnd len="med" w="med" type="none"/>
            <a:tailEnd len="med" w="med" type="triangle"/>
          </a:ln>
        </p:spPr>
      </p:cxnSp>
      <p:cxnSp>
        <p:nvCxnSpPr>
          <p:cNvPr id="1521" name="Google Shape;1521;g3693f7da1e3_0_1012"/>
          <p:cNvCxnSpPr>
            <a:stCxn id="1513" idx="3"/>
            <a:endCxn id="1514" idx="1"/>
          </p:cNvCxnSpPr>
          <p:nvPr/>
        </p:nvCxnSpPr>
        <p:spPr>
          <a:xfrm>
            <a:off x="5855663" y="1710825"/>
            <a:ext cx="411900" cy="7500"/>
          </a:xfrm>
          <a:prstGeom prst="straightConnector1">
            <a:avLst/>
          </a:prstGeom>
          <a:noFill/>
          <a:ln cap="flat" cmpd="sng" w="9525">
            <a:solidFill>
              <a:srgbClr val="000000"/>
            </a:solidFill>
            <a:prstDash val="solid"/>
            <a:round/>
            <a:headEnd len="med" w="med" type="none"/>
            <a:tailEnd len="med" w="med" type="triangle"/>
          </a:ln>
        </p:spPr>
      </p:cxnSp>
      <p:cxnSp>
        <p:nvCxnSpPr>
          <p:cNvPr id="1522" name="Google Shape;1522;g3693f7da1e3_0_1012"/>
          <p:cNvCxnSpPr>
            <a:stCxn id="1514" idx="0"/>
            <a:endCxn id="1516" idx="1"/>
          </p:cNvCxnSpPr>
          <p:nvPr/>
        </p:nvCxnSpPr>
        <p:spPr>
          <a:xfrm rot="-5400000">
            <a:off x="7114238" y="908925"/>
            <a:ext cx="128100" cy="861600"/>
          </a:xfrm>
          <a:prstGeom prst="bentConnector2">
            <a:avLst/>
          </a:prstGeom>
          <a:noFill/>
          <a:ln cap="flat" cmpd="sng" w="9525">
            <a:solidFill>
              <a:srgbClr val="000000"/>
            </a:solidFill>
            <a:prstDash val="dash"/>
            <a:round/>
            <a:headEnd len="med" w="med" type="none"/>
            <a:tailEnd len="med" w="med" type="triangle"/>
          </a:ln>
        </p:spPr>
      </p:cxnSp>
      <p:cxnSp>
        <p:nvCxnSpPr>
          <p:cNvPr id="1523" name="Google Shape;1523;g3693f7da1e3_0_1012"/>
          <p:cNvCxnSpPr>
            <a:stCxn id="1514" idx="2"/>
            <a:endCxn id="1517" idx="0"/>
          </p:cNvCxnSpPr>
          <p:nvPr/>
        </p:nvCxnSpPr>
        <p:spPr>
          <a:xfrm>
            <a:off x="6747488" y="2032875"/>
            <a:ext cx="0" cy="658500"/>
          </a:xfrm>
          <a:prstGeom prst="straightConnector1">
            <a:avLst/>
          </a:prstGeom>
          <a:noFill/>
          <a:ln cap="flat" cmpd="sng" w="9525">
            <a:solidFill>
              <a:srgbClr val="000000"/>
            </a:solidFill>
            <a:prstDash val="solid"/>
            <a:round/>
            <a:headEnd len="med" w="med" type="none"/>
            <a:tailEnd len="med" w="med" type="triangle"/>
          </a:ln>
        </p:spPr>
      </p:cxnSp>
      <p:cxnSp>
        <p:nvCxnSpPr>
          <p:cNvPr id="1524" name="Google Shape;1524;g3693f7da1e3_0_1012"/>
          <p:cNvCxnSpPr>
            <a:stCxn id="1517" idx="1"/>
            <a:endCxn id="1515" idx="3"/>
          </p:cNvCxnSpPr>
          <p:nvPr/>
        </p:nvCxnSpPr>
        <p:spPr>
          <a:xfrm flipH="1">
            <a:off x="4600988" y="3005875"/>
            <a:ext cx="1666500" cy="1230900"/>
          </a:xfrm>
          <a:prstGeom prst="bentConnector3">
            <a:avLst>
              <a:gd fmla="val 49996" name="adj1"/>
            </a:avLst>
          </a:prstGeom>
          <a:noFill/>
          <a:ln cap="flat" cmpd="sng" w="9525">
            <a:solidFill>
              <a:srgbClr val="000000"/>
            </a:solidFill>
            <a:prstDash val="solid"/>
            <a:round/>
            <a:headEnd len="med" w="med" type="none"/>
            <a:tailEnd len="med" w="med" type="triangle"/>
          </a:ln>
        </p:spPr>
      </p:cxnSp>
      <p:sp>
        <p:nvSpPr>
          <p:cNvPr id="1525" name="Google Shape;1525;g3693f7da1e3_0_1012"/>
          <p:cNvSpPr txBox="1"/>
          <p:nvPr/>
        </p:nvSpPr>
        <p:spPr>
          <a:xfrm>
            <a:off x="2777588" y="2104525"/>
            <a:ext cx="3777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Yes</a:t>
            </a:r>
            <a:endParaRPr sz="600">
              <a:solidFill>
                <a:srgbClr val="000000"/>
              </a:solidFill>
              <a:latin typeface="Roboto Light"/>
              <a:ea typeface="Roboto Light"/>
              <a:cs typeface="Roboto Light"/>
              <a:sym typeface="Roboto Light"/>
            </a:endParaRPr>
          </a:p>
        </p:txBody>
      </p:sp>
      <p:sp>
        <p:nvSpPr>
          <p:cNvPr id="1526" name="Google Shape;1526;g3693f7da1e3_0_1012"/>
          <p:cNvSpPr txBox="1"/>
          <p:nvPr/>
        </p:nvSpPr>
        <p:spPr>
          <a:xfrm>
            <a:off x="3744088" y="2802825"/>
            <a:ext cx="3777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No</a:t>
            </a:r>
            <a:endParaRPr sz="600">
              <a:solidFill>
                <a:srgbClr val="000000"/>
              </a:solidFill>
              <a:latin typeface="Roboto Light"/>
              <a:ea typeface="Roboto Light"/>
              <a:cs typeface="Roboto Light"/>
              <a:sym typeface="Roboto Light"/>
            </a:endParaRPr>
          </a:p>
        </p:txBody>
      </p:sp>
      <p:sp>
        <p:nvSpPr>
          <p:cNvPr id="1527" name="Google Shape;1527;g3693f7da1e3_0_1012"/>
          <p:cNvSpPr/>
          <p:nvPr/>
        </p:nvSpPr>
        <p:spPr>
          <a:xfrm>
            <a:off x="1593522" y="3671250"/>
            <a:ext cx="900300" cy="518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a:t>
            </a:r>
            <a:r>
              <a:rPr lang="en-US" sz="800">
                <a:latin typeface="Roboto Light"/>
                <a:ea typeface="Roboto Light"/>
                <a:cs typeface="Roboto Light"/>
                <a:sym typeface="Roboto Light"/>
              </a:rPr>
              <a:t> </a:t>
            </a:r>
            <a:r>
              <a:rPr lang="en-US" sz="800">
                <a:solidFill>
                  <a:srgbClr val="FFFFFF"/>
                </a:solidFill>
                <a:latin typeface="Roboto Light"/>
                <a:ea typeface="Roboto Light"/>
                <a:cs typeface="Roboto Light"/>
                <a:sym typeface="Roboto Light"/>
              </a:rPr>
              <a:t>quality requirements</a:t>
            </a:r>
            <a:endParaRPr>
              <a:latin typeface="Roboto Light"/>
              <a:ea typeface="Roboto Light"/>
              <a:cs typeface="Roboto Light"/>
              <a:sym typeface="Roboto Light"/>
            </a:endParaRPr>
          </a:p>
        </p:txBody>
      </p:sp>
      <p:sp>
        <p:nvSpPr>
          <p:cNvPr id="1528" name="Google Shape;1528;g3693f7da1e3_0_1012"/>
          <p:cNvSpPr/>
          <p:nvPr/>
        </p:nvSpPr>
        <p:spPr>
          <a:xfrm>
            <a:off x="1593522" y="4318000"/>
            <a:ext cx="900300" cy="518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 Putaway requirements</a:t>
            </a:r>
            <a:endParaRPr sz="800">
              <a:solidFill>
                <a:srgbClr val="FFFFFF"/>
              </a:solidFill>
              <a:latin typeface="Roboto Light"/>
              <a:ea typeface="Roboto Light"/>
              <a:cs typeface="Roboto Light"/>
              <a:sym typeface="Roboto Light"/>
            </a:endParaRPr>
          </a:p>
        </p:txBody>
      </p:sp>
      <p:cxnSp>
        <p:nvCxnSpPr>
          <p:cNvPr id="1529" name="Google Shape;1529;g3693f7da1e3_0_1012"/>
          <p:cNvCxnSpPr>
            <a:stCxn id="1515" idx="1"/>
            <a:endCxn id="1527" idx="3"/>
          </p:cNvCxnSpPr>
          <p:nvPr/>
        </p:nvCxnSpPr>
        <p:spPr>
          <a:xfrm rot="10800000">
            <a:off x="2493913" y="3930400"/>
            <a:ext cx="1147200" cy="306300"/>
          </a:xfrm>
          <a:prstGeom prst="bentConnector3">
            <a:avLst>
              <a:gd fmla="val 50004" name="adj1"/>
            </a:avLst>
          </a:prstGeom>
          <a:noFill/>
          <a:ln cap="flat" cmpd="sng" w="9525">
            <a:solidFill>
              <a:schemeClr val="dk2"/>
            </a:solidFill>
            <a:prstDash val="solid"/>
            <a:round/>
            <a:headEnd len="med" w="med" type="none"/>
            <a:tailEnd len="med" w="med" type="triangle"/>
          </a:ln>
        </p:spPr>
      </p:cxnSp>
      <p:cxnSp>
        <p:nvCxnSpPr>
          <p:cNvPr id="1530" name="Google Shape;1530;g3693f7da1e3_0_1012"/>
          <p:cNvCxnSpPr>
            <a:stCxn id="1515" idx="1"/>
            <a:endCxn id="1528" idx="3"/>
          </p:cNvCxnSpPr>
          <p:nvPr/>
        </p:nvCxnSpPr>
        <p:spPr>
          <a:xfrm flipH="1">
            <a:off x="2493913" y="4236700"/>
            <a:ext cx="1147200" cy="340500"/>
          </a:xfrm>
          <a:prstGeom prst="bentConnector3">
            <a:avLst>
              <a:gd fmla="val 50004" name="adj1"/>
            </a:avLst>
          </a:prstGeom>
          <a:noFill/>
          <a:ln cap="flat" cmpd="sng" w="9525">
            <a:solidFill>
              <a:schemeClr val="dk2"/>
            </a:solidFill>
            <a:prstDash val="solid"/>
            <a:round/>
            <a:headEnd len="med" w="med" type="none"/>
            <a:tailEnd len="med" w="med" type="triangle"/>
          </a:ln>
        </p:spPr>
      </p:cxnSp>
      <p:sp>
        <p:nvSpPr>
          <p:cNvPr id="1531" name="Google Shape;1531;g3693f7da1e3_0_1012"/>
          <p:cNvSpPr/>
          <p:nvPr/>
        </p:nvSpPr>
        <p:spPr>
          <a:xfrm>
            <a:off x="7775722" y="4013700"/>
            <a:ext cx="715200" cy="430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Process order update</a:t>
            </a:r>
            <a:endParaRPr sz="600">
              <a:solidFill>
                <a:schemeClr val="lt2"/>
              </a:solidFill>
              <a:latin typeface="Roboto Light"/>
              <a:ea typeface="Roboto Light"/>
              <a:cs typeface="Roboto Light"/>
              <a:sym typeface="Roboto Light"/>
            </a:endParaRPr>
          </a:p>
        </p:txBody>
      </p:sp>
      <p:cxnSp>
        <p:nvCxnSpPr>
          <p:cNvPr id="1532" name="Google Shape;1532;g3693f7da1e3_0_1012"/>
          <p:cNvCxnSpPr>
            <a:stCxn id="1515" idx="2"/>
            <a:endCxn id="1531" idx="1"/>
          </p:cNvCxnSpPr>
          <p:nvPr/>
        </p:nvCxnSpPr>
        <p:spPr>
          <a:xfrm rot="-5400000">
            <a:off x="5787163" y="2562700"/>
            <a:ext cx="322500" cy="3654600"/>
          </a:xfrm>
          <a:prstGeom prst="bentConnector4">
            <a:avLst>
              <a:gd fmla="val -73837" name="adj1"/>
              <a:gd fmla="val 56567" name="adj2"/>
            </a:avLst>
          </a:prstGeom>
          <a:noFill/>
          <a:ln cap="flat" cmpd="sng" w="9525">
            <a:solidFill>
              <a:schemeClr val="dk2"/>
            </a:solidFill>
            <a:prstDash val="dash"/>
            <a:round/>
            <a:headEnd len="med" w="med" type="none"/>
            <a:tailEnd len="med" w="med" type="triangle"/>
          </a:ln>
        </p:spPr>
      </p:cxnSp>
      <p:sp>
        <p:nvSpPr>
          <p:cNvPr id="1533" name="Google Shape;1533;g3693f7da1e3_0_1012"/>
          <p:cNvSpPr txBox="1"/>
          <p:nvPr/>
        </p:nvSpPr>
        <p:spPr>
          <a:xfrm>
            <a:off x="4601125" y="4789375"/>
            <a:ext cx="1466400" cy="2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movement(101) update</a:t>
            </a:r>
            <a:endParaRPr sz="600">
              <a:solidFill>
                <a:schemeClr val="dk1"/>
              </a:solidFill>
              <a:latin typeface="Roboto Light"/>
              <a:ea typeface="Roboto Light"/>
              <a:cs typeface="Roboto Light"/>
              <a:sym typeface="Roboto Light"/>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g3693f7da1e3_0_1041"/>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540" name="Google Shape;1540;g3693f7da1e3_0_1041"/>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Records exception &amp; post goods receipt</a:t>
            </a:r>
            <a:endParaRPr sz="1200">
              <a:solidFill>
                <a:schemeClr val="dk1"/>
              </a:solidFill>
              <a:latin typeface="Roboto Light"/>
              <a:ea typeface="Roboto Light"/>
              <a:cs typeface="Roboto Light"/>
              <a:sym typeface="Roboto Light"/>
            </a:endParaRPr>
          </a:p>
        </p:txBody>
      </p:sp>
      <p:sp>
        <p:nvSpPr>
          <p:cNvPr id="1541" name="Google Shape;1541;g3693f7da1e3_0_1041"/>
          <p:cNvSpPr/>
          <p:nvPr/>
        </p:nvSpPr>
        <p:spPr>
          <a:xfrm>
            <a:off x="911263" y="2691325"/>
            <a:ext cx="11859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If required, Physical receipt and records exceptions</a:t>
            </a:r>
            <a:endParaRPr sz="800">
              <a:solidFill>
                <a:srgbClr val="FFFFFF"/>
              </a:solidFill>
              <a:latin typeface="Roboto Light"/>
              <a:ea typeface="Roboto Light"/>
              <a:cs typeface="Roboto Light"/>
              <a:sym typeface="Roboto Light"/>
            </a:endParaRPr>
          </a:p>
        </p:txBody>
      </p:sp>
      <p:sp>
        <p:nvSpPr>
          <p:cNvPr id="1542" name="Google Shape;1542;g3693f7da1e3_0_1041"/>
          <p:cNvSpPr/>
          <p:nvPr/>
        </p:nvSpPr>
        <p:spPr>
          <a:xfrm>
            <a:off x="2548088" y="2659225"/>
            <a:ext cx="1024800" cy="693300"/>
          </a:xfrm>
          <a:prstGeom prst="diamond">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Damaged/Missing?</a:t>
            </a:r>
            <a:endParaRPr sz="600">
              <a:latin typeface="Roboto Light"/>
              <a:ea typeface="Roboto Light"/>
              <a:cs typeface="Roboto Light"/>
              <a:sym typeface="Roboto Light"/>
            </a:endParaRPr>
          </a:p>
        </p:txBody>
      </p:sp>
      <p:sp>
        <p:nvSpPr>
          <p:cNvPr id="1543" name="Google Shape;1543;g3693f7da1e3_0_1041"/>
          <p:cNvSpPr/>
          <p:nvPr/>
        </p:nvSpPr>
        <p:spPr>
          <a:xfrm>
            <a:off x="4895663" y="139627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Update Inbound delivery quantity</a:t>
            </a:r>
            <a:endParaRPr sz="800">
              <a:solidFill>
                <a:srgbClr val="FFFFFF"/>
              </a:solidFill>
              <a:latin typeface="Roboto Light"/>
              <a:ea typeface="Roboto Light"/>
              <a:cs typeface="Roboto Light"/>
              <a:sym typeface="Roboto Light"/>
            </a:endParaRPr>
          </a:p>
        </p:txBody>
      </p:sp>
      <p:sp>
        <p:nvSpPr>
          <p:cNvPr id="1544" name="Google Shape;1544;g3693f7da1e3_0_1041"/>
          <p:cNvSpPr/>
          <p:nvPr/>
        </p:nvSpPr>
        <p:spPr>
          <a:xfrm>
            <a:off x="6267488" y="140377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Notify production facility of the discrepancy</a:t>
            </a:r>
            <a:endParaRPr>
              <a:latin typeface="Roboto Light"/>
              <a:ea typeface="Roboto Light"/>
              <a:cs typeface="Roboto Light"/>
              <a:sym typeface="Roboto Light"/>
            </a:endParaRPr>
          </a:p>
        </p:txBody>
      </p:sp>
      <p:sp>
        <p:nvSpPr>
          <p:cNvPr id="1545" name="Google Shape;1545;g3693f7da1e3_0_1041"/>
          <p:cNvSpPr/>
          <p:nvPr/>
        </p:nvSpPr>
        <p:spPr>
          <a:xfrm>
            <a:off x="3641113" y="3922150"/>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Receive goods</a:t>
            </a:r>
            <a:endParaRPr sz="800">
              <a:solidFill>
                <a:srgbClr val="FFFFFF"/>
              </a:solidFill>
              <a:latin typeface="Roboto Light"/>
              <a:ea typeface="Roboto Light"/>
              <a:cs typeface="Roboto Light"/>
              <a:sym typeface="Roboto Light"/>
            </a:endParaRPr>
          </a:p>
        </p:txBody>
      </p:sp>
      <p:sp>
        <p:nvSpPr>
          <p:cNvPr id="1546" name="Google Shape;1546;g3693f7da1e3_0_1041"/>
          <p:cNvSpPr/>
          <p:nvPr/>
        </p:nvSpPr>
        <p:spPr>
          <a:xfrm>
            <a:off x="7609098" y="1105325"/>
            <a:ext cx="623700" cy="3405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EDI/Manual</a:t>
            </a:r>
            <a:endParaRPr sz="600">
              <a:solidFill>
                <a:schemeClr val="lt2"/>
              </a:solidFill>
              <a:latin typeface="Roboto Light"/>
              <a:ea typeface="Roboto Light"/>
              <a:cs typeface="Roboto Light"/>
              <a:sym typeface="Roboto Light"/>
            </a:endParaRPr>
          </a:p>
        </p:txBody>
      </p:sp>
      <p:sp>
        <p:nvSpPr>
          <p:cNvPr id="1547" name="Google Shape;1547;g3693f7da1e3_0_1041"/>
          <p:cNvSpPr/>
          <p:nvPr/>
        </p:nvSpPr>
        <p:spPr>
          <a:xfrm>
            <a:off x="6267488" y="269132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Verify or correct packing list</a:t>
            </a:r>
            <a:endParaRPr sz="800">
              <a:solidFill>
                <a:srgbClr val="FFFFFF"/>
              </a:solidFill>
              <a:latin typeface="Roboto Light"/>
              <a:ea typeface="Roboto Light"/>
              <a:cs typeface="Roboto Light"/>
              <a:sym typeface="Roboto Light"/>
            </a:endParaRPr>
          </a:p>
        </p:txBody>
      </p:sp>
      <p:cxnSp>
        <p:nvCxnSpPr>
          <p:cNvPr id="1548" name="Google Shape;1548;g3693f7da1e3_0_1041"/>
          <p:cNvCxnSpPr>
            <a:stCxn id="1541" idx="3"/>
            <a:endCxn id="1542" idx="1"/>
          </p:cNvCxnSpPr>
          <p:nvPr/>
        </p:nvCxnSpPr>
        <p:spPr>
          <a:xfrm>
            <a:off x="2097163" y="3005875"/>
            <a:ext cx="450900" cy="0"/>
          </a:xfrm>
          <a:prstGeom prst="straightConnector1">
            <a:avLst/>
          </a:prstGeom>
          <a:noFill/>
          <a:ln cap="flat" cmpd="sng" w="9525">
            <a:solidFill>
              <a:srgbClr val="000000"/>
            </a:solidFill>
            <a:prstDash val="solid"/>
            <a:round/>
            <a:headEnd len="med" w="med" type="none"/>
            <a:tailEnd len="med" w="med" type="triangle"/>
          </a:ln>
        </p:spPr>
      </p:cxnSp>
      <p:cxnSp>
        <p:nvCxnSpPr>
          <p:cNvPr id="1549" name="Google Shape;1549;g3693f7da1e3_0_1041"/>
          <p:cNvCxnSpPr>
            <a:stCxn id="1542" idx="0"/>
            <a:endCxn id="1543" idx="1"/>
          </p:cNvCxnSpPr>
          <p:nvPr/>
        </p:nvCxnSpPr>
        <p:spPr>
          <a:xfrm rot="-5400000">
            <a:off x="3503888" y="1267525"/>
            <a:ext cx="948300" cy="1835100"/>
          </a:xfrm>
          <a:prstGeom prst="bentConnector2">
            <a:avLst/>
          </a:prstGeom>
          <a:noFill/>
          <a:ln cap="flat" cmpd="sng" w="9525">
            <a:solidFill>
              <a:srgbClr val="000000"/>
            </a:solidFill>
            <a:prstDash val="solid"/>
            <a:round/>
            <a:headEnd len="med" w="med" type="none"/>
            <a:tailEnd len="med" w="med" type="triangle"/>
          </a:ln>
        </p:spPr>
      </p:cxnSp>
      <p:cxnSp>
        <p:nvCxnSpPr>
          <p:cNvPr id="1550" name="Google Shape;1550;g3693f7da1e3_0_1041"/>
          <p:cNvCxnSpPr>
            <a:stCxn id="1542" idx="3"/>
            <a:endCxn id="1545" idx="0"/>
          </p:cNvCxnSpPr>
          <p:nvPr/>
        </p:nvCxnSpPr>
        <p:spPr>
          <a:xfrm>
            <a:off x="3572888" y="3005875"/>
            <a:ext cx="548100" cy="916200"/>
          </a:xfrm>
          <a:prstGeom prst="bentConnector2">
            <a:avLst/>
          </a:prstGeom>
          <a:noFill/>
          <a:ln cap="flat" cmpd="sng" w="9525">
            <a:solidFill>
              <a:srgbClr val="000000"/>
            </a:solidFill>
            <a:prstDash val="solid"/>
            <a:round/>
            <a:headEnd len="med" w="med" type="none"/>
            <a:tailEnd len="med" w="med" type="triangle"/>
          </a:ln>
        </p:spPr>
      </p:cxnSp>
      <p:cxnSp>
        <p:nvCxnSpPr>
          <p:cNvPr id="1551" name="Google Shape;1551;g3693f7da1e3_0_1041"/>
          <p:cNvCxnSpPr>
            <a:stCxn id="1543" idx="3"/>
            <a:endCxn id="1544" idx="1"/>
          </p:cNvCxnSpPr>
          <p:nvPr/>
        </p:nvCxnSpPr>
        <p:spPr>
          <a:xfrm>
            <a:off x="5855663" y="1710825"/>
            <a:ext cx="411900" cy="7500"/>
          </a:xfrm>
          <a:prstGeom prst="straightConnector1">
            <a:avLst/>
          </a:prstGeom>
          <a:noFill/>
          <a:ln cap="flat" cmpd="sng" w="9525">
            <a:solidFill>
              <a:srgbClr val="000000"/>
            </a:solidFill>
            <a:prstDash val="solid"/>
            <a:round/>
            <a:headEnd len="med" w="med" type="none"/>
            <a:tailEnd len="med" w="med" type="triangle"/>
          </a:ln>
        </p:spPr>
      </p:cxnSp>
      <p:cxnSp>
        <p:nvCxnSpPr>
          <p:cNvPr id="1552" name="Google Shape;1552;g3693f7da1e3_0_1041"/>
          <p:cNvCxnSpPr>
            <a:stCxn id="1544" idx="0"/>
            <a:endCxn id="1546" idx="1"/>
          </p:cNvCxnSpPr>
          <p:nvPr/>
        </p:nvCxnSpPr>
        <p:spPr>
          <a:xfrm rot="-5400000">
            <a:off x="7114238" y="908925"/>
            <a:ext cx="128100" cy="861600"/>
          </a:xfrm>
          <a:prstGeom prst="bentConnector2">
            <a:avLst/>
          </a:prstGeom>
          <a:noFill/>
          <a:ln cap="flat" cmpd="sng" w="9525">
            <a:solidFill>
              <a:srgbClr val="000000"/>
            </a:solidFill>
            <a:prstDash val="dash"/>
            <a:round/>
            <a:headEnd len="med" w="med" type="none"/>
            <a:tailEnd len="med" w="med" type="triangle"/>
          </a:ln>
        </p:spPr>
      </p:cxnSp>
      <p:cxnSp>
        <p:nvCxnSpPr>
          <p:cNvPr id="1553" name="Google Shape;1553;g3693f7da1e3_0_1041"/>
          <p:cNvCxnSpPr>
            <a:stCxn id="1544" idx="2"/>
            <a:endCxn id="1547" idx="0"/>
          </p:cNvCxnSpPr>
          <p:nvPr/>
        </p:nvCxnSpPr>
        <p:spPr>
          <a:xfrm>
            <a:off x="6747488" y="2032875"/>
            <a:ext cx="0" cy="658500"/>
          </a:xfrm>
          <a:prstGeom prst="straightConnector1">
            <a:avLst/>
          </a:prstGeom>
          <a:noFill/>
          <a:ln cap="flat" cmpd="sng" w="9525">
            <a:solidFill>
              <a:srgbClr val="000000"/>
            </a:solidFill>
            <a:prstDash val="solid"/>
            <a:round/>
            <a:headEnd len="med" w="med" type="none"/>
            <a:tailEnd len="med" w="med" type="triangle"/>
          </a:ln>
        </p:spPr>
      </p:cxnSp>
      <p:cxnSp>
        <p:nvCxnSpPr>
          <p:cNvPr id="1554" name="Google Shape;1554;g3693f7da1e3_0_1041"/>
          <p:cNvCxnSpPr>
            <a:stCxn id="1547" idx="1"/>
            <a:endCxn id="1545" idx="3"/>
          </p:cNvCxnSpPr>
          <p:nvPr/>
        </p:nvCxnSpPr>
        <p:spPr>
          <a:xfrm flipH="1">
            <a:off x="4600988" y="3005875"/>
            <a:ext cx="1666500" cy="1230900"/>
          </a:xfrm>
          <a:prstGeom prst="bentConnector3">
            <a:avLst>
              <a:gd fmla="val 49996" name="adj1"/>
            </a:avLst>
          </a:prstGeom>
          <a:noFill/>
          <a:ln cap="flat" cmpd="sng" w="9525">
            <a:solidFill>
              <a:srgbClr val="000000"/>
            </a:solidFill>
            <a:prstDash val="solid"/>
            <a:round/>
            <a:headEnd len="med" w="med" type="none"/>
            <a:tailEnd len="med" w="med" type="triangle"/>
          </a:ln>
        </p:spPr>
      </p:cxnSp>
      <p:sp>
        <p:nvSpPr>
          <p:cNvPr id="1555" name="Google Shape;1555;g3693f7da1e3_0_1041"/>
          <p:cNvSpPr txBox="1"/>
          <p:nvPr/>
        </p:nvSpPr>
        <p:spPr>
          <a:xfrm>
            <a:off x="2777588" y="2104525"/>
            <a:ext cx="3777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Yes</a:t>
            </a:r>
            <a:endParaRPr sz="600">
              <a:solidFill>
                <a:srgbClr val="000000"/>
              </a:solidFill>
              <a:latin typeface="Roboto Light"/>
              <a:ea typeface="Roboto Light"/>
              <a:cs typeface="Roboto Light"/>
              <a:sym typeface="Roboto Light"/>
            </a:endParaRPr>
          </a:p>
        </p:txBody>
      </p:sp>
      <p:sp>
        <p:nvSpPr>
          <p:cNvPr id="1556" name="Google Shape;1556;g3693f7da1e3_0_1041"/>
          <p:cNvSpPr txBox="1"/>
          <p:nvPr/>
        </p:nvSpPr>
        <p:spPr>
          <a:xfrm>
            <a:off x="3744088" y="2802825"/>
            <a:ext cx="3777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No</a:t>
            </a:r>
            <a:endParaRPr sz="600">
              <a:solidFill>
                <a:srgbClr val="000000"/>
              </a:solidFill>
              <a:latin typeface="Roboto Light"/>
              <a:ea typeface="Roboto Light"/>
              <a:cs typeface="Roboto Light"/>
              <a:sym typeface="Roboto Light"/>
            </a:endParaRPr>
          </a:p>
        </p:txBody>
      </p:sp>
      <p:sp>
        <p:nvSpPr>
          <p:cNvPr id="1557" name="Google Shape;1557;g3693f7da1e3_0_1041"/>
          <p:cNvSpPr/>
          <p:nvPr/>
        </p:nvSpPr>
        <p:spPr>
          <a:xfrm>
            <a:off x="1593522" y="3671250"/>
            <a:ext cx="900300" cy="518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a:t>
            </a:r>
            <a:r>
              <a:rPr lang="en-US" sz="800">
                <a:latin typeface="Roboto Light"/>
                <a:ea typeface="Roboto Light"/>
                <a:cs typeface="Roboto Light"/>
                <a:sym typeface="Roboto Light"/>
              </a:rPr>
              <a:t> </a:t>
            </a:r>
            <a:r>
              <a:rPr lang="en-US" sz="800">
                <a:solidFill>
                  <a:srgbClr val="FFFFFF"/>
                </a:solidFill>
                <a:latin typeface="Roboto Light"/>
                <a:ea typeface="Roboto Light"/>
                <a:cs typeface="Roboto Light"/>
                <a:sym typeface="Roboto Light"/>
              </a:rPr>
              <a:t>quality requirements</a:t>
            </a:r>
            <a:endParaRPr>
              <a:latin typeface="Roboto Light"/>
              <a:ea typeface="Roboto Light"/>
              <a:cs typeface="Roboto Light"/>
              <a:sym typeface="Roboto Light"/>
            </a:endParaRPr>
          </a:p>
        </p:txBody>
      </p:sp>
      <p:sp>
        <p:nvSpPr>
          <p:cNvPr id="1558" name="Google Shape;1558;g3693f7da1e3_0_1041"/>
          <p:cNvSpPr/>
          <p:nvPr/>
        </p:nvSpPr>
        <p:spPr>
          <a:xfrm>
            <a:off x="1593522" y="4318000"/>
            <a:ext cx="900300" cy="518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 Putaway requirements</a:t>
            </a:r>
            <a:endParaRPr sz="800">
              <a:solidFill>
                <a:srgbClr val="FFFFFF"/>
              </a:solidFill>
              <a:latin typeface="Roboto Light"/>
              <a:ea typeface="Roboto Light"/>
              <a:cs typeface="Roboto Light"/>
              <a:sym typeface="Roboto Light"/>
            </a:endParaRPr>
          </a:p>
        </p:txBody>
      </p:sp>
      <p:cxnSp>
        <p:nvCxnSpPr>
          <p:cNvPr id="1559" name="Google Shape;1559;g3693f7da1e3_0_1041"/>
          <p:cNvCxnSpPr>
            <a:stCxn id="1545" idx="1"/>
            <a:endCxn id="1557" idx="3"/>
          </p:cNvCxnSpPr>
          <p:nvPr/>
        </p:nvCxnSpPr>
        <p:spPr>
          <a:xfrm rot="10800000">
            <a:off x="2493913" y="3930400"/>
            <a:ext cx="1147200" cy="306300"/>
          </a:xfrm>
          <a:prstGeom prst="bentConnector3">
            <a:avLst>
              <a:gd fmla="val 50004" name="adj1"/>
            </a:avLst>
          </a:prstGeom>
          <a:noFill/>
          <a:ln cap="flat" cmpd="sng" w="9525">
            <a:solidFill>
              <a:schemeClr val="dk2"/>
            </a:solidFill>
            <a:prstDash val="solid"/>
            <a:round/>
            <a:headEnd len="med" w="med" type="none"/>
            <a:tailEnd len="med" w="med" type="triangle"/>
          </a:ln>
        </p:spPr>
      </p:cxnSp>
      <p:cxnSp>
        <p:nvCxnSpPr>
          <p:cNvPr id="1560" name="Google Shape;1560;g3693f7da1e3_0_1041"/>
          <p:cNvCxnSpPr>
            <a:stCxn id="1545" idx="1"/>
            <a:endCxn id="1558" idx="3"/>
          </p:cNvCxnSpPr>
          <p:nvPr/>
        </p:nvCxnSpPr>
        <p:spPr>
          <a:xfrm flipH="1">
            <a:off x="2493913" y="4236700"/>
            <a:ext cx="1147200" cy="340500"/>
          </a:xfrm>
          <a:prstGeom prst="bentConnector3">
            <a:avLst>
              <a:gd fmla="val 50004" name="adj1"/>
            </a:avLst>
          </a:prstGeom>
          <a:noFill/>
          <a:ln cap="flat" cmpd="sng" w="9525">
            <a:solidFill>
              <a:schemeClr val="dk2"/>
            </a:solidFill>
            <a:prstDash val="solid"/>
            <a:round/>
            <a:headEnd len="med" w="med" type="none"/>
            <a:tailEnd len="med" w="med" type="triangle"/>
          </a:ln>
        </p:spPr>
      </p:cxnSp>
      <p:sp>
        <p:nvSpPr>
          <p:cNvPr id="1561" name="Google Shape;1561;g3693f7da1e3_0_1041"/>
          <p:cNvSpPr/>
          <p:nvPr/>
        </p:nvSpPr>
        <p:spPr>
          <a:xfrm>
            <a:off x="7775722" y="4013700"/>
            <a:ext cx="715200" cy="430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Process order update</a:t>
            </a:r>
            <a:endParaRPr sz="600">
              <a:solidFill>
                <a:schemeClr val="lt2"/>
              </a:solidFill>
              <a:latin typeface="Roboto Light"/>
              <a:ea typeface="Roboto Light"/>
              <a:cs typeface="Roboto Light"/>
              <a:sym typeface="Roboto Light"/>
            </a:endParaRPr>
          </a:p>
        </p:txBody>
      </p:sp>
      <p:cxnSp>
        <p:nvCxnSpPr>
          <p:cNvPr id="1562" name="Google Shape;1562;g3693f7da1e3_0_1041"/>
          <p:cNvCxnSpPr>
            <a:stCxn id="1545" idx="2"/>
            <a:endCxn id="1561" idx="1"/>
          </p:cNvCxnSpPr>
          <p:nvPr/>
        </p:nvCxnSpPr>
        <p:spPr>
          <a:xfrm rot="-5400000">
            <a:off x="5787163" y="2562700"/>
            <a:ext cx="322500" cy="3654600"/>
          </a:xfrm>
          <a:prstGeom prst="bentConnector4">
            <a:avLst>
              <a:gd fmla="val -73837" name="adj1"/>
              <a:gd fmla="val 56567" name="adj2"/>
            </a:avLst>
          </a:prstGeom>
          <a:noFill/>
          <a:ln cap="flat" cmpd="sng" w="9525">
            <a:solidFill>
              <a:schemeClr val="dk2"/>
            </a:solidFill>
            <a:prstDash val="dash"/>
            <a:round/>
            <a:headEnd len="med" w="med" type="none"/>
            <a:tailEnd len="med" w="med" type="triangle"/>
          </a:ln>
        </p:spPr>
      </p:cxnSp>
      <p:sp>
        <p:nvSpPr>
          <p:cNvPr id="1563" name="Google Shape;1563;g3693f7da1e3_0_1041"/>
          <p:cNvSpPr txBox="1"/>
          <p:nvPr/>
        </p:nvSpPr>
        <p:spPr>
          <a:xfrm>
            <a:off x="4601125" y="4789375"/>
            <a:ext cx="1466400" cy="2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movement(101) update</a:t>
            </a:r>
            <a:endParaRPr sz="600">
              <a:solidFill>
                <a:schemeClr val="dk1"/>
              </a:solidFill>
              <a:latin typeface="Roboto Light"/>
              <a:ea typeface="Roboto Light"/>
              <a:cs typeface="Roboto Light"/>
              <a:sym typeface="Roboto Ligh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7" name="Shape 1567"/>
        <p:cNvGrpSpPr/>
        <p:nvPr/>
      </p:nvGrpSpPr>
      <p:grpSpPr>
        <a:xfrm>
          <a:off x="0" y="0"/>
          <a:ext cx="0" cy="0"/>
          <a:chOff x="0" y="0"/>
          <a:chExt cx="0" cy="0"/>
        </a:xfrm>
      </p:grpSpPr>
      <p:sp>
        <p:nvSpPr>
          <p:cNvPr id="1568" name="Google Shape;1568;g3693f7da1e3_0_1070"/>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1569" name="Google Shape;1569;g3693f7da1e3_0_1070"/>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570" name="Google Shape;1570;g3693f7da1e3_0_1070"/>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1571" name="Google Shape;1571;g3693f7da1e3_0_1070"/>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1572" name="Google Shape;1572;g3693f7da1e3_0_1070"/>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g3693f7da1e3_0_1078"/>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579" name="Google Shape;1579;g3693f7da1e3_0_1078"/>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1580" name="Google Shape;1580;g3693f7da1e3_0_1078"/>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1581" name="Google Shape;1581;g3693f7da1e3_0_1078"/>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1582" name="Google Shape;1582;g3693f7da1e3_0_1078"/>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1583" name="Google Shape;1583;g3693f7da1e3_0_1078"/>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584" name="Google Shape;1584;g3693f7da1e3_0_1078"/>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1585" name="Google Shape;1585;g3693f7da1e3_0_1078"/>
          <p:cNvCxnSpPr>
            <a:stCxn id="1584" idx="1"/>
            <a:endCxn id="1583"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1586" name="Google Shape;1586;g3693f7da1e3_0_1078"/>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1587" name="Google Shape;1587;g3693f7da1e3_0_1078"/>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588" name="Google Shape;1588;g3693f7da1e3_0_1078"/>
          <p:cNvCxnSpPr>
            <a:stCxn id="1583" idx="2"/>
            <a:endCxn id="1587"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1589" name="Google Shape;1589;g3693f7da1e3_0_1078"/>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590" name="Google Shape;1590;g3693f7da1e3_0_1078"/>
          <p:cNvCxnSpPr>
            <a:stCxn id="1587" idx="2"/>
            <a:endCxn id="1589"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1591" name="Google Shape;1591;g3693f7da1e3_0_1078"/>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592" name="Google Shape;1592;g3693f7da1e3_0_1078"/>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1593" name="Google Shape;1593;g3693f7da1e3_0_1078"/>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1594" name="Google Shape;1594;g3693f7da1e3_0_1078"/>
          <p:cNvSpPr txBox="1"/>
          <p:nvPr/>
        </p:nvSpPr>
        <p:spPr>
          <a:xfrm rot="-5400000">
            <a:off x="-437075" y="2549313"/>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1595" name="Google Shape;1595;g3693f7da1e3_0_1078"/>
          <p:cNvCxnSpPr>
            <a:stCxn id="1589" idx="3"/>
            <a:endCxn id="1591"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1596" name="Google Shape;1596;g3693f7da1e3_0_1078"/>
          <p:cNvCxnSpPr>
            <a:stCxn id="1592" idx="1"/>
            <a:endCxn id="1593"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1597" name="Google Shape;1597;g3693f7da1e3_0_1078"/>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598" name="Google Shape;1598;g3693f7da1e3_0_1078"/>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1599" name="Google Shape;1599;g3693f7da1e3_0_1078"/>
          <p:cNvCxnSpPr>
            <a:stCxn id="1597" idx="3"/>
            <a:endCxn id="1598"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1600" name="Google Shape;1600;g3693f7da1e3_0_1078"/>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601" name="Google Shape;1601;g3693f7da1e3_0_1078"/>
          <p:cNvCxnSpPr>
            <a:stCxn id="1598" idx="2"/>
            <a:endCxn id="1600"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1602" name="Google Shape;1602;g3693f7da1e3_0_1078"/>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603" name="Google Shape;1603;g3693f7da1e3_0_1078"/>
          <p:cNvCxnSpPr>
            <a:stCxn id="1600" idx="2"/>
            <a:endCxn id="1602"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1604" name="Google Shape;1604;g3693f7da1e3_0_1078"/>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605" name="Google Shape;1605;g3693f7da1e3_0_1078"/>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1606" name="Google Shape;1606;g3693f7da1e3_0_1078"/>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1607" name="Google Shape;1607;g3693f7da1e3_0_1078"/>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1608" name="Google Shape;1608;g3693f7da1e3_0_1078"/>
          <p:cNvCxnSpPr>
            <a:stCxn id="1602" idx="3"/>
            <a:endCxn id="1604"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1609" name="Google Shape;1609;g3693f7da1e3_0_1078"/>
          <p:cNvCxnSpPr>
            <a:stCxn id="1607" idx="1"/>
            <a:endCxn id="1605"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1610" name="Google Shape;1610;g3693f7da1e3_0_1078"/>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1611" name="Google Shape;1611;g3693f7da1e3_0_1078"/>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612" name="Google Shape;1612;g3693f7da1e3_0_1078"/>
          <p:cNvCxnSpPr>
            <a:stCxn id="1593" idx="1"/>
            <a:endCxn id="1611"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1613" name="Google Shape;1613;g3693f7da1e3_0_1078"/>
          <p:cNvCxnSpPr>
            <a:stCxn id="1611" idx="0"/>
            <a:endCxn id="1583"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1614" name="Google Shape;1614;g3693f7da1e3_0_1078"/>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615" name="Google Shape;1615;g3693f7da1e3_0_1078"/>
          <p:cNvCxnSpPr>
            <a:stCxn id="1605" idx="1"/>
            <a:endCxn id="1614"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1616" name="Google Shape;1616;g3693f7da1e3_0_1078"/>
          <p:cNvCxnSpPr>
            <a:stCxn id="1614" idx="0"/>
            <a:endCxn id="1597"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1617" name="Google Shape;1617;g3693f7da1e3_0_1078"/>
          <p:cNvSpPr/>
          <p:nvPr/>
        </p:nvSpPr>
        <p:spPr>
          <a:xfrm>
            <a:off x="2723950" y="4085925"/>
            <a:ext cx="1145700" cy="67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618" name="Google Shape;1618;g3693f7da1e3_0_1078"/>
          <p:cNvSpPr/>
          <p:nvPr/>
        </p:nvSpPr>
        <p:spPr>
          <a:xfrm>
            <a:off x="7643400" y="4063700"/>
            <a:ext cx="1161300" cy="619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619" name="Google Shape;1619;g3693f7da1e3_0_1078"/>
          <p:cNvSpPr/>
          <p:nvPr/>
        </p:nvSpPr>
        <p:spPr>
          <a:xfrm>
            <a:off x="2526700" y="3721825"/>
            <a:ext cx="12198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
        <p:nvSpPr>
          <p:cNvPr id="1620" name="Google Shape;1620;g3693f7da1e3_0_1078"/>
          <p:cNvSpPr/>
          <p:nvPr/>
        </p:nvSpPr>
        <p:spPr>
          <a:xfrm>
            <a:off x="7455900" y="3721825"/>
            <a:ext cx="12198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1621" name="Google Shape;1621;g3693f7da1e3_0_1078"/>
          <p:cNvCxnSpPr>
            <a:stCxn id="1591" idx="3"/>
            <a:endCxn id="1619" idx="3"/>
          </p:cNvCxnSpPr>
          <p:nvPr/>
        </p:nvCxnSpPr>
        <p:spPr>
          <a:xfrm>
            <a:off x="3719950" y="3343949"/>
            <a:ext cx="26700" cy="521100"/>
          </a:xfrm>
          <a:prstGeom prst="bentConnector3">
            <a:avLst>
              <a:gd fmla="val 991292" name="adj1"/>
            </a:avLst>
          </a:prstGeom>
          <a:noFill/>
          <a:ln cap="flat" cmpd="sng" w="9525">
            <a:solidFill>
              <a:schemeClr val="dk2"/>
            </a:solidFill>
            <a:prstDash val="solid"/>
            <a:round/>
            <a:headEnd len="med" w="med" type="none"/>
            <a:tailEnd len="med" w="med" type="triangle"/>
          </a:ln>
        </p:spPr>
      </p:cxnSp>
      <p:cxnSp>
        <p:nvCxnSpPr>
          <p:cNvPr id="1622" name="Google Shape;1622;g3693f7da1e3_0_1078"/>
          <p:cNvCxnSpPr>
            <a:endCxn id="1592" idx="0"/>
          </p:cNvCxnSpPr>
          <p:nvPr/>
        </p:nvCxnSpPr>
        <p:spPr>
          <a:xfrm flipH="1">
            <a:off x="3301625" y="4002624"/>
            <a:ext cx="8100" cy="190200"/>
          </a:xfrm>
          <a:prstGeom prst="straightConnector1">
            <a:avLst/>
          </a:prstGeom>
          <a:noFill/>
          <a:ln cap="flat" cmpd="sng" w="9525">
            <a:solidFill>
              <a:schemeClr val="dk2"/>
            </a:solidFill>
            <a:prstDash val="solid"/>
            <a:round/>
            <a:headEnd len="med" w="med" type="none"/>
            <a:tailEnd len="med" w="med" type="triangle"/>
          </a:ln>
        </p:spPr>
      </p:cxnSp>
      <p:cxnSp>
        <p:nvCxnSpPr>
          <p:cNvPr id="1623" name="Google Shape;1623;g3693f7da1e3_0_1078"/>
          <p:cNvCxnSpPr>
            <a:stCxn id="1604" idx="3"/>
            <a:endCxn id="1620" idx="3"/>
          </p:cNvCxnSpPr>
          <p:nvPr/>
        </p:nvCxnSpPr>
        <p:spPr>
          <a:xfrm>
            <a:off x="8675700" y="3343962"/>
            <a:ext cx="600" cy="5211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1624" name="Google Shape;1624;g3693f7da1e3_0_1078"/>
          <p:cNvCxnSpPr>
            <a:endCxn id="1607" idx="0"/>
          </p:cNvCxnSpPr>
          <p:nvPr/>
        </p:nvCxnSpPr>
        <p:spPr>
          <a:xfrm>
            <a:off x="8214450" y="4019024"/>
            <a:ext cx="9600" cy="108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g3693f7da1e3_0_1129"/>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631" name="Google Shape;1631;g3693f7da1e3_0_1129"/>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Putaway location determination</a:t>
            </a:r>
            <a:endParaRPr sz="1200">
              <a:solidFill>
                <a:schemeClr val="dk1"/>
              </a:solidFill>
              <a:latin typeface="Roboto Light"/>
              <a:ea typeface="Roboto Light"/>
              <a:cs typeface="Roboto Light"/>
              <a:sym typeface="Roboto Light"/>
            </a:endParaRPr>
          </a:p>
        </p:txBody>
      </p:sp>
      <p:sp>
        <p:nvSpPr>
          <p:cNvPr id="1632" name="Google Shape;1632;g3693f7da1e3_0_1129"/>
          <p:cNvSpPr/>
          <p:nvPr/>
        </p:nvSpPr>
        <p:spPr>
          <a:xfrm>
            <a:off x="265075" y="1177250"/>
            <a:ext cx="882000" cy="600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Quality requirements/Results</a:t>
            </a:r>
            <a:endParaRPr sz="800">
              <a:solidFill>
                <a:srgbClr val="FFFFFF"/>
              </a:solidFill>
              <a:latin typeface="Roboto Light"/>
              <a:ea typeface="Roboto Light"/>
              <a:cs typeface="Roboto Light"/>
              <a:sym typeface="Roboto Light"/>
            </a:endParaRPr>
          </a:p>
        </p:txBody>
      </p:sp>
      <p:sp>
        <p:nvSpPr>
          <p:cNvPr id="1633" name="Google Shape;1633;g3693f7da1e3_0_1129"/>
          <p:cNvSpPr/>
          <p:nvPr/>
        </p:nvSpPr>
        <p:spPr>
          <a:xfrm>
            <a:off x="1755575" y="1177250"/>
            <a:ext cx="882000" cy="600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Putaway strategies/Rules</a:t>
            </a:r>
            <a:endParaRPr>
              <a:latin typeface="Roboto Light"/>
              <a:ea typeface="Roboto Light"/>
              <a:cs typeface="Roboto Light"/>
              <a:sym typeface="Roboto Light"/>
            </a:endParaRPr>
          </a:p>
        </p:txBody>
      </p:sp>
      <p:sp>
        <p:nvSpPr>
          <p:cNvPr id="1634" name="Google Shape;1634;g3693f7da1e3_0_1129"/>
          <p:cNvSpPr/>
          <p:nvPr/>
        </p:nvSpPr>
        <p:spPr>
          <a:xfrm>
            <a:off x="1604675" y="2439375"/>
            <a:ext cx="1183800" cy="726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System creates a work instruction to direct the receipt qty to a primary location</a:t>
            </a:r>
            <a:endParaRPr sz="800">
              <a:solidFill>
                <a:srgbClr val="FFFFFF"/>
              </a:solidFill>
              <a:latin typeface="Roboto Light"/>
              <a:ea typeface="Roboto Light"/>
              <a:cs typeface="Roboto Light"/>
              <a:sym typeface="Roboto Light"/>
            </a:endParaRPr>
          </a:p>
        </p:txBody>
      </p:sp>
      <p:sp>
        <p:nvSpPr>
          <p:cNvPr id="1635" name="Google Shape;1635;g3693f7da1e3_0_1129"/>
          <p:cNvSpPr/>
          <p:nvPr/>
        </p:nvSpPr>
        <p:spPr>
          <a:xfrm>
            <a:off x="3273225" y="3618475"/>
            <a:ext cx="1183800" cy="8790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Create work instruction to direct receipt qty to secondary or reserved location</a:t>
            </a:r>
            <a:endParaRPr>
              <a:latin typeface="Roboto Light"/>
              <a:ea typeface="Roboto Light"/>
              <a:cs typeface="Roboto Light"/>
              <a:sym typeface="Roboto Light"/>
            </a:endParaRPr>
          </a:p>
        </p:txBody>
      </p:sp>
      <p:sp>
        <p:nvSpPr>
          <p:cNvPr id="1636" name="Google Shape;1636;g3693f7da1e3_0_1129"/>
          <p:cNvSpPr/>
          <p:nvPr/>
        </p:nvSpPr>
        <p:spPr>
          <a:xfrm>
            <a:off x="4933725" y="1568375"/>
            <a:ext cx="1300500" cy="9243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800">
              <a:solidFill>
                <a:srgbClr val="FFFFFF"/>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Confirm work instruction to direct receipt qty to primary location</a:t>
            </a:r>
            <a:endParaRPr sz="800">
              <a:solidFill>
                <a:srgbClr val="FFFFFF"/>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t/>
            </a:r>
            <a:endParaRPr sz="800">
              <a:solidFill>
                <a:srgbClr val="FFFFFF"/>
              </a:solidFill>
              <a:latin typeface="Roboto Light"/>
              <a:ea typeface="Roboto Light"/>
              <a:cs typeface="Roboto Light"/>
              <a:sym typeface="Roboto Light"/>
            </a:endParaRPr>
          </a:p>
        </p:txBody>
      </p:sp>
      <p:sp>
        <p:nvSpPr>
          <p:cNvPr id="1637" name="Google Shape;1637;g3693f7da1e3_0_1129"/>
          <p:cNvSpPr/>
          <p:nvPr/>
        </p:nvSpPr>
        <p:spPr>
          <a:xfrm>
            <a:off x="6621750" y="1550075"/>
            <a:ext cx="1031400" cy="9609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Creates putaway warehouse tasks to direct material to primary location</a:t>
            </a:r>
            <a:endParaRPr sz="800">
              <a:solidFill>
                <a:srgbClr val="FFFFFF"/>
              </a:solidFill>
              <a:latin typeface="Roboto Light"/>
              <a:ea typeface="Roboto Light"/>
              <a:cs typeface="Roboto Light"/>
              <a:sym typeface="Roboto Light"/>
            </a:endParaRPr>
          </a:p>
        </p:txBody>
      </p:sp>
      <p:sp>
        <p:nvSpPr>
          <p:cNvPr id="1638" name="Google Shape;1638;g3693f7da1e3_0_1129"/>
          <p:cNvSpPr/>
          <p:nvPr/>
        </p:nvSpPr>
        <p:spPr>
          <a:xfrm>
            <a:off x="7973975" y="1739625"/>
            <a:ext cx="882000" cy="600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Identify Handling units to be processed</a:t>
            </a:r>
            <a:endParaRPr sz="800">
              <a:solidFill>
                <a:srgbClr val="FFFFFF"/>
              </a:solidFill>
              <a:latin typeface="Roboto Light"/>
              <a:ea typeface="Roboto Light"/>
              <a:cs typeface="Roboto Light"/>
              <a:sym typeface="Roboto Light"/>
            </a:endParaRPr>
          </a:p>
        </p:txBody>
      </p:sp>
      <p:sp>
        <p:nvSpPr>
          <p:cNvPr id="1639" name="Google Shape;1639;g3693f7da1e3_0_1129"/>
          <p:cNvSpPr/>
          <p:nvPr/>
        </p:nvSpPr>
        <p:spPr>
          <a:xfrm>
            <a:off x="3385125" y="1640475"/>
            <a:ext cx="960000" cy="798900"/>
          </a:xfrm>
          <a:prstGeom prst="diamond">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Primary location available?</a:t>
            </a:r>
            <a:endParaRPr sz="600">
              <a:latin typeface="Roboto Light"/>
              <a:ea typeface="Roboto Light"/>
              <a:cs typeface="Roboto Light"/>
              <a:sym typeface="Roboto Light"/>
            </a:endParaRPr>
          </a:p>
        </p:txBody>
      </p:sp>
      <p:sp>
        <p:nvSpPr>
          <p:cNvPr id="1640" name="Google Shape;1640;g3693f7da1e3_0_1129"/>
          <p:cNvSpPr/>
          <p:nvPr/>
        </p:nvSpPr>
        <p:spPr>
          <a:xfrm>
            <a:off x="5068275" y="3577525"/>
            <a:ext cx="1031400" cy="9609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Creates putaway warehouse tasks to direct material to secondary or reserved location</a:t>
            </a:r>
            <a:endParaRPr sz="800">
              <a:solidFill>
                <a:srgbClr val="FFFFFF"/>
              </a:solidFill>
              <a:latin typeface="Roboto Light"/>
              <a:ea typeface="Roboto Light"/>
              <a:cs typeface="Roboto Light"/>
              <a:sym typeface="Roboto Light"/>
            </a:endParaRPr>
          </a:p>
        </p:txBody>
      </p:sp>
      <p:cxnSp>
        <p:nvCxnSpPr>
          <p:cNvPr id="1641" name="Google Shape;1641;g3693f7da1e3_0_1129"/>
          <p:cNvCxnSpPr>
            <a:stCxn id="1633" idx="2"/>
            <a:endCxn id="1634" idx="0"/>
          </p:cNvCxnSpPr>
          <p:nvPr/>
        </p:nvCxnSpPr>
        <p:spPr>
          <a:xfrm>
            <a:off x="2196575" y="1777850"/>
            <a:ext cx="0" cy="661500"/>
          </a:xfrm>
          <a:prstGeom prst="straightConnector1">
            <a:avLst/>
          </a:prstGeom>
          <a:noFill/>
          <a:ln cap="flat" cmpd="sng" w="9525">
            <a:solidFill>
              <a:srgbClr val="000000"/>
            </a:solidFill>
            <a:prstDash val="dot"/>
            <a:round/>
            <a:headEnd len="med" w="med" type="none"/>
            <a:tailEnd len="med" w="med" type="none"/>
          </a:ln>
        </p:spPr>
      </p:cxnSp>
      <p:cxnSp>
        <p:nvCxnSpPr>
          <p:cNvPr id="1642" name="Google Shape;1642;g3693f7da1e3_0_1129"/>
          <p:cNvCxnSpPr>
            <a:stCxn id="1634" idx="3"/>
            <a:endCxn id="1639" idx="1"/>
          </p:cNvCxnSpPr>
          <p:nvPr/>
        </p:nvCxnSpPr>
        <p:spPr>
          <a:xfrm flipH="1" rot="10800000">
            <a:off x="2788475" y="2039775"/>
            <a:ext cx="596700" cy="762900"/>
          </a:xfrm>
          <a:prstGeom prst="bentConnector3">
            <a:avLst>
              <a:gd fmla="val 49996" name="adj1"/>
            </a:avLst>
          </a:prstGeom>
          <a:noFill/>
          <a:ln cap="flat" cmpd="sng" w="9525">
            <a:solidFill>
              <a:srgbClr val="000000"/>
            </a:solidFill>
            <a:prstDash val="solid"/>
            <a:round/>
            <a:headEnd len="med" w="med" type="none"/>
            <a:tailEnd len="med" w="med" type="triangle"/>
          </a:ln>
        </p:spPr>
      </p:cxnSp>
      <p:cxnSp>
        <p:nvCxnSpPr>
          <p:cNvPr id="1643" name="Google Shape;1643;g3693f7da1e3_0_1129"/>
          <p:cNvCxnSpPr>
            <a:stCxn id="1639" idx="3"/>
            <a:endCxn id="1636" idx="1"/>
          </p:cNvCxnSpPr>
          <p:nvPr/>
        </p:nvCxnSpPr>
        <p:spPr>
          <a:xfrm flipH="1" rot="10800000">
            <a:off x="4345125" y="2030625"/>
            <a:ext cx="588600" cy="9300"/>
          </a:xfrm>
          <a:prstGeom prst="straightConnector1">
            <a:avLst/>
          </a:prstGeom>
          <a:noFill/>
          <a:ln cap="flat" cmpd="sng" w="9525">
            <a:solidFill>
              <a:srgbClr val="000000"/>
            </a:solidFill>
            <a:prstDash val="solid"/>
            <a:round/>
            <a:headEnd len="med" w="med" type="none"/>
            <a:tailEnd len="med" w="med" type="triangle"/>
          </a:ln>
        </p:spPr>
      </p:cxnSp>
      <p:cxnSp>
        <p:nvCxnSpPr>
          <p:cNvPr id="1644" name="Google Shape;1644;g3693f7da1e3_0_1129"/>
          <p:cNvCxnSpPr>
            <a:stCxn id="1636" idx="3"/>
            <a:endCxn id="1637" idx="1"/>
          </p:cNvCxnSpPr>
          <p:nvPr/>
        </p:nvCxnSpPr>
        <p:spPr>
          <a:xfrm>
            <a:off x="6234225" y="2030525"/>
            <a:ext cx="387600" cy="0"/>
          </a:xfrm>
          <a:prstGeom prst="straightConnector1">
            <a:avLst/>
          </a:prstGeom>
          <a:noFill/>
          <a:ln cap="flat" cmpd="sng" w="9525">
            <a:solidFill>
              <a:srgbClr val="000000"/>
            </a:solidFill>
            <a:prstDash val="solid"/>
            <a:round/>
            <a:headEnd len="med" w="med" type="none"/>
            <a:tailEnd len="med" w="med" type="triangle"/>
          </a:ln>
        </p:spPr>
      </p:cxnSp>
      <p:cxnSp>
        <p:nvCxnSpPr>
          <p:cNvPr id="1645" name="Google Shape;1645;g3693f7da1e3_0_1129"/>
          <p:cNvCxnSpPr>
            <a:stCxn id="1637" idx="3"/>
            <a:endCxn id="1638" idx="1"/>
          </p:cNvCxnSpPr>
          <p:nvPr/>
        </p:nvCxnSpPr>
        <p:spPr>
          <a:xfrm>
            <a:off x="7653150" y="2030525"/>
            <a:ext cx="320700" cy="9300"/>
          </a:xfrm>
          <a:prstGeom prst="straightConnector1">
            <a:avLst/>
          </a:prstGeom>
          <a:noFill/>
          <a:ln cap="flat" cmpd="sng" w="9525">
            <a:solidFill>
              <a:srgbClr val="000000"/>
            </a:solidFill>
            <a:prstDash val="solid"/>
            <a:round/>
            <a:headEnd len="med" w="med" type="none"/>
            <a:tailEnd len="med" w="med" type="triangle"/>
          </a:ln>
        </p:spPr>
      </p:cxnSp>
      <p:cxnSp>
        <p:nvCxnSpPr>
          <p:cNvPr id="1646" name="Google Shape;1646;g3693f7da1e3_0_1129"/>
          <p:cNvCxnSpPr>
            <a:stCxn id="1639" idx="2"/>
            <a:endCxn id="1635" idx="0"/>
          </p:cNvCxnSpPr>
          <p:nvPr/>
        </p:nvCxnSpPr>
        <p:spPr>
          <a:xfrm>
            <a:off x="3865125" y="2439375"/>
            <a:ext cx="0" cy="1179000"/>
          </a:xfrm>
          <a:prstGeom prst="straightConnector1">
            <a:avLst/>
          </a:prstGeom>
          <a:noFill/>
          <a:ln cap="flat" cmpd="sng" w="9525">
            <a:solidFill>
              <a:srgbClr val="000000"/>
            </a:solidFill>
            <a:prstDash val="solid"/>
            <a:round/>
            <a:headEnd len="med" w="med" type="none"/>
            <a:tailEnd len="med" w="med" type="triangle"/>
          </a:ln>
        </p:spPr>
      </p:cxnSp>
      <p:cxnSp>
        <p:nvCxnSpPr>
          <p:cNvPr id="1647" name="Google Shape;1647;g3693f7da1e3_0_1129"/>
          <p:cNvCxnSpPr>
            <a:stCxn id="1635" idx="3"/>
            <a:endCxn id="1640" idx="1"/>
          </p:cNvCxnSpPr>
          <p:nvPr/>
        </p:nvCxnSpPr>
        <p:spPr>
          <a:xfrm>
            <a:off x="4457025" y="4057975"/>
            <a:ext cx="611400" cy="0"/>
          </a:xfrm>
          <a:prstGeom prst="straightConnector1">
            <a:avLst/>
          </a:prstGeom>
          <a:noFill/>
          <a:ln cap="flat" cmpd="sng" w="9525">
            <a:solidFill>
              <a:srgbClr val="000000"/>
            </a:solidFill>
            <a:prstDash val="solid"/>
            <a:round/>
            <a:headEnd len="med" w="med" type="none"/>
            <a:tailEnd len="med" w="med" type="triangle"/>
          </a:ln>
        </p:spPr>
      </p:cxnSp>
      <p:cxnSp>
        <p:nvCxnSpPr>
          <p:cNvPr id="1648" name="Google Shape;1648;g3693f7da1e3_0_1129"/>
          <p:cNvCxnSpPr>
            <a:stCxn id="1640" idx="3"/>
            <a:endCxn id="1638" idx="2"/>
          </p:cNvCxnSpPr>
          <p:nvPr/>
        </p:nvCxnSpPr>
        <p:spPr>
          <a:xfrm flipH="1" rot="10800000">
            <a:off x="6099675" y="2340175"/>
            <a:ext cx="2315400" cy="1717800"/>
          </a:xfrm>
          <a:prstGeom prst="bentConnector2">
            <a:avLst/>
          </a:prstGeom>
          <a:noFill/>
          <a:ln cap="flat" cmpd="sng" w="9525">
            <a:solidFill>
              <a:srgbClr val="000000"/>
            </a:solidFill>
            <a:prstDash val="solid"/>
            <a:round/>
            <a:headEnd len="med" w="med" type="none"/>
            <a:tailEnd len="med" w="med" type="triangle"/>
          </a:ln>
        </p:spPr>
      </p:cxnSp>
      <p:sp>
        <p:nvSpPr>
          <p:cNvPr id="1649" name="Google Shape;1649;g3693f7da1e3_0_1129"/>
          <p:cNvSpPr txBox="1"/>
          <p:nvPr/>
        </p:nvSpPr>
        <p:spPr>
          <a:xfrm>
            <a:off x="4345125" y="1777850"/>
            <a:ext cx="424200" cy="1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Yes</a:t>
            </a:r>
            <a:endParaRPr sz="600">
              <a:solidFill>
                <a:srgbClr val="000000"/>
              </a:solidFill>
              <a:latin typeface="Roboto Light"/>
              <a:ea typeface="Roboto Light"/>
              <a:cs typeface="Roboto Light"/>
              <a:sym typeface="Roboto Light"/>
            </a:endParaRPr>
          </a:p>
        </p:txBody>
      </p:sp>
      <p:sp>
        <p:nvSpPr>
          <p:cNvPr id="1650" name="Google Shape;1650;g3693f7da1e3_0_1129"/>
          <p:cNvSpPr txBox="1"/>
          <p:nvPr/>
        </p:nvSpPr>
        <p:spPr>
          <a:xfrm rot="-5400000">
            <a:off x="3536575" y="2712875"/>
            <a:ext cx="371700" cy="2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No</a:t>
            </a:r>
            <a:endParaRPr sz="600">
              <a:solidFill>
                <a:srgbClr val="000000"/>
              </a:solidFill>
              <a:latin typeface="Roboto Light"/>
              <a:ea typeface="Roboto Light"/>
              <a:cs typeface="Roboto Light"/>
              <a:sym typeface="Roboto Light"/>
            </a:endParaRPr>
          </a:p>
        </p:txBody>
      </p:sp>
      <p:sp>
        <p:nvSpPr>
          <p:cNvPr id="1651" name="Google Shape;1651;g3693f7da1e3_0_1129"/>
          <p:cNvSpPr/>
          <p:nvPr/>
        </p:nvSpPr>
        <p:spPr>
          <a:xfrm>
            <a:off x="265075" y="2379450"/>
            <a:ext cx="882000" cy="600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Post goods receipt</a:t>
            </a:r>
            <a:endParaRPr sz="800">
              <a:solidFill>
                <a:srgbClr val="FFFFFF"/>
              </a:solidFill>
              <a:latin typeface="Roboto Light"/>
              <a:ea typeface="Roboto Light"/>
              <a:cs typeface="Roboto Light"/>
              <a:sym typeface="Roboto Light"/>
            </a:endParaRPr>
          </a:p>
        </p:txBody>
      </p:sp>
      <p:cxnSp>
        <p:nvCxnSpPr>
          <p:cNvPr id="1652" name="Google Shape;1652;g3693f7da1e3_0_1129"/>
          <p:cNvCxnSpPr>
            <a:stCxn id="1651" idx="3"/>
            <a:endCxn id="1633" idx="1"/>
          </p:cNvCxnSpPr>
          <p:nvPr/>
        </p:nvCxnSpPr>
        <p:spPr>
          <a:xfrm flipH="1" rot="10800000">
            <a:off x="1147075" y="1477650"/>
            <a:ext cx="608400" cy="1202100"/>
          </a:xfrm>
          <a:prstGeom prst="bentConnector3">
            <a:avLst>
              <a:gd fmla="val 50008" name="adj1"/>
            </a:avLst>
          </a:prstGeom>
          <a:noFill/>
          <a:ln cap="flat" cmpd="sng" w="9525">
            <a:solidFill>
              <a:schemeClr val="dk2"/>
            </a:solidFill>
            <a:prstDash val="solid"/>
            <a:round/>
            <a:headEnd len="med" w="med" type="none"/>
            <a:tailEnd len="med" w="med" type="triangle"/>
          </a:ln>
        </p:spPr>
      </p:cxnSp>
      <p:cxnSp>
        <p:nvCxnSpPr>
          <p:cNvPr id="1653" name="Google Shape;1653;g3693f7da1e3_0_1129"/>
          <p:cNvCxnSpPr>
            <a:stCxn id="1632" idx="3"/>
            <a:endCxn id="1633" idx="1"/>
          </p:cNvCxnSpPr>
          <p:nvPr/>
        </p:nvCxnSpPr>
        <p:spPr>
          <a:xfrm>
            <a:off x="1147075" y="1477550"/>
            <a:ext cx="6084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g3693f7da1e3_0_1157"/>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660" name="Google Shape;1660;g3693f7da1e3_0_1157"/>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Stock placement strategies</a:t>
            </a:r>
            <a:endParaRPr sz="1200">
              <a:solidFill>
                <a:schemeClr val="dk1"/>
              </a:solidFill>
              <a:latin typeface="Roboto Light"/>
              <a:ea typeface="Roboto Light"/>
              <a:cs typeface="Roboto Light"/>
              <a:sym typeface="Roboto Light"/>
            </a:endParaRPr>
          </a:p>
        </p:txBody>
      </p:sp>
      <p:pic>
        <p:nvPicPr>
          <p:cNvPr id="1661" name="Google Shape;1661;g3693f7da1e3_0_1157"/>
          <p:cNvPicPr preferRelativeResize="0"/>
          <p:nvPr/>
        </p:nvPicPr>
        <p:blipFill rotWithShape="1">
          <a:blip r:embed="rId3">
            <a:alphaModFix/>
          </a:blip>
          <a:srcRect b="0" l="0" r="0" t="0"/>
          <a:stretch/>
        </p:blipFill>
        <p:spPr>
          <a:xfrm>
            <a:off x="1176975" y="1056700"/>
            <a:ext cx="6493249" cy="359022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6" name="Shape 1666"/>
        <p:cNvGrpSpPr/>
        <p:nvPr/>
      </p:nvGrpSpPr>
      <p:grpSpPr>
        <a:xfrm>
          <a:off x="0" y="0"/>
          <a:ext cx="0" cy="0"/>
          <a:chOff x="0" y="0"/>
          <a:chExt cx="0" cy="0"/>
        </a:xfrm>
      </p:grpSpPr>
      <p:sp>
        <p:nvSpPr>
          <p:cNvPr id="1667" name="Google Shape;1667;g3693f7da1e3_0_1164"/>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668" name="Google Shape;1668;g3693f7da1e3_0_1164"/>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Stock placement strategies</a:t>
            </a:r>
            <a:endParaRPr sz="1200">
              <a:solidFill>
                <a:schemeClr val="dk1"/>
              </a:solidFill>
              <a:latin typeface="Roboto Light"/>
              <a:ea typeface="Roboto Light"/>
              <a:cs typeface="Roboto Light"/>
              <a:sym typeface="Roboto Light"/>
            </a:endParaRPr>
          </a:p>
        </p:txBody>
      </p:sp>
      <p:pic>
        <p:nvPicPr>
          <p:cNvPr id="1669" name="Google Shape;1669;g3693f7da1e3_0_1164"/>
          <p:cNvPicPr preferRelativeResize="0"/>
          <p:nvPr/>
        </p:nvPicPr>
        <p:blipFill>
          <a:blip r:embed="rId3">
            <a:alphaModFix/>
          </a:blip>
          <a:stretch>
            <a:fillRect/>
          </a:stretch>
        </p:blipFill>
        <p:spPr>
          <a:xfrm>
            <a:off x="62125" y="1997375"/>
            <a:ext cx="3152975" cy="2310699"/>
          </a:xfrm>
          <a:prstGeom prst="rect">
            <a:avLst/>
          </a:prstGeom>
          <a:noFill/>
          <a:ln>
            <a:noFill/>
          </a:ln>
        </p:spPr>
      </p:pic>
      <p:pic>
        <p:nvPicPr>
          <p:cNvPr id="1670" name="Google Shape;1670;g3693f7da1e3_0_1164"/>
          <p:cNvPicPr preferRelativeResize="0"/>
          <p:nvPr/>
        </p:nvPicPr>
        <p:blipFill>
          <a:blip r:embed="rId4">
            <a:alphaModFix/>
          </a:blip>
          <a:stretch>
            <a:fillRect/>
          </a:stretch>
        </p:blipFill>
        <p:spPr>
          <a:xfrm>
            <a:off x="3296438" y="1944025"/>
            <a:ext cx="3505550" cy="2547400"/>
          </a:xfrm>
          <a:prstGeom prst="rect">
            <a:avLst/>
          </a:prstGeom>
          <a:noFill/>
          <a:ln>
            <a:noFill/>
          </a:ln>
        </p:spPr>
      </p:pic>
      <p:pic>
        <p:nvPicPr>
          <p:cNvPr id="1671" name="Google Shape;1671;g3693f7da1e3_0_1164"/>
          <p:cNvPicPr preferRelativeResize="0"/>
          <p:nvPr/>
        </p:nvPicPr>
        <p:blipFill>
          <a:blip r:embed="rId5">
            <a:alphaModFix/>
          </a:blip>
          <a:stretch>
            <a:fillRect/>
          </a:stretch>
        </p:blipFill>
        <p:spPr>
          <a:xfrm>
            <a:off x="6928750" y="1879908"/>
            <a:ext cx="1939525" cy="2545626"/>
          </a:xfrm>
          <a:prstGeom prst="rect">
            <a:avLst/>
          </a:prstGeom>
          <a:noFill/>
          <a:ln>
            <a:noFill/>
          </a:ln>
        </p:spPr>
      </p:pic>
      <p:cxnSp>
        <p:nvCxnSpPr>
          <p:cNvPr id="1672" name="Google Shape;1672;g3693f7da1e3_0_1164"/>
          <p:cNvCxnSpPr/>
          <p:nvPr/>
        </p:nvCxnSpPr>
        <p:spPr>
          <a:xfrm>
            <a:off x="3232125" y="1092025"/>
            <a:ext cx="10800" cy="3618900"/>
          </a:xfrm>
          <a:prstGeom prst="straightConnector1">
            <a:avLst/>
          </a:prstGeom>
          <a:noFill/>
          <a:ln cap="flat" cmpd="sng" w="9525">
            <a:solidFill>
              <a:schemeClr val="accent1"/>
            </a:solidFill>
            <a:prstDash val="dash"/>
            <a:round/>
            <a:headEnd len="med" w="med" type="none"/>
            <a:tailEnd len="med" w="med" type="none"/>
          </a:ln>
        </p:spPr>
      </p:cxnSp>
      <p:cxnSp>
        <p:nvCxnSpPr>
          <p:cNvPr id="1673" name="Google Shape;1673;g3693f7da1e3_0_1164"/>
          <p:cNvCxnSpPr/>
          <p:nvPr/>
        </p:nvCxnSpPr>
        <p:spPr>
          <a:xfrm>
            <a:off x="6798125" y="1119800"/>
            <a:ext cx="3900" cy="3591000"/>
          </a:xfrm>
          <a:prstGeom prst="straightConnector1">
            <a:avLst/>
          </a:prstGeom>
          <a:noFill/>
          <a:ln cap="flat" cmpd="sng" w="9525">
            <a:solidFill>
              <a:schemeClr val="accent1"/>
            </a:solidFill>
            <a:prstDash val="dash"/>
            <a:round/>
            <a:headEnd len="med" w="med" type="none"/>
            <a:tailEnd len="med" w="med" type="none"/>
          </a:ln>
        </p:spPr>
      </p:cxnSp>
      <p:pic>
        <p:nvPicPr>
          <p:cNvPr id="1674" name="Google Shape;1674;g3693f7da1e3_0_1164"/>
          <p:cNvPicPr preferRelativeResize="0"/>
          <p:nvPr/>
        </p:nvPicPr>
        <p:blipFill>
          <a:blip r:embed="rId6">
            <a:alphaModFix/>
          </a:blip>
          <a:stretch>
            <a:fillRect/>
          </a:stretch>
        </p:blipFill>
        <p:spPr>
          <a:xfrm>
            <a:off x="860324" y="1022450"/>
            <a:ext cx="1487900" cy="739000"/>
          </a:xfrm>
          <a:prstGeom prst="rect">
            <a:avLst/>
          </a:prstGeom>
          <a:noFill/>
          <a:ln>
            <a:noFill/>
          </a:ln>
        </p:spPr>
      </p:pic>
      <p:pic>
        <p:nvPicPr>
          <p:cNvPr id="1675" name="Google Shape;1675;g3693f7da1e3_0_1164"/>
          <p:cNvPicPr preferRelativeResize="0"/>
          <p:nvPr/>
        </p:nvPicPr>
        <p:blipFill>
          <a:blip r:embed="rId7">
            <a:alphaModFix/>
          </a:blip>
          <a:stretch>
            <a:fillRect/>
          </a:stretch>
        </p:blipFill>
        <p:spPr>
          <a:xfrm>
            <a:off x="4209725" y="1058000"/>
            <a:ext cx="1406308" cy="844925"/>
          </a:xfrm>
          <a:prstGeom prst="rect">
            <a:avLst/>
          </a:prstGeom>
          <a:noFill/>
          <a:ln>
            <a:noFill/>
          </a:ln>
        </p:spPr>
      </p:pic>
      <p:pic>
        <p:nvPicPr>
          <p:cNvPr id="1676" name="Google Shape;1676;g3693f7da1e3_0_1164"/>
          <p:cNvPicPr preferRelativeResize="0"/>
          <p:nvPr/>
        </p:nvPicPr>
        <p:blipFill>
          <a:blip r:embed="rId8">
            <a:alphaModFix/>
          </a:blip>
          <a:stretch>
            <a:fillRect/>
          </a:stretch>
        </p:blipFill>
        <p:spPr>
          <a:xfrm>
            <a:off x="7132550" y="1012237"/>
            <a:ext cx="1309715" cy="7847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
        <p:nvSpPr>
          <p:cNvPr id="1681" name="Google Shape;1681;g3693f7da1e3_0_1178"/>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1682" name="Google Shape;1682;g3693f7da1e3_0_1178"/>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683" name="Google Shape;1683;g3693f7da1e3_0_1178"/>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1684" name="Google Shape;1684;g3693f7da1e3_0_1178"/>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1685" name="Google Shape;1685;g3693f7da1e3_0_1178"/>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sp>
        <p:nvSpPr>
          <p:cNvPr id="1691" name="Google Shape;1691;g3693f7da1e3_0_1186"/>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692" name="Google Shape;1692;g3693f7da1e3_0_1186"/>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1693" name="Google Shape;1693;g3693f7da1e3_0_1186"/>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1694" name="Google Shape;1694;g3693f7da1e3_0_1186"/>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1695" name="Google Shape;1695;g3693f7da1e3_0_1186"/>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1696" name="Google Shape;1696;g3693f7da1e3_0_1186"/>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697" name="Google Shape;1697;g3693f7da1e3_0_1186"/>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1698" name="Google Shape;1698;g3693f7da1e3_0_1186"/>
          <p:cNvCxnSpPr>
            <a:stCxn id="1697" idx="1"/>
            <a:endCxn id="1696"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1699" name="Google Shape;1699;g3693f7da1e3_0_1186"/>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1700" name="Google Shape;1700;g3693f7da1e3_0_1186"/>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701" name="Google Shape;1701;g3693f7da1e3_0_1186"/>
          <p:cNvCxnSpPr>
            <a:stCxn id="1696" idx="2"/>
            <a:endCxn id="1700"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1702" name="Google Shape;1702;g3693f7da1e3_0_1186"/>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703" name="Google Shape;1703;g3693f7da1e3_0_1186"/>
          <p:cNvCxnSpPr>
            <a:stCxn id="1700" idx="2"/>
            <a:endCxn id="1702"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1704" name="Google Shape;1704;g3693f7da1e3_0_1186"/>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705" name="Google Shape;1705;g3693f7da1e3_0_1186"/>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1706" name="Google Shape;1706;g3693f7da1e3_0_1186"/>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1707" name="Google Shape;1707;g3693f7da1e3_0_1186"/>
          <p:cNvSpPr txBox="1"/>
          <p:nvPr/>
        </p:nvSpPr>
        <p:spPr>
          <a:xfrm rot="-5400000">
            <a:off x="-437075" y="2549313"/>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1708" name="Google Shape;1708;g3693f7da1e3_0_1186"/>
          <p:cNvCxnSpPr>
            <a:stCxn id="1702" idx="3"/>
            <a:endCxn id="1704"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1709" name="Google Shape;1709;g3693f7da1e3_0_1186"/>
          <p:cNvCxnSpPr>
            <a:stCxn id="1705" idx="1"/>
            <a:endCxn id="1706"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1710" name="Google Shape;1710;g3693f7da1e3_0_1186"/>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711" name="Google Shape;1711;g3693f7da1e3_0_1186"/>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1712" name="Google Shape;1712;g3693f7da1e3_0_1186"/>
          <p:cNvCxnSpPr>
            <a:stCxn id="1710" idx="3"/>
            <a:endCxn id="1711"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1713" name="Google Shape;1713;g3693f7da1e3_0_1186"/>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714" name="Google Shape;1714;g3693f7da1e3_0_1186"/>
          <p:cNvCxnSpPr>
            <a:stCxn id="1711" idx="2"/>
            <a:endCxn id="1713"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1715" name="Google Shape;1715;g3693f7da1e3_0_1186"/>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716" name="Google Shape;1716;g3693f7da1e3_0_1186"/>
          <p:cNvCxnSpPr>
            <a:stCxn id="1713" idx="2"/>
            <a:endCxn id="1715"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1717" name="Google Shape;1717;g3693f7da1e3_0_1186"/>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718" name="Google Shape;1718;g3693f7da1e3_0_1186"/>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1719" name="Google Shape;1719;g3693f7da1e3_0_1186"/>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1720" name="Google Shape;1720;g3693f7da1e3_0_1186"/>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1721" name="Google Shape;1721;g3693f7da1e3_0_1186"/>
          <p:cNvCxnSpPr>
            <a:stCxn id="1715" idx="3"/>
            <a:endCxn id="1717"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1722" name="Google Shape;1722;g3693f7da1e3_0_1186"/>
          <p:cNvCxnSpPr>
            <a:stCxn id="1720" idx="1"/>
            <a:endCxn id="1718"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1723" name="Google Shape;1723;g3693f7da1e3_0_1186"/>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1724" name="Google Shape;1724;g3693f7da1e3_0_1186"/>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725" name="Google Shape;1725;g3693f7da1e3_0_1186"/>
          <p:cNvCxnSpPr>
            <a:stCxn id="1706" idx="1"/>
            <a:endCxn id="1724"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1726" name="Google Shape;1726;g3693f7da1e3_0_1186"/>
          <p:cNvCxnSpPr>
            <a:stCxn id="1724" idx="0"/>
            <a:endCxn id="1696"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1727" name="Google Shape;1727;g3693f7da1e3_0_1186"/>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728" name="Google Shape;1728;g3693f7da1e3_0_1186"/>
          <p:cNvCxnSpPr>
            <a:stCxn id="1718" idx="1"/>
            <a:endCxn id="1727"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1729" name="Google Shape;1729;g3693f7da1e3_0_1186"/>
          <p:cNvCxnSpPr>
            <a:stCxn id="1727" idx="0"/>
            <a:endCxn id="1710"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1730" name="Google Shape;1730;g3693f7da1e3_0_1186"/>
          <p:cNvSpPr/>
          <p:nvPr/>
        </p:nvSpPr>
        <p:spPr>
          <a:xfrm>
            <a:off x="1307000" y="4114825"/>
            <a:ext cx="1145700" cy="67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731" name="Google Shape;1731;g3693f7da1e3_0_1186"/>
          <p:cNvSpPr/>
          <p:nvPr/>
        </p:nvSpPr>
        <p:spPr>
          <a:xfrm>
            <a:off x="5982600" y="4076475"/>
            <a:ext cx="1161300" cy="619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732" name="Google Shape;1732;g3693f7da1e3_0_1186"/>
          <p:cNvSpPr/>
          <p:nvPr/>
        </p:nvSpPr>
        <p:spPr>
          <a:xfrm>
            <a:off x="2600675" y="3721825"/>
            <a:ext cx="11457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
        <p:nvSpPr>
          <p:cNvPr id="1733" name="Google Shape;1733;g3693f7da1e3_0_1186"/>
          <p:cNvSpPr/>
          <p:nvPr/>
        </p:nvSpPr>
        <p:spPr>
          <a:xfrm>
            <a:off x="7442450" y="3721825"/>
            <a:ext cx="123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1734" name="Google Shape;1734;g3693f7da1e3_0_1186"/>
          <p:cNvCxnSpPr>
            <a:stCxn id="1704" idx="3"/>
            <a:endCxn id="1732"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1735" name="Google Shape;1735;g3693f7da1e3_0_1186"/>
          <p:cNvCxnSpPr>
            <a:endCxn id="1705" idx="0"/>
          </p:cNvCxnSpPr>
          <p:nvPr/>
        </p:nvCxnSpPr>
        <p:spPr>
          <a:xfrm flipH="1">
            <a:off x="3301625" y="4019124"/>
            <a:ext cx="8400" cy="173700"/>
          </a:xfrm>
          <a:prstGeom prst="straightConnector1">
            <a:avLst/>
          </a:prstGeom>
          <a:noFill/>
          <a:ln cap="flat" cmpd="sng" w="9525">
            <a:solidFill>
              <a:schemeClr val="dk2"/>
            </a:solidFill>
            <a:prstDash val="solid"/>
            <a:round/>
            <a:headEnd len="med" w="med" type="none"/>
            <a:tailEnd len="med" w="med" type="triangle"/>
          </a:ln>
        </p:spPr>
      </p:cxnSp>
      <p:cxnSp>
        <p:nvCxnSpPr>
          <p:cNvPr id="1736" name="Google Shape;1736;g3693f7da1e3_0_1186"/>
          <p:cNvCxnSpPr>
            <a:stCxn id="1717" idx="3"/>
            <a:endCxn id="1733" idx="3"/>
          </p:cNvCxnSpPr>
          <p:nvPr/>
        </p:nvCxnSpPr>
        <p:spPr>
          <a:xfrm>
            <a:off x="8675700" y="3343962"/>
            <a:ext cx="600" cy="521100"/>
          </a:xfrm>
          <a:prstGeom prst="bentConnector3">
            <a:avLst>
              <a:gd fmla="val 39695833" name="adj1"/>
            </a:avLst>
          </a:prstGeom>
          <a:noFill/>
          <a:ln cap="flat" cmpd="sng" w="9525">
            <a:solidFill>
              <a:schemeClr val="dk2"/>
            </a:solidFill>
            <a:prstDash val="solid"/>
            <a:round/>
            <a:headEnd len="med" w="med" type="none"/>
            <a:tailEnd len="med" w="med" type="triangle"/>
          </a:ln>
        </p:spPr>
      </p:cxnSp>
      <p:cxnSp>
        <p:nvCxnSpPr>
          <p:cNvPr id="1737" name="Google Shape;1737;g3693f7da1e3_0_1186"/>
          <p:cNvCxnSpPr>
            <a:endCxn id="1720" idx="0"/>
          </p:cNvCxnSpPr>
          <p:nvPr/>
        </p:nvCxnSpPr>
        <p:spPr>
          <a:xfrm flipH="1">
            <a:off x="8224050" y="4002524"/>
            <a:ext cx="1500" cy="124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id="1743" name="Google Shape;1743;g3693f7da1e3_0_1237"/>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744" name="Google Shape;1744;g3693f7da1e3_0_1237"/>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Putaway execution</a:t>
            </a:r>
            <a:endParaRPr sz="1200">
              <a:solidFill>
                <a:schemeClr val="dk1"/>
              </a:solidFill>
              <a:latin typeface="Roboto Light"/>
              <a:ea typeface="Roboto Light"/>
              <a:cs typeface="Roboto Light"/>
              <a:sym typeface="Roboto Light"/>
            </a:endParaRPr>
          </a:p>
        </p:txBody>
      </p:sp>
      <p:sp>
        <p:nvSpPr>
          <p:cNvPr id="1745" name="Google Shape;1745;g3693f7da1e3_0_1237"/>
          <p:cNvSpPr/>
          <p:nvPr/>
        </p:nvSpPr>
        <p:spPr>
          <a:xfrm>
            <a:off x="350900"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 putaway requirements</a:t>
            </a:r>
            <a:endParaRPr sz="800">
              <a:solidFill>
                <a:srgbClr val="FFFFFF"/>
              </a:solidFill>
              <a:latin typeface="Roboto Light"/>
              <a:ea typeface="Roboto Light"/>
              <a:cs typeface="Roboto Light"/>
              <a:sym typeface="Roboto Light"/>
            </a:endParaRPr>
          </a:p>
        </p:txBody>
      </p:sp>
      <p:sp>
        <p:nvSpPr>
          <p:cNvPr id="1746" name="Google Shape;1746;g3693f7da1e3_0_1237"/>
          <p:cNvSpPr/>
          <p:nvPr/>
        </p:nvSpPr>
        <p:spPr>
          <a:xfrm>
            <a:off x="1820025"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Identify handling units to be processed</a:t>
            </a:r>
            <a:endParaRPr sz="800">
              <a:solidFill>
                <a:srgbClr val="FFFFFF"/>
              </a:solidFill>
              <a:latin typeface="Roboto Light"/>
              <a:ea typeface="Roboto Light"/>
              <a:cs typeface="Roboto Light"/>
              <a:sym typeface="Roboto Light"/>
            </a:endParaRPr>
          </a:p>
        </p:txBody>
      </p:sp>
      <p:sp>
        <p:nvSpPr>
          <p:cNvPr id="1747" name="Google Shape;1747;g3693f7da1e3_0_1237"/>
          <p:cNvSpPr/>
          <p:nvPr/>
        </p:nvSpPr>
        <p:spPr>
          <a:xfrm>
            <a:off x="3237200"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Review handling units warehouse tasks</a:t>
            </a:r>
            <a:endParaRPr sz="800">
              <a:solidFill>
                <a:srgbClr val="FFFFFF"/>
              </a:solidFill>
              <a:latin typeface="Roboto Light"/>
              <a:ea typeface="Roboto Light"/>
              <a:cs typeface="Roboto Light"/>
              <a:sym typeface="Roboto Light"/>
            </a:endParaRPr>
          </a:p>
        </p:txBody>
      </p:sp>
      <p:sp>
        <p:nvSpPr>
          <p:cNvPr id="1748" name="Google Shape;1748;g3693f7da1e3_0_1237"/>
          <p:cNvSpPr/>
          <p:nvPr/>
        </p:nvSpPr>
        <p:spPr>
          <a:xfrm>
            <a:off x="4675488"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Attach necessary documents to handling unit(If necessary)</a:t>
            </a:r>
            <a:endParaRPr>
              <a:latin typeface="Roboto Light"/>
              <a:ea typeface="Roboto Light"/>
              <a:cs typeface="Roboto Light"/>
              <a:sym typeface="Roboto Light"/>
            </a:endParaRPr>
          </a:p>
        </p:txBody>
      </p:sp>
      <p:sp>
        <p:nvSpPr>
          <p:cNvPr id="1749" name="Google Shape;1749;g3693f7da1e3_0_1237"/>
          <p:cNvSpPr/>
          <p:nvPr/>
        </p:nvSpPr>
        <p:spPr>
          <a:xfrm>
            <a:off x="6124338"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Move Handling unit to the appropriate area as per the warehouse task</a:t>
            </a:r>
            <a:endParaRPr sz="800">
              <a:solidFill>
                <a:srgbClr val="FFFFFF"/>
              </a:solidFill>
              <a:latin typeface="Roboto Light"/>
              <a:ea typeface="Roboto Light"/>
              <a:cs typeface="Roboto Light"/>
              <a:sym typeface="Roboto Light"/>
            </a:endParaRPr>
          </a:p>
        </p:txBody>
      </p:sp>
      <p:sp>
        <p:nvSpPr>
          <p:cNvPr id="1750" name="Google Shape;1750;g3693f7da1e3_0_1237"/>
          <p:cNvSpPr/>
          <p:nvPr/>
        </p:nvSpPr>
        <p:spPr>
          <a:xfrm>
            <a:off x="7573200"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Update putaway completion in inbound delivery</a:t>
            </a:r>
            <a:endParaRPr sz="800">
              <a:solidFill>
                <a:srgbClr val="FFFFFF"/>
              </a:solidFill>
              <a:latin typeface="Roboto Light"/>
              <a:ea typeface="Roboto Light"/>
              <a:cs typeface="Roboto Light"/>
              <a:sym typeface="Roboto Light"/>
            </a:endParaRPr>
          </a:p>
        </p:txBody>
      </p:sp>
      <p:cxnSp>
        <p:nvCxnSpPr>
          <p:cNvPr id="1751" name="Google Shape;1751;g3693f7da1e3_0_1237"/>
          <p:cNvCxnSpPr>
            <a:stCxn id="1745" idx="3"/>
            <a:endCxn id="1746" idx="1"/>
          </p:cNvCxnSpPr>
          <p:nvPr/>
        </p:nvCxnSpPr>
        <p:spPr>
          <a:xfrm>
            <a:off x="1453400" y="2515175"/>
            <a:ext cx="366600" cy="0"/>
          </a:xfrm>
          <a:prstGeom prst="straightConnector1">
            <a:avLst/>
          </a:prstGeom>
          <a:noFill/>
          <a:ln cap="flat" cmpd="sng" w="9525">
            <a:solidFill>
              <a:srgbClr val="000000"/>
            </a:solidFill>
            <a:prstDash val="solid"/>
            <a:round/>
            <a:headEnd len="med" w="med" type="none"/>
            <a:tailEnd len="med" w="med" type="triangle"/>
          </a:ln>
        </p:spPr>
      </p:cxnSp>
      <p:cxnSp>
        <p:nvCxnSpPr>
          <p:cNvPr id="1752" name="Google Shape;1752;g3693f7da1e3_0_1237"/>
          <p:cNvCxnSpPr>
            <a:stCxn id="1746" idx="3"/>
            <a:endCxn id="1747" idx="1"/>
          </p:cNvCxnSpPr>
          <p:nvPr/>
        </p:nvCxnSpPr>
        <p:spPr>
          <a:xfrm>
            <a:off x="2922525" y="2515175"/>
            <a:ext cx="314700" cy="0"/>
          </a:xfrm>
          <a:prstGeom prst="straightConnector1">
            <a:avLst/>
          </a:prstGeom>
          <a:noFill/>
          <a:ln cap="flat" cmpd="sng" w="9525">
            <a:solidFill>
              <a:srgbClr val="000000"/>
            </a:solidFill>
            <a:prstDash val="solid"/>
            <a:round/>
            <a:headEnd len="med" w="med" type="none"/>
            <a:tailEnd len="med" w="med" type="triangle"/>
          </a:ln>
        </p:spPr>
      </p:cxnSp>
      <p:cxnSp>
        <p:nvCxnSpPr>
          <p:cNvPr id="1753" name="Google Shape;1753;g3693f7da1e3_0_1237"/>
          <p:cNvCxnSpPr>
            <a:stCxn id="1747" idx="3"/>
            <a:endCxn id="1748" idx="1"/>
          </p:cNvCxnSpPr>
          <p:nvPr/>
        </p:nvCxnSpPr>
        <p:spPr>
          <a:xfrm>
            <a:off x="4339700" y="2515175"/>
            <a:ext cx="335700" cy="0"/>
          </a:xfrm>
          <a:prstGeom prst="straightConnector1">
            <a:avLst/>
          </a:prstGeom>
          <a:noFill/>
          <a:ln cap="flat" cmpd="sng" w="9525">
            <a:solidFill>
              <a:srgbClr val="000000"/>
            </a:solidFill>
            <a:prstDash val="solid"/>
            <a:round/>
            <a:headEnd len="med" w="med" type="none"/>
            <a:tailEnd len="med" w="med" type="triangle"/>
          </a:ln>
        </p:spPr>
      </p:cxnSp>
      <p:cxnSp>
        <p:nvCxnSpPr>
          <p:cNvPr id="1754" name="Google Shape;1754;g3693f7da1e3_0_1237"/>
          <p:cNvCxnSpPr>
            <a:stCxn id="1748" idx="3"/>
            <a:endCxn id="1749" idx="1"/>
          </p:cNvCxnSpPr>
          <p:nvPr/>
        </p:nvCxnSpPr>
        <p:spPr>
          <a:xfrm>
            <a:off x="5777988" y="2515175"/>
            <a:ext cx="346500" cy="0"/>
          </a:xfrm>
          <a:prstGeom prst="straightConnector1">
            <a:avLst/>
          </a:prstGeom>
          <a:noFill/>
          <a:ln cap="flat" cmpd="sng" w="9525">
            <a:solidFill>
              <a:srgbClr val="000000"/>
            </a:solidFill>
            <a:prstDash val="solid"/>
            <a:round/>
            <a:headEnd len="med" w="med" type="none"/>
            <a:tailEnd len="med" w="med" type="triangle"/>
          </a:ln>
        </p:spPr>
      </p:cxnSp>
      <p:cxnSp>
        <p:nvCxnSpPr>
          <p:cNvPr id="1755" name="Google Shape;1755;g3693f7da1e3_0_1237"/>
          <p:cNvCxnSpPr>
            <a:stCxn id="1749" idx="3"/>
            <a:endCxn id="1750" idx="1"/>
          </p:cNvCxnSpPr>
          <p:nvPr/>
        </p:nvCxnSpPr>
        <p:spPr>
          <a:xfrm>
            <a:off x="7226838" y="2515175"/>
            <a:ext cx="346500" cy="0"/>
          </a:xfrm>
          <a:prstGeom prst="straightConnector1">
            <a:avLst/>
          </a:prstGeom>
          <a:noFill/>
          <a:ln cap="flat" cmpd="sng" w="9525">
            <a:solidFill>
              <a:srgbClr val="000000"/>
            </a:solidFill>
            <a:prstDash val="solid"/>
            <a:round/>
            <a:headEnd len="med" w="med" type="none"/>
            <a:tailEnd len="med" w="med" type="triangle"/>
          </a:ln>
        </p:spPr>
      </p:cxn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g3693f7da1e3_0_1254"/>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762" name="Google Shape;1762;g3693f7da1e3_0_1254"/>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Putaway execution</a:t>
            </a:r>
            <a:endParaRPr sz="1200">
              <a:solidFill>
                <a:schemeClr val="dk1"/>
              </a:solidFill>
              <a:latin typeface="Roboto Light"/>
              <a:ea typeface="Roboto Light"/>
              <a:cs typeface="Roboto Light"/>
              <a:sym typeface="Roboto Light"/>
            </a:endParaRPr>
          </a:p>
        </p:txBody>
      </p:sp>
      <p:pic>
        <p:nvPicPr>
          <p:cNvPr id="1763" name="Google Shape;1763;g3693f7da1e3_0_1254"/>
          <p:cNvPicPr preferRelativeResize="0"/>
          <p:nvPr/>
        </p:nvPicPr>
        <p:blipFill>
          <a:blip r:embed="rId3">
            <a:alphaModFix/>
          </a:blip>
          <a:stretch>
            <a:fillRect/>
          </a:stretch>
        </p:blipFill>
        <p:spPr>
          <a:xfrm>
            <a:off x="1115850" y="933600"/>
            <a:ext cx="6776401" cy="376312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g3693f7da1e3_0_1261"/>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1769" name="Google Shape;1769;g3693f7da1e3_0_1261"/>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770" name="Google Shape;1770;g3693f7da1e3_0_1261"/>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1771" name="Google Shape;1771;g3693f7da1e3_0_1261"/>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1772" name="Google Shape;1772;g3693f7da1e3_0_1261"/>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g3693f7da1e3_0_1269"/>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779" name="Google Shape;1779;g3693f7da1e3_0_1269"/>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1780" name="Google Shape;1780;g3693f7da1e3_0_1269"/>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1781" name="Google Shape;1781;g3693f7da1e3_0_1269"/>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1782" name="Google Shape;1782;g3693f7da1e3_0_1269"/>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1783" name="Google Shape;1783;g3693f7da1e3_0_1269"/>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784" name="Google Shape;1784;g3693f7da1e3_0_1269"/>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1785" name="Google Shape;1785;g3693f7da1e3_0_1269"/>
          <p:cNvCxnSpPr>
            <a:stCxn id="1784" idx="1"/>
            <a:endCxn id="1783"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1786" name="Google Shape;1786;g3693f7da1e3_0_1269"/>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1787" name="Google Shape;1787;g3693f7da1e3_0_1269"/>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788" name="Google Shape;1788;g3693f7da1e3_0_1269"/>
          <p:cNvCxnSpPr>
            <a:stCxn id="1783" idx="2"/>
            <a:endCxn id="1787"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1789" name="Google Shape;1789;g3693f7da1e3_0_1269"/>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790" name="Google Shape;1790;g3693f7da1e3_0_1269"/>
          <p:cNvCxnSpPr>
            <a:stCxn id="1787" idx="2"/>
            <a:endCxn id="1789"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1791" name="Google Shape;1791;g3693f7da1e3_0_1269"/>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792" name="Google Shape;1792;g3693f7da1e3_0_1269"/>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1793" name="Google Shape;1793;g3693f7da1e3_0_1269"/>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1794" name="Google Shape;1794;g3693f7da1e3_0_1269"/>
          <p:cNvSpPr txBox="1"/>
          <p:nvPr/>
        </p:nvSpPr>
        <p:spPr>
          <a:xfrm rot="-5400000">
            <a:off x="-437075" y="2538213"/>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1795" name="Google Shape;1795;g3693f7da1e3_0_1269"/>
          <p:cNvCxnSpPr>
            <a:stCxn id="1789" idx="3"/>
            <a:endCxn id="1791"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1796" name="Google Shape;1796;g3693f7da1e3_0_1269"/>
          <p:cNvCxnSpPr>
            <a:stCxn id="1792" idx="1"/>
            <a:endCxn id="1793"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1797" name="Google Shape;1797;g3693f7da1e3_0_1269"/>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1798" name="Google Shape;1798;g3693f7da1e3_0_1269"/>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1799" name="Google Shape;1799;g3693f7da1e3_0_1269"/>
          <p:cNvCxnSpPr>
            <a:stCxn id="1797" idx="3"/>
            <a:endCxn id="1798"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1800" name="Google Shape;1800;g3693f7da1e3_0_1269"/>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1801" name="Google Shape;1801;g3693f7da1e3_0_1269"/>
          <p:cNvCxnSpPr>
            <a:stCxn id="1798" idx="2"/>
            <a:endCxn id="1800"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1802" name="Google Shape;1802;g3693f7da1e3_0_1269"/>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1803" name="Google Shape;1803;g3693f7da1e3_0_1269"/>
          <p:cNvCxnSpPr>
            <a:stCxn id="1800" idx="2"/>
            <a:endCxn id="1802"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1804" name="Google Shape;1804;g3693f7da1e3_0_1269"/>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1805" name="Google Shape;1805;g3693f7da1e3_0_1269"/>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1806" name="Google Shape;1806;g3693f7da1e3_0_1269"/>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1807" name="Google Shape;1807;g3693f7da1e3_0_1269"/>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1808" name="Google Shape;1808;g3693f7da1e3_0_1269"/>
          <p:cNvCxnSpPr>
            <a:stCxn id="1802" idx="3"/>
            <a:endCxn id="1804"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1809" name="Google Shape;1809;g3693f7da1e3_0_1269"/>
          <p:cNvCxnSpPr>
            <a:stCxn id="1807" idx="1"/>
            <a:endCxn id="1805"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1810" name="Google Shape;1810;g3693f7da1e3_0_1269"/>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1811" name="Google Shape;1811;g3693f7da1e3_0_1269"/>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812" name="Google Shape;1812;g3693f7da1e3_0_1269"/>
          <p:cNvCxnSpPr>
            <a:stCxn id="1793" idx="1"/>
            <a:endCxn id="1811"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1813" name="Google Shape;1813;g3693f7da1e3_0_1269"/>
          <p:cNvCxnSpPr>
            <a:stCxn id="1811" idx="0"/>
            <a:endCxn id="1783"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1814" name="Google Shape;1814;g3693f7da1e3_0_1269"/>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1815" name="Google Shape;1815;g3693f7da1e3_0_1269"/>
          <p:cNvCxnSpPr>
            <a:stCxn id="1805" idx="1"/>
            <a:endCxn id="1814"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1816" name="Google Shape;1816;g3693f7da1e3_0_1269"/>
          <p:cNvCxnSpPr>
            <a:stCxn id="1814" idx="0"/>
            <a:endCxn id="1797"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1817" name="Google Shape;1817;g3693f7da1e3_0_1269"/>
          <p:cNvSpPr/>
          <p:nvPr/>
        </p:nvSpPr>
        <p:spPr>
          <a:xfrm>
            <a:off x="101650" y="4076475"/>
            <a:ext cx="1145700" cy="67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818" name="Google Shape;1818;g3693f7da1e3_0_1269"/>
          <p:cNvSpPr/>
          <p:nvPr/>
        </p:nvSpPr>
        <p:spPr>
          <a:xfrm>
            <a:off x="4552563" y="4076475"/>
            <a:ext cx="1161300" cy="619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819" name="Google Shape;1819;g3693f7da1e3_0_1269"/>
          <p:cNvSpPr/>
          <p:nvPr/>
        </p:nvSpPr>
        <p:spPr>
          <a:xfrm>
            <a:off x="2585075" y="3721825"/>
            <a:ext cx="1161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
        <p:nvSpPr>
          <p:cNvPr id="1820" name="Google Shape;1820;g3693f7da1e3_0_1269"/>
          <p:cNvSpPr/>
          <p:nvPr/>
        </p:nvSpPr>
        <p:spPr>
          <a:xfrm>
            <a:off x="7514400" y="3721825"/>
            <a:ext cx="1161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1821" name="Google Shape;1821;g3693f7da1e3_0_1269"/>
          <p:cNvCxnSpPr>
            <a:stCxn id="1791" idx="3"/>
            <a:endCxn id="1819"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1822" name="Google Shape;1822;g3693f7da1e3_0_1269"/>
          <p:cNvCxnSpPr>
            <a:endCxn id="1792" idx="0"/>
          </p:cNvCxnSpPr>
          <p:nvPr/>
        </p:nvCxnSpPr>
        <p:spPr>
          <a:xfrm flipH="1">
            <a:off x="3301625" y="4013724"/>
            <a:ext cx="2700" cy="179100"/>
          </a:xfrm>
          <a:prstGeom prst="straightConnector1">
            <a:avLst/>
          </a:prstGeom>
          <a:noFill/>
          <a:ln cap="flat" cmpd="sng" w="9525">
            <a:solidFill>
              <a:schemeClr val="dk2"/>
            </a:solidFill>
            <a:prstDash val="solid"/>
            <a:round/>
            <a:headEnd len="med" w="med" type="none"/>
            <a:tailEnd len="med" w="med" type="triangle"/>
          </a:ln>
        </p:spPr>
      </p:cxnSp>
      <p:cxnSp>
        <p:nvCxnSpPr>
          <p:cNvPr id="1823" name="Google Shape;1823;g3693f7da1e3_0_1269"/>
          <p:cNvCxnSpPr>
            <a:stCxn id="1804" idx="3"/>
            <a:endCxn id="1820" idx="3"/>
          </p:cNvCxnSpPr>
          <p:nvPr/>
        </p:nvCxnSpPr>
        <p:spPr>
          <a:xfrm>
            <a:off x="8675700" y="3343962"/>
            <a:ext cx="600" cy="5211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1824" name="Google Shape;1824;g3693f7da1e3_0_1269"/>
          <p:cNvCxnSpPr>
            <a:endCxn id="1807" idx="0"/>
          </p:cNvCxnSpPr>
          <p:nvPr/>
        </p:nvCxnSpPr>
        <p:spPr>
          <a:xfrm flipH="1">
            <a:off x="8224050" y="4019024"/>
            <a:ext cx="18300" cy="108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
        <p:nvSpPr>
          <p:cNvPr id="1830" name="Google Shape;1830;g3693f7da1e3_0_1320"/>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831" name="Google Shape;1831;g3693f7da1e3_0_1320"/>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Determine quality requirements</a:t>
            </a:r>
            <a:endParaRPr sz="1200">
              <a:solidFill>
                <a:schemeClr val="dk1"/>
              </a:solidFill>
              <a:latin typeface="Roboto Light"/>
              <a:ea typeface="Roboto Light"/>
              <a:cs typeface="Roboto Light"/>
              <a:sym typeface="Roboto Light"/>
            </a:endParaRPr>
          </a:p>
        </p:txBody>
      </p:sp>
      <p:sp>
        <p:nvSpPr>
          <p:cNvPr id="1832" name="Google Shape;1832;g3693f7da1e3_0_1320"/>
          <p:cNvSpPr/>
          <p:nvPr/>
        </p:nvSpPr>
        <p:spPr>
          <a:xfrm>
            <a:off x="2398850" y="2519850"/>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Receive goods</a:t>
            </a:r>
            <a:endParaRPr sz="800">
              <a:solidFill>
                <a:srgbClr val="FFFFFF"/>
              </a:solidFill>
              <a:latin typeface="Roboto Light"/>
              <a:ea typeface="Roboto Light"/>
              <a:cs typeface="Roboto Light"/>
              <a:sym typeface="Roboto Light"/>
            </a:endParaRPr>
          </a:p>
        </p:txBody>
      </p:sp>
      <p:sp>
        <p:nvSpPr>
          <p:cNvPr id="1833" name="Google Shape;1833;g3693f7da1e3_0_1320"/>
          <p:cNvSpPr/>
          <p:nvPr/>
        </p:nvSpPr>
        <p:spPr>
          <a:xfrm>
            <a:off x="3816025" y="1329625"/>
            <a:ext cx="1015500" cy="629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rgbClr val="000000"/>
                </a:solidFill>
                <a:latin typeface="Roboto Light"/>
                <a:ea typeface="Roboto Light"/>
                <a:cs typeface="Roboto Light"/>
                <a:sym typeface="Roboto Light"/>
              </a:rPr>
              <a:t>Create work instruction to direct HU to Quality hold area</a:t>
            </a:r>
            <a:endParaRPr>
              <a:latin typeface="Roboto Light"/>
              <a:ea typeface="Roboto Light"/>
              <a:cs typeface="Roboto Light"/>
              <a:sym typeface="Roboto Light"/>
            </a:endParaRPr>
          </a:p>
        </p:txBody>
      </p:sp>
      <p:sp>
        <p:nvSpPr>
          <p:cNvPr id="1834" name="Google Shape;1834;g3693f7da1e3_0_1320"/>
          <p:cNvSpPr/>
          <p:nvPr/>
        </p:nvSpPr>
        <p:spPr>
          <a:xfrm>
            <a:off x="3790075" y="3515425"/>
            <a:ext cx="1067400" cy="7173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rgbClr val="000000"/>
                </a:solidFill>
                <a:latin typeface="Roboto Light"/>
                <a:ea typeface="Roboto Light"/>
                <a:cs typeface="Roboto Light"/>
                <a:sym typeface="Roboto Light"/>
              </a:rPr>
              <a:t>Create work instruction to direct the portion of receipt quality hold area</a:t>
            </a:r>
            <a:endParaRPr>
              <a:latin typeface="Roboto Light"/>
              <a:ea typeface="Roboto Light"/>
              <a:cs typeface="Roboto Light"/>
              <a:sym typeface="Roboto Light"/>
            </a:endParaRPr>
          </a:p>
        </p:txBody>
      </p:sp>
      <p:sp>
        <p:nvSpPr>
          <p:cNvPr id="1835" name="Google Shape;1835;g3693f7da1e3_0_1320"/>
          <p:cNvSpPr/>
          <p:nvPr/>
        </p:nvSpPr>
        <p:spPr>
          <a:xfrm>
            <a:off x="5148900" y="244842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 putaway requirements</a:t>
            </a:r>
            <a:endParaRPr sz="800">
              <a:solidFill>
                <a:srgbClr val="FFFFFF"/>
              </a:solidFill>
              <a:latin typeface="Roboto Light"/>
              <a:ea typeface="Roboto Light"/>
              <a:cs typeface="Roboto Light"/>
              <a:sym typeface="Roboto Light"/>
            </a:endParaRPr>
          </a:p>
        </p:txBody>
      </p:sp>
      <p:cxnSp>
        <p:nvCxnSpPr>
          <p:cNvPr id="1836" name="Google Shape;1836;g3693f7da1e3_0_1320"/>
          <p:cNvCxnSpPr>
            <a:stCxn id="1832" idx="3"/>
            <a:endCxn id="1833" idx="1"/>
          </p:cNvCxnSpPr>
          <p:nvPr/>
        </p:nvCxnSpPr>
        <p:spPr>
          <a:xfrm flipH="1" rot="10800000">
            <a:off x="3358850" y="1644300"/>
            <a:ext cx="457200" cy="1190100"/>
          </a:xfrm>
          <a:prstGeom prst="bentConnector3">
            <a:avLst>
              <a:gd fmla="val 49997" name="adj1"/>
            </a:avLst>
          </a:prstGeom>
          <a:noFill/>
          <a:ln cap="flat" cmpd="sng" w="9525">
            <a:solidFill>
              <a:srgbClr val="000000"/>
            </a:solidFill>
            <a:prstDash val="solid"/>
            <a:round/>
            <a:headEnd len="med" w="med" type="none"/>
            <a:tailEnd len="med" w="med" type="triangle"/>
          </a:ln>
        </p:spPr>
      </p:cxnSp>
      <p:cxnSp>
        <p:nvCxnSpPr>
          <p:cNvPr id="1837" name="Google Shape;1837;g3693f7da1e3_0_1320"/>
          <p:cNvCxnSpPr>
            <a:stCxn id="1832" idx="3"/>
            <a:endCxn id="1834" idx="1"/>
          </p:cNvCxnSpPr>
          <p:nvPr/>
        </p:nvCxnSpPr>
        <p:spPr>
          <a:xfrm>
            <a:off x="3358850" y="2834400"/>
            <a:ext cx="431100" cy="1039800"/>
          </a:xfrm>
          <a:prstGeom prst="bentConnector3">
            <a:avLst>
              <a:gd fmla="val 50014" name="adj1"/>
            </a:avLst>
          </a:prstGeom>
          <a:noFill/>
          <a:ln cap="flat" cmpd="sng" w="9525">
            <a:solidFill>
              <a:srgbClr val="000000"/>
            </a:solidFill>
            <a:prstDash val="solid"/>
            <a:round/>
            <a:headEnd len="med" w="med" type="none"/>
            <a:tailEnd len="med" w="med" type="triangle"/>
          </a:ln>
        </p:spPr>
      </p:cxnSp>
      <p:cxnSp>
        <p:nvCxnSpPr>
          <p:cNvPr id="1838" name="Google Shape;1838;g3693f7da1e3_0_1320"/>
          <p:cNvCxnSpPr>
            <a:stCxn id="1833" idx="3"/>
            <a:endCxn id="1835" idx="1"/>
          </p:cNvCxnSpPr>
          <p:nvPr/>
        </p:nvCxnSpPr>
        <p:spPr>
          <a:xfrm>
            <a:off x="4831525" y="1644175"/>
            <a:ext cx="317400" cy="1118700"/>
          </a:xfrm>
          <a:prstGeom prst="bentConnector3">
            <a:avLst>
              <a:gd fmla="val 49996" name="adj1"/>
            </a:avLst>
          </a:prstGeom>
          <a:noFill/>
          <a:ln cap="flat" cmpd="sng" w="9525">
            <a:solidFill>
              <a:srgbClr val="000000"/>
            </a:solidFill>
            <a:prstDash val="solid"/>
            <a:round/>
            <a:headEnd len="med" w="med" type="none"/>
            <a:tailEnd len="med" w="med" type="triangle"/>
          </a:ln>
        </p:spPr>
      </p:cxnSp>
      <p:cxnSp>
        <p:nvCxnSpPr>
          <p:cNvPr id="1839" name="Google Shape;1839;g3693f7da1e3_0_1320"/>
          <p:cNvCxnSpPr>
            <a:stCxn id="1834" idx="3"/>
            <a:endCxn id="1835" idx="1"/>
          </p:cNvCxnSpPr>
          <p:nvPr/>
        </p:nvCxnSpPr>
        <p:spPr>
          <a:xfrm flipH="1" rot="10800000">
            <a:off x="4857475" y="2762875"/>
            <a:ext cx="291300" cy="1111200"/>
          </a:xfrm>
          <a:prstGeom prst="bentConnector3">
            <a:avLst>
              <a:gd fmla="val 50021" name="adj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3" name="Shape 1843"/>
        <p:cNvGrpSpPr/>
        <p:nvPr/>
      </p:nvGrpSpPr>
      <p:grpSpPr>
        <a:xfrm>
          <a:off x="0" y="0"/>
          <a:ext cx="0" cy="0"/>
          <a:chOff x="0" y="0"/>
          <a:chExt cx="0" cy="0"/>
        </a:xfrm>
      </p:grpSpPr>
      <p:sp>
        <p:nvSpPr>
          <p:cNvPr id="1844" name="Google Shape;1844;g3693f7da1e3_0_1334"/>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1845" name="Google Shape;1845;g3693f7da1e3_0_1334"/>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846" name="Google Shape;1846;g3693f7da1e3_0_1334"/>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1847" name="Google Shape;1847;g3693f7da1e3_0_1334"/>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1848" name="Google Shape;1848;g3693f7da1e3_0_1334"/>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sp>
        <p:nvSpPr>
          <p:cNvPr id="1854" name="Google Shape;1854;g3693f7da1e3_0_1342"/>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855" name="Google Shape;1855;g3693f7da1e3_0_1342"/>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Return to stock from production</a:t>
            </a:r>
            <a:endParaRPr sz="1200">
              <a:solidFill>
                <a:schemeClr val="dk1"/>
              </a:solidFill>
              <a:latin typeface="Roboto Light"/>
              <a:ea typeface="Roboto Light"/>
              <a:cs typeface="Roboto Light"/>
              <a:sym typeface="Roboto Light"/>
            </a:endParaRPr>
          </a:p>
        </p:txBody>
      </p:sp>
      <p:sp>
        <p:nvSpPr>
          <p:cNvPr id="1856" name="Google Shape;1856;g3693f7da1e3_0_1342"/>
          <p:cNvSpPr/>
          <p:nvPr/>
        </p:nvSpPr>
        <p:spPr>
          <a:xfrm>
            <a:off x="5215075" y="2651005"/>
            <a:ext cx="751800" cy="3879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Excess Stock available in PSA</a:t>
            </a:r>
            <a:endParaRPr sz="600">
              <a:solidFill>
                <a:schemeClr val="lt2"/>
              </a:solidFill>
              <a:latin typeface="Roboto Light"/>
              <a:ea typeface="Roboto Light"/>
              <a:cs typeface="Roboto Light"/>
              <a:sym typeface="Roboto Light"/>
            </a:endParaRPr>
          </a:p>
        </p:txBody>
      </p:sp>
      <p:cxnSp>
        <p:nvCxnSpPr>
          <p:cNvPr id="1857" name="Google Shape;1857;g3693f7da1e3_0_1342"/>
          <p:cNvCxnSpPr/>
          <p:nvPr/>
        </p:nvCxnSpPr>
        <p:spPr>
          <a:xfrm flipH="1" rot="10800000">
            <a:off x="1332475" y="2480825"/>
            <a:ext cx="6010200" cy="5400"/>
          </a:xfrm>
          <a:prstGeom prst="straightConnector1">
            <a:avLst/>
          </a:prstGeom>
          <a:noFill/>
          <a:ln cap="flat" cmpd="sng" w="9525">
            <a:solidFill>
              <a:schemeClr val="dk2"/>
            </a:solidFill>
            <a:prstDash val="solid"/>
            <a:round/>
            <a:headEnd len="med" w="med" type="none"/>
            <a:tailEnd len="med" w="med" type="none"/>
          </a:ln>
        </p:spPr>
      </p:cxnSp>
      <p:sp>
        <p:nvSpPr>
          <p:cNvPr id="1858" name="Google Shape;1858;g3693f7da1e3_0_1342"/>
          <p:cNvSpPr/>
          <p:nvPr/>
        </p:nvSpPr>
        <p:spPr>
          <a:xfrm>
            <a:off x="3217675" y="12580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TECO</a:t>
            </a:r>
            <a:endParaRPr sz="800">
              <a:solidFill>
                <a:schemeClr val="lt2"/>
              </a:solidFill>
              <a:latin typeface="Roboto Light"/>
              <a:ea typeface="Roboto Light"/>
              <a:cs typeface="Roboto Light"/>
              <a:sym typeface="Roboto Light"/>
            </a:endParaRPr>
          </a:p>
        </p:txBody>
      </p:sp>
      <p:sp>
        <p:nvSpPr>
          <p:cNvPr id="1859" name="Google Shape;1859;g3693f7da1e3_0_1342"/>
          <p:cNvSpPr/>
          <p:nvPr/>
        </p:nvSpPr>
        <p:spPr>
          <a:xfrm>
            <a:off x="3287525" y="2604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Plan Return to Stock from Production</a:t>
            </a:r>
            <a:endParaRPr sz="800">
              <a:solidFill>
                <a:schemeClr val="lt2"/>
              </a:solidFill>
              <a:latin typeface="Roboto Light"/>
              <a:ea typeface="Roboto Light"/>
              <a:cs typeface="Roboto Light"/>
              <a:sym typeface="Roboto Light"/>
            </a:endParaRPr>
          </a:p>
        </p:txBody>
      </p:sp>
      <p:cxnSp>
        <p:nvCxnSpPr>
          <p:cNvPr id="1860" name="Google Shape;1860;g3693f7da1e3_0_1342"/>
          <p:cNvCxnSpPr>
            <a:stCxn id="1856" idx="0"/>
            <a:endCxn id="1858" idx="3"/>
          </p:cNvCxnSpPr>
          <p:nvPr/>
        </p:nvCxnSpPr>
        <p:spPr>
          <a:xfrm flipH="1" rot="5400000">
            <a:off x="4279675" y="1339705"/>
            <a:ext cx="1152600" cy="1470000"/>
          </a:xfrm>
          <a:prstGeom prst="bentConnector2">
            <a:avLst/>
          </a:prstGeom>
          <a:noFill/>
          <a:ln cap="flat" cmpd="sng" w="9525">
            <a:solidFill>
              <a:schemeClr val="dk2"/>
            </a:solidFill>
            <a:prstDash val="dash"/>
            <a:round/>
            <a:headEnd len="med" w="med" type="none"/>
            <a:tailEnd len="med" w="med" type="triangle"/>
          </a:ln>
        </p:spPr>
      </p:cxnSp>
      <p:sp>
        <p:nvSpPr>
          <p:cNvPr id="1861" name="Google Shape;1861;g3693f7da1e3_0_1342"/>
          <p:cNvSpPr/>
          <p:nvPr/>
        </p:nvSpPr>
        <p:spPr>
          <a:xfrm>
            <a:off x="3287525" y="34458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Execute movement back to Stock</a:t>
            </a:r>
            <a:endParaRPr sz="800">
              <a:solidFill>
                <a:schemeClr val="lt2"/>
              </a:solidFill>
              <a:latin typeface="Roboto Light"/>
              <a:ea typeface="Roboto Light"/>
              <a:cs typeface="Roboto Light"/>
              <a:sym typeface="Roboto Light"/>
            </a:endParaRPr>
          </a:p>
        </p:txBody>
      </p:sp>
      <p:cxnSp>
        <p:nvCxnSpPr>
          <p:cNvPr id="1862" name="Google Shape;1862;g3693f7da1e3_0_1342"/>
          <p:cNvCxnSpPr>
            <a:stCxn id="1859" idx="2"/>
            <a:endCxn id="1861" idx="0"/>
          </p:cNvCxnSpPr>
          <p:nvPr/>
        </p:nvCxnSpPr>
        <p:spPr>
          <a:xfrm>
            <a:off x="3739175" y="3085258"/>
            <a:ext cx="0" cy="360600"/>
          </a:xfrm>
          <a:prstGeom prst="straightConnector1">
            <a:avLst/>
          </a:prstGeom>
          <a:noFill/>
          <a:ln cap="flat" cmpd="sng" w="9525">
            <a:solidFill>
              <a:schemeClr val="dk2"/>
            </a:solidFill>
            <a:prstDash val="solid"/>
            <a:round/>
            <a:headEnd len="med" w="med" type="none"/>
            <a:tailEnd len="med" w="med" type="triangle"/>
          </a:ln>
        </p:spPr>
      </p:cxnSp>
      <p:cxnSp>
        <p:nvCxnSpPr>
          <p:cNvPr id="1863" name="Google Shape;1863;g3693f7da1e3_0_1342"/>
          <p:cNvCxnSpPr>
            <a:stCxn id="1856" idx="1"/>
            <a:endCxn id="1859" idx="3"/>
          </p:cNvCxnSpPr>
          <p:nvPr/>
        </p:nvCxnSpPr>
        <p:spPr>
          <a:xfrm rot="10800000">
            <a:off x="4190875" y="2844955"/>
            <a:ext cx="1024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g3693f7da1e3_0_1356"/>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1869" name="Google Shape;1869;g3693f7da1e3_0_1356"/>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870" name="Google Shape;1870;g3693f7da1e3_0_1356"/>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1871" name="Google Shape;1871;g3693f7da1e3_0_1356"/>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1872" name="Google Shape;1872;g3693f7da1e3_0_1356"/>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7" name="Shape 1877"/>
        <p:cNvGrpSpPr/>
        <p:nvPr/>
      </p:nvGrpSpPr>
      <p:grpSpPr>
        <a:xfrm>
          <a:off x="0" y="0"/>
          <a:ext cx="0" cy="0"/>
          <a:chOff x="0" y="0"/>
          <a:chExt cx="0" cy="0"/>
        </a:xfrm>
      </p:grpSpPr>
      <p:sp>
        <p:nvSpPr>
          <p:cNvPr id="1878" name="Google Shape;1878;g3693f7da1e3_0_1364"/>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1879" name="Google Shape;1879;g3693f7da1e3_0_1364"/>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Master data</a:t>
            </a:r>
            <a:endParaRPr sz="1200">
              <a:solidFill>
                <a:schemeClr val="dk1"/>
              </a:solidFill>
              <a:latin typeface="Roboto Light"/>
              <a:ea typeface="Roboto Light"/>
              <a:cs typeface="Roboto Light"/>
              <a:sym typeface="Roboto Light"/>
            </a:endParaRPr>
          </a:p>
        </p:txBody>
      </p:sp>
      <p:sp>
        <p:nvSpPr>
          <p:cNvPr id="1880" name="Google Shape;1880;g3693f7da1e3_0_1364"/>
          <p:cNvSpPr/>
          <p:nvPr/>
        </p:nvSpPr>
        <p:spPr>
          <a:xfrm>
            <a:off x="427075" y="1036475"/>
            <a:ext cx="2433000" cy="3632700"/>
          </a:xfrm>
          <a:prstGeom prst="rect">
            <a:avLst/>
          </a:prstGeom>
          <a:solidFill>
            <a:schemeClr val="lt2"/>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600">
              <a:latin typeface="Roboto Light"/>
              <a:ea typeface="Roboto Light"/>
              <a:cs typeface="Roboto Light"/>
              <a:sym typeface="Roboto Light"/>
            </a:endParaRPr>
          </a:p>
        </p:txBody>
      </p:sp>
      <p:sp>
        <p:nvSpPr>
          <p:cNvPr id="1881" name="Google Shape;1881;g3693f7da1e3_0_1364"/>
          <p:cNvSpPr txBox="1"/>
          <p:nvPr/>
        </p:nvSpPr>
        <p:spPr>
          <a:xfrm>
            <a:off x="538075" y="1069800"/>
            <a:ext cx="2133000" cy="2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Production supply area(PSA)</a:t>
            </a:r>
            <a:endParaRPr b="1" sz="1000">
              <a:solidFill>
                <a:schemeClr val="dk1"/>
              </a:solidFill>
              <a:latin typeface="Roboto"/>
              <a:ea typeface="Roboto"/>
              <a:cs typeface="Roboto"/>
              <a:sym typeface="Roboto"/>
            </a:endParaRPr>
          </a:p>
        </p:txBody>
      </p:sp>
      <p:sp>
        <p:nvSpPr>
          <p:cNvPr id="1882" name="Google Shape;1882;g3693f7da1e3_0_1364"/>
          <p:cNvSpPr/>
          <p:nvPr/>
        </p:nvSpPr>
        <p:spPr>
          <a:xfrm>
            <a:off x="3224900" y="1036475"/>
            <a:ext cx="2553300" cy="3632700"/>
          </a:xfrm>
          <a:prstGeom prst="rect">
            <a:avLst/>
          </a:prstGeom>
          <a:solidFill>
            <a:schemeClr val="lt2"/>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883" name="Google Shape;1883;g3693f7da1e3_0_1364"/>
          <p:cNvSpPr txBox="1"/>
          <p:nvPr/>
        </p:nvSpPr>
        <p:spPr>
          <a:xfrm>
            <a:off x="3880250" y="1071750"/>
            <a:ext cx="2088600" cy="2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Control cycles</a:t>
            </a:r>
            <a:endParaRPr b="1" sz="1000">
              <a:solidFill>
                <a:schemeClr val="dk1"/>
              </a:solidFill>
              <a:latin typeface="Roboto"/>
              <a:ea typeface="Roboto"/>
              <a:cs typeface="Roboto"/>
              <a:sym typeface="Roboto"/>
            </a:endParaRPr>
          </a:p>
        </p:txBody>
      </p:sp>
      <p:sp>
        <p:nvSpPr>
          <p:cNvPr id="1884" name="Google Shape;1884;g3693f7da1e3_0_1364"/>
          <p:cNvSpPr/>
          <p:nvPr/>
        </p:nvSpPr>
        <p:spPr>
          <a:xfrm>
            <a:off x="6111700" y="1036475"/>
            <a:ext cx="2486100" cy="3632700"/>
          </a:xfrm>
          <a:prstGeom prst="rect">
            <a:avLst/>
          </a:prstGeom>
          <a:solidFill>
            <a:schemeClr val="lt2"/>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885" name="Google Shape;1885;g3693f7da1e3_0_1364"/>
          <p:cNvSpPr txBox="1"/>
          <p:nvPr/>
        </p:nvSpPr>
        <p:spPr>
          <a:xfrm>
            <a:off x="6394875" y="1036474"/>
            <a:ext cx="2088600" cy="2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PSA assignment to PSA bin</a:t>
            </a:r>
            <a:endParaRPr b="1" sz="1000">
              <a:solidFill>
                <a:schemeClr val="dk1"/>
              </a:solidFill>
              <a:latin typeface="Roboto"/>
              <a:ea typeface="Roboto"/>
              <a:cs typeface="Roboto"/>
              <a:sym typeface="Roboto"/>
            </a:endParaRPr>
          </a:p>
        </p:txBody>
      </p:sp>
      <p:pic>
        <p:nvPicPr>
          <p:cNvPr id="1886" name="Google Shape;1886;g3693f7da1e3_0_1364"/>
          <p:cNvPicPr preferRelativeResize="0"/>
          <p:nvPr/>
        </p:nvPicPr>
        <p:blipFill>
          <a:blip r:embed="rId3">
            <a:alphaModFix/>
          </a:blip>
          <a:stretch>
            <a:fillRect/>
          </a:stretch>
        </p:blipFill>
        <p:spPr>
          <a:xfrm>
            <a:off x="485450" y="2493975"/>
            <a:ext cx="2316251" cy="2080750"/>
          </a:xfrm>
          <a:prstGeom prst="rect">
            <a:avLst/>
          </a:prstGeom>
          <a:noFill/>
          <a:ln>
            <a:noFill/>
          </a:ln>
        </p:spPr>
      </p:pic>
      <p:sp>
        <p:nvSpPr>
          <p:cNvPr id="1887" name="Google Shape;1887;g3693f7da1e3_0_1364"/>
          <p:cNvSpPr txBox="1"/>
          <p:nvPr/>
        </p:nvSpPr>
        <p:spPr>
          <a:xfrm>
            <a:off x="515950" y="1425300"/>
            <a:ext cx="2155200" cy="8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000">
                <a:solidFill>
                  <a:schemeClr val="dk1"/>
                </a:solidFill>
                <a:latin typeface="Roboto Light"/>
                <a:ea typeface="Roboto Light"/>
                <a:cs typeface="Roboto Light"/>
                <a:sym typeface="Roboto Light"/>
              </a:rPr>
              <a:t>Designated location on the shop floor where materials are staged for use in production.</a:t>
            </a:r>
            <a:endParaRPr sz="1200">
              <a:solidFill>
                <a:schemeClr val="dk1"/>
              </a:solidFill>
              <a:latin typeface="Roboto Light"/>
              <a:ea typeface="Roboto Light"/>
              <a:cs typeface="Roboto Light"/>
              <a:sym typeface="Roboto Light"/>
            </a:endParaRPr>
          </a:p>
        </p:txBody>
      </p:sp>
      <p:sp>
        <p:nvSpPr>
          <p:cNvPr id="1888" name="Google Shape;1888;g3693f7da1e3_0_1364"/>
          <p:cNvSpPr txBox="1"/>
          <p:nvPr/>
        </p:nvSpPr>
        <p:spPr>
          <a:xfrm>
            <a:off x="3370975" y="1447525"/>
            <a:ext cx="2343900" cy="71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Roboto Light"/>
                <a:ea typeface="Roboto Light"/>
                <a:cs typeface="Roboto Light"/>
                <a:sym typeface="Roboto Light"/>
              </a:rPr>
              <a:t>The control cycle defines the relationship between the demand source and the supply source.</a:t>
            </a:r>
            <a:endParaRPr sz="1200">
              <a:solidFill>
                <a:schemeClr val="dk1"/>
              </a:solidFill>
              <a:latin typeface="Roboto Light"/>
              <a:ea typeface="Roboto Light"/>
              <a:cs typeface="Roboto Light"/>
              <a:sym typeface="Roboto Light"/>
            </a:endParaRPr>
          </a:p>
        </p:txBody>
      </p:sp>
      <p:pic>
        <p:nvPicPr>
          <p:cNvPr id="1889" name="Google Shape;1889;g3693f7da1e3_0_1364"/>
          <p:cNvPicPr preferRelativeResize="0"/>
          <p:nvPr/>
        </p:nvPicPr>
        <p:blipFill>
          <a:blip r:embed="rId4">
            <a:alphaModFix/>
          </a:blip>
          <a:stretch>
            <a:fillRect/>
          </a:stretch>
        </p:blipFill>
        <p:spPr>
          <a:xfrm>
            <a:off x="3343375" y="2294050"/>
            <a:ext cx="2343900" cy="2308650"/>
          </a:xfrm>
          <a:prstGeom prst="rect">
            <a:avLst/>
          </a:prstGeom>
          <a:noFill/>
          <a:ln>
            <a:noFill/>
          </a:ln>
        </p:spPr>
      </p:pic>
      <p:pic>
        <p:nvPicPr>
          <p:cNvPr id="1890" name="Google Shape;1890;g3693f7da1e3_0_1364"/>
          <p:cNvPicPr preferRelativeResize="0"/>
          <p:nvPr/>
        </p:nvPicPr>
        <p:blipFill>
          <a:blip r:embed="rId5">
            <a:alphaModFix/>
          </a:blip>
          <a:stretch>
            <a:fillRect/>
          </a:stretch>
        </p:blipFill>
        <p:spPr>
          <a:xfrm>
            <a:off x="6182788" y="2247375"/>
            <a:ext cx="2343925" cy="2355325"/>
          </a:xfrm>
          <a:prstGeom prst="rect">
            <a:avLst/>
          </a:prstGeom>
          <a:noFill/>
          <a:ln>
            <a:noFill/>
          </a:ln>
        </p:spPr>
      </p:pic>
      <p:sp>
        <p:nvSpPr>
          <p:cNvPr id="1891" name="Google Shape;1891;g3693f7da1e3_0_1364"/>
          <p:cNvSpPr txBox="1"/>
          <p:nvPr/>
        </p:nvSpPr>
        <p:spPr>
          <a:xfrm>
            <a:off x="6196600" y="1191975"/>
            <a:ext cx="2316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Roboto Light"/>
                <a:ea typeface="Roboto Light"/>
                <a:cs typeface="Roboto Light"/>
                <a:sym typeface="Roboto Light"/>
              </a:rPr>
              <a:t>You do not assign a storage bin to a production supply area (PSA) directly, instead you define the storage bin in which you want to stage a particular product or product group within a PSA</a:t>
            </a:r>
            <a:r>
              <a:rPr lang="en-US" sz="1050">
                <a:solidFill>
                  <a:srgbClr val="32363A"/>
                </a:solidFill>
                <a:highlight>
                  <a:srgbClr val="F7F7F7"/>
                </a:highlight>
              </a:rPr>
              <a:t>.</a:t>
            </a:r>
            <a:endParaRPr sz="1200">
              <a:solidFill>
                <a:schemeClr val="dk1"/>
              </a:solidFill>
              <a:latin typeface="Roboto Light"/>
              <a:ea typeface="Roboto Light"/>
              <a:cs typeface="Roboto Light"/>
              <a:sym typeface="Roboto Light"/>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5" name="Shape 1895"/>
        <p:cNvGrpSpPr/>
        <p:nvPr/>
      </p:nvGrpSpPr>
      <p:grpSpPr>
        <a:xfrm>
          <a:off x="0" y="0"/>
          <a:ext cx="0" cy="0"/>
          <a:chOff x="0" y="0"/>
          <a:chExt cx="0" cy="0"/>
        </a:xfrm>
      </p:grpSpPr>
      <p:pic>
        <p:nvPicPr>
          <p:cNvPr id="1896" name="Google Shape;1896;g3693f7da1e3_2_138"/>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1897" name="Google Shape;1897;g3693f7da1e3_2_138"/>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Light"/>
              <a:buAutoNum type="arabicPeriod"/>
            </a:pPr>
            <a:r>
              <a:rPr lang="en-US" sz="1400"/>
              <a:t>Process Order creation and release</a:t>
            </a:r>
            <a:endParaRPr sz="1400"/>
          </a:p>
          <a:p>
            <a:pPr indent="-317500" lvl="0" marL="457200" rtl="0" algn="l">
              <a:lnSpc>
                <a:spcPct val="95238"/>
              </a:lnSpc>
              <a:spcBef>
                <a:spcPts val="0"/>
              </a:spcBef>
              <a:spcAft>
                <a:spcPts val="0"/>
              </a:spcAft>
              <a:buSzPts val="1400"/>
              <a:buAutoNum type="arabicPeriod"/>
            </a:pPr>
            <a:r>
              <a:rPr lang="en-US" sz="1400"/>
              <a:t>Staging for production with EWM</a:t>
            </a:r>
            <a:endParaRPr sz="1400"/>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a:buAutoNum type="arabicPeriod"/>
            </a:pPr>
            <a:r>
              <a:rPr b="1" lang="en-US" sz="1400">
                <a:latin typeface="Roboto"/>
                <a:ea typeface="Roboto"/>
                <a:cs typeface="Roboto"/>
                <a:sym typeface="Roboto"/>
              </a:rPr>
              <a:t>Defective production management</a:t>
            </a:r>
            <a:endParaRPr b="1" sz="1400">
              <a:latin typeface="Roboto"/>
              <a:ea typeface="Roboto"/>
              <a:cs typeface="Roboto"/>
              <a:sym typeface="Roboto"/>
            </a:endParaRPr>
          </a:p>
          <a:p>
            <a:pPr indent="-317500" lvl="0" marL="457200" rtl="0" algn="l">
              <a:lnSpc>
                <a:spcPct val="95238"/>
              </a:lnSpc>
              <a:spcBef>
                <a:spcPts val="0"/>
              </a:spcBef>
              <a:spcAft>
                <a:spcPts val="0"/>
              </a:spcAft>
              <a:buSzPts val="1400"/>
              <a:buFont typeface="Roboto Light"/>
              <a:buAutoNum type="arabicPeriod"/>
            </a:pPr>
            <a:r>
              <a:rPr lang="en-US" sz="1400"/>
              <a:t>System Demo</a:t>
            </a:r>
            <a:endParaRPr/>
          </a:p>
        </p:txBody>
      </p:sp>
      <p:sp>
        <p:nvSpPr>
          <p:cNvPr id="1898" name="Google Shape;1898;g3693f7da1e3_2_138"/>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1899" name="Google Shape;1899;g3693f7da1e3_2_138"/>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1900" name="Google Shape;1900;g3693f7da1e3_2_138"/>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1901" name="Google Shape;1901;g3693f7da1e3_2_138"/>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1902" name="Google Shape;1902;g3693f7da1e3_2_138"/>
          <p:cNvGrpSpPr/>
          <p:nvPr/>
        </p:nvGrpSpPr>
        <p:grpSpPr>
          <a:xfrm>
            <a:off x="7495354" y="188417"/>
            <a:ext cx="1395087" cy="441585"/>
            <a:chOff x="5991694" y="1720305"/>
            <a:chExt cx="1929047" cy="618207"/>
          </a:xfrm>
        </p:grpSpPr>
        <p:sp>
          <p:nvSpPr>
            <p:cNvPr id="1903" name="Google Shape;1903;g3693f7da1e3_2_138"/>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g3693f7da1e3_2_138"/>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g3693f7da1e3_2_138"/>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g3693f7da1e3_2_138"/>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g3693f7da1e3_2_138"/>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g3693f7da1e3_2_138"/>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g3693f7da1e3_2_138"/>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g3693f7da1e3_2_138"/>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g3693f7da1e3_2_138"/>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g3693f7da1e3_2_138"/>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g3693f7da1e3_2_138"/>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g3693f7da1e3_2_138"/>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g3693f7da1e3_2_138"/>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Google Shape;1921;p41"/>
          <p:cNvSpPr txBox="1"/>
          <p:nvPr>
            <p:ph type="title"/>
          </p:nvPr>
        </p:nvSpPr>
        <p:spPr>
          <a:xfrm>
            <a:off x="656452" y="36513"/>
            <a:ext cx="7344548" cy="553998"/>
          </a:xfrm>
          <a:prstGeom prst="rect">
            <a:avLst/>
          </a:prstGeom>
          <a:noFill/>
          <a:ln>
            <a:noFill/>
          </a:ln>
        </p:spPr>
        <p:txBody>
          <a:bodyPr anchorCtr="0" anchor="t" bIns="27000" lIns="180000" spcFirstLastPara="1" rIns="180000" wrap="square" tIns="27000">
            <a:noAutofit/>
          </a:bodyPr>
          <a:lstStyle/>
          <a:p>
            <a:pPr indent="0" lvl="0" marL="0" rtl="0" algn="l">
              <a:lnSpc>
                <a:spcPct val="90000"/>
              </a:lnSpc>
              <a:spcBef>
                <a:spcPts val="0"/>
              </a:spcBef>
              <a:spcAft>
                <a:spcPts val="0"/>
              </a:spcAft>
              <a:buSzPts val="2600"/>
              <a:buNone/>
            </a:pPr>
            <a:r>
              <a:rPr lang="en-US"/>
              <a:t>Blend - M-140-120</a:t>
            </a:r>
            <a:endParaRPr/>
          </a:p>
        </p:txBody>
      </p:sp>
      <p:sp>
        <p:nvSpPr>
          <p:cNvPr id="1922" name="Google Shape;1922;p41"/>
          <p:cNvSpPr txBox="1"/>
          <p:nvPr/>
        </p:nvSpPr>
        <p:spPr>
          <a:xfrm>
            <a:off x="724801" y="697499"/>
            <a:ext cx="68118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lang="en-US" sz="1050"/>
              <a:t>The blend process in SAP PP-PI involves combining different materials to achieve the desired product specifications. This step ensures the quality and consistency of the final product.</a:t>
            </a:r>
            <a:endParaRPr b="0" i="0" sz="1050" u="none" cap="none" strike="noStrike">
              <a:solidFill>
                <a:srgbClr val="000000"/>
              </a:solidFill>
              <a:latin typeface="Open Sans"/>
              <a:ea typeface="Open Sans"/>
              <a:cs typeface="Open Sans"/>
              <a:sym typeface="Open Sans"/>
            </a:endParaRPr>
          </a:p>
        </p:txBody>
      </p:sp>
      <p:pic>
        <p:nvPicPr>
          <p:cNvPr id="1923" name="Google Shape;1923;p41"/>
          <p:cNvPicPr preferRelativeResize="0"/>
          <p:nvPr/>
        </p:nvPicPr>
        <p:blipFill>
          <a:blip r:embed="rId3">
            <a:alphaModFix/>
          </a:blip>
          <a:stretch>
            <a:fillRect/>
          </a:stretch>
        </p:blipFill>
        <p:spPr>
          <a:xfrm>
            <a:off x="1492550" y="2212422"/>
            <a:ext cx="5095875" cy="231457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8" name="Shape 1928"/>
        <p:cNvGrpSpPr/>
        <p:nvPr/>
      </p:nvGrpSpPr>
      <p:grpSpPr>
        <a:xfrm>
          <a:off x="0" y="0"/>
          <a:ext cx="0" cy="0"/>
          <a:chOff x="0" y="0"/>
          <a:chExt cx="0" cy="0"/>
        </a:xfrm>
      </p:grpSpPr>
      <p:sp>
        <p:nvSpPr>
          <p:cNvPr id="1929" name="Google Shape;1929;g3691bdd514c_1_276"/>
          <p:cNvSpPr txBox="1"/>
          <p:nvPr>
            <p:ph type="title"/>
          </p:nvPr>
        </p:nvSpPr>
        <p:spPr>
          <a:xfrm>
            <a:off x="656452" y="36513"/>
            <a:ext cx="7344600" cy="554100"/>
          </a:xfrm>
          <a:prstGeom prst="rect">
            <a:avLst/>
          </a:prstGeom>
          <a:noFill/>
          <a:ln>
            <a:noFill/>
          </a:ln>
        </p:spPr>
        <p:txBody>
          <a:bodyPr anchorCtr="0" anchor="t" bIns="27000" lIns="180000" spcFirstLastPara="1" rIns="180000" wrap="square" tIns="27000">
            <a:noAutofit/>
          </a:bodyPr>
          <a:lstStyle/>
          <a:p>
            <a:pPr indent="0" lvl="0" marL="0" rtl="0" algn="l">
              <a:lnSpc>
                <a:spcPct val="90000"/>
              </a:lnSpc>
              <a:spcBef>
                <a:spcPts val="0"/>
              </a:spcBef>
              <a:spcAft>
                <a:spcPts val="0"/>
              </a:spcAft>
              <a:buSzPts val="2600"/>
              <a:buNone/>
            </a:pPr>
            <a:r>
              <a:rPr lang="en-US"/>
              <a:t>Rework Material - M-140-030</a:t>
            </a:r>
            <a:endParaRPr/>
          </a:p>
        </p:txBody>
      </p:sp>
      <p:sp>
        <p:nvSpPr>
          <p:cNvPr id="1930" name="Google Shape;1930;g3691bdd514c_1_276"/>
          <p:cNvSpPr txBox="1"/>
          <p:nvPr/>
        </p:nvSpPr>
        <p:spPr>
          <a:xfrm>
            <a:off x="724800" y="697501"/>
            <a:ext cx="68118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lang="en-US" sz="1050"/>
              <a:t>The rework process in SAP PP-PI involves addressing off-spec materials by processing rework orders to bring them up to the required standards, ensuring minimal waste and optimized resource usage.</a:t>
            </a:r>
            <a:endParaRPr b="0" i="0" sz="1050" u="none" cap="none" strike="noStrike">
              <a:solidFill>
                <a:srgbClr val="000000"/>
              </a:solidFill>
              <a:latin typeface="Open Sans"/>
              <a:ea typeface="Open Sans"/>
              <a:cs typeface="Open Sans"/>
              <a:sym typeface="Open Sans"/>
            </a:endParaRPr>
          </a:p>
        </p:txBody>
      </p:sp>
      <p:pic>
        <p:nvPicPr>
          <p:cNvPr id="1931" name="Google Shape;1931;g3691bdd514c_1_276"/>
          <p:cNvPicPr preferRelativeResize="0"/>
          <p:nvPr/>
        </p:nvPicPr>
        <p:blipFill>
          <a:blip r:embed="rId3">
            <a:alphaModFix/>
          </a:blip>
          <a:stretch>
            <a:fillRect/>
          </a:stretch>
        </p:blipFill>
        <p:spPr>
          <a:xfrm>
            <a:off x="724800" y="2205874"/>
            <a:ext cx="5324475" cy="123825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6" name="Shape 1936"/>
        <p:cNvGrpSpPr/>
        <p:nvPr/>
      </p:nvGrpSpPr>
      <p:grpSpPr>
        <a:xfrm>
          <a:off x="0" y="0"/>
          <a:ext cx="0" cy="0"/>
          <a:chOff x="0" y="0"/>
          <a:chExt cx="0" cy="0"/>
        </a:xfrm>
      </p:grpSpPr>
      <p:sp>
        <p:nvSpPr>
          <p:cNvPr id="1937" name="Google Shape;1937;g3691bdd514c_1_267"/>
          <p:cNvSpPr txBox="1"/>
          <p:nvPr>
            <p:ph type="title"/>
          </p:nvPr>
        </p:nvSpPr>
        <p:spPr>
          <a:xfrm>
            <a:off x="656452" y="36513"/>
            <a:ext cx="7344600" cy="554100"/>
          </a:xfrm>
          <a:prstGeom prst="rect">
            <a:avLst/>
          </a:prstGeom>
          <a:noFill/>
          <a:ln>
            <a:noFill/>
          </a:ln>
        </p:spPr>
        <p:txBody>
          <a:bodyPr anchorCtr="0" anchor="t" bIns="27000" lIns="180000" spcFirstLastPara="1" rIns="180000" wrap="square" tIns="27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Order Closure - </a:t>
            </a:r>
            <a:r>
              <a:rPr lang="en-US"/>
              <a:t> M-100-070 </a:t>
            </a:r>
            <a:br>
              <a:rPr lang="en-US"/>
            </a:br>
            <a:endParaRPr/>
          </a:p>
        </p:txBody>
      </p:sp>
      <p:sp>
        <p:nvSpPr>
          <p:cNvPr id="1938" name="Google Shape;1938;g3691bdd514c_1_267"/>
          <p:cNvSpPr txBox="1"/>
          <p:nvPr/>
        </p:nvSpPr>
        <p:spPr>
          <a:xfrm>
            <a:off x="724801" y="697499"/>
            <a:ext cx="6811800" cy="554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This process involves </a:t>
            </a:r>
            <a:r>
              <a:rPr b="0" i="0" lang="en-US" sz="1050" u="none" cap="none" strike="noStrike">
                <a:solidFill>
                  <a:srgbClr val="000000"/>
                </a:solidFill>
                <a:latin typeface="Open Sans"/>
                <a:ea typeface="Open Sans"/>
                <a:cs typeface="Open Sans"/>
                <a:sym typeface="Open Sans"/>
              </a:rPr>
              <a:t>recording the completion of all production activities associated with a process order &amp; marking it as Technically Complete. This denotes the end of production activities &amp; transfers the order to Finance team for Final Closure after their audit.</a:t>
            </a:r>
            <a:endParaRPr b="0" i="0" sz="1050" u="none" cap="none" strike="noStrike">
              <a:solidFill>
                <a:srgbClr val="000000"/>
              </a:solidFill>
              <a:latin typeface="Open Sans"/>
              <a:ea typeface="Open Sans"/>
              <a:cs typeface="Open Sans"/>
              <a:sym typeface="Open Sans"/>
            </a:endParaRPr>
          </a:p>
        </p:txBody>
      </p:sp>
      <p:pic>
        <p:nvPicPr>
          <p:cNvPr id="1939" name="Google Shape;1939;g3691bdd514c_1_267"/>
          <p:cNvPicPr preferRelativeResize="0"/>
          <p:nvPr/>
        </p:nvPicPr>
        <p:blipFill rotWithShape="1">
          <a:blip r:embed="rId3">
            <a:alphaModFix/>
          </a:blip>
          <a:srcRect b="0" l="0" r="0" t="0"/>
          <a:stretch/>
        </p:blipFill>
        <p:spPr>
          <a:xfrm>
            <a:off x="490328" y="1550141"/>
            <a:ext cx="8163345" cy="2043218"/>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3" name="Shape 1943"/>
        <p:cNvGrpSpPr/>
        <p:nvPr/>
      </p:nvGrpSpPr>
      <p:grpSpPr>
        <a:xfrm>
          <a:off x="0" y="0"/>
          <a:ext cx="0" cy="0"/>
          <a:chOff x="0" y="0"/>
          <a:chExt cx="0" cy="0"/>
        </a:xfrm>
      </p:grpSpPr>
      <p:sp>
        <p:nvSpPr>
          <p:cNvPr id="1944" name="Google Shape;1944;p42"/>
          <p:cNvSpPr txBox="1"/>
          <p:nvPr>
            <p:ph type="title"/>
          </p:nvPr>
        </p:nvSpPr>
        <p:spPr>
          <a:xfrm>
            <a:off x="710663" y="119184"/>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Technically Complete Orders</a:t>
            </a:r>
            <a:endParaRPr/>
          </a:p>
        </p:txBody>
      </p:sp>
      <p:grpSp>
        <p:nvGrpSpPr>
          <p:cNvPr id="1945" name="Google Shape;1945;p42"/>
          <p:cNvGrpSpPr/>
          <p:nvPr/>
        </p:nvGrpSpPr>
        <p:grpSpPr>
          <a:xfrm>
            <a:off x="534418" y="652112"/>
            <a:ext cx="8075164" cy="4177112"/>
            <a:chOff x="712557" y="893132"/>
            <a:chExt cx="10766885" cy="5569482"/>
          </a:xfrm>
        </p:grpSpPr>
        <p:pic>
          <p:nvPicPr>
            <p:cNvPr id="1946" name="Google Shape;1946;p42"/>
            <p:cNvPicPr preferRelativeResize="0"/>
            <p:nvPr/>
          </p:nvPicPr>
          <p:blipFill rotWithShape="1">
            <a:blip r:embed="rId3">
              <a:alphaModFix/>
            </a:blip>
            <a:srcRect b="0" l="0" r="0" t="0"/>
            <a:stretch/>
          </p:blipFill>
          <p:spPr>
            <a:xfrm>
              <a:off x="712557" y="893132"/>
              <a:ext cx="10766885" cy="5569482"/>
            </a:xfrm>
            <a:prstGeom prst="rect">
              <a:avLst/>
            </a:prstGeom>
            <a:noFill/>
            <a:ln>
              <a:noFill/>
            </a:ln>
          </p:spPr>
        </p:pic>
        <p:pic>
          <p:nvPicPr>
            <p:cNvPr id="1947" name="Google Shape;1947;p42"/>
            <p:cNvPicPr preferRelativeResize="0"/>
            <p:nvPr/>
          </p:nvPicPr>
          <p:blipFill rotWithShape="1">
            <a:blip r:embed="rId4">
              <a:alphaModFix/>
            </a:blip>
            <a:srcRect b="0" l="0" r="0" t="0"/>
            <a:stretch/>
          </p:blipFill>
          <p:spPr>
            <a:xfrm>
              <a:off x="930771" y="1056967"/>
              <a:ext cx="10345087" cy="5012208"/>
            </a:xfrm>
            <a:prstGeom prst="rect">
              <a:avLst/>
            </a:prstGeom>
            <a:noFill/>
            <a:ln>
              <a:noFill/>
            </a:ln>
          </p:spPr>
        </p:pic>
      </p:grpSp>
      <p:sp>
        <p:nvSpPr>
          <p:cNvPr id="1948" name="Google Shape;1948;p42"/>
          <p:cNvSpPr/>
          <p:nvPr/>
        </p:nvSpPr>
        <p:spPr>
          <a:xfrm>
            <a:off x="7785100" y="1003300"/>
            <a:ext cx="387350" cy="205127"/>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1949" name="Google Shape;1949;p42"/>
          <p:cNvSpPr txBox="1"/>
          <p:nvPr/>
        </p:nvSpPr>
        <p:spPr>
          <a:xfrm>
            <a:off x="7331327" y="1250512"/>
            <a:ext cx="1065168" cy="161583"/>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137560" lvl="0" marL="137560" marR="0" rtl="0" algn="ct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Open Sans"/>
                <a:ea typeface="Open Sans"/>
                <a:cs typeface="Open Sans"/>
                <a:sym typeface="Open Sans"/>
              </a:rPr>
              <a:t>Switch to Search</a:t>
            </a:r>
            <a:endParaRPr b="0" i="0" sz="1050" u="none" cap="none" strike="noStrike">
              <a:solidFill>
                <a:srgbClr val="000000"/>
              </a:solidFill>
              <a:latin typeface="Open Sans"/>
              <a:ea typeface="Open Sans"/>
              <a:cs typeface="Open Sans"/>
              <a:sym typeface="Open San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3" name="Shape 1953"/>
        <p:cNvGrpSpPr/>
        <p:nvPr/>
      </p:nvGrpSpPr>
      <p:grpSpPr>
        <a:xfrm>
          <a:off x="0" y="0"/>
          <a:ext cx="0" cy="0"/>
          <a:chOff x="0" y="0"/>
          <a:chExt cx="0" cy="0"/>
        </a:xfrm>
      </p:grpSpPr>
      <p:sp>
        <p:nvSpPr>
          <p:cNvPr id="1954" name="Google Shape;1954;p43"/>
          <p:cNvSpPr txBox="1"/>
          <p:nvPr>
            <p:ph type="title"/>
          </p:nvPr>
        </p:nvSpPr>
        <p:spPr>
          <a:xfrm>
            <a:off x="710663" y="119184"/>
            <a:ext cx="7258588" cy="407037"/>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latin typeface="Arial"/>
                <a:ea typeface="Arial"/>
                <a:cs typeface="Arial"/>
                <a:sym typeface="Arial"/>
              </a:rPr>
              <a:t>Illustration to Technically Complete Orders</a:t>
            </a:r>
            <a:endParaRPr/>
          </a:p>
        </p:txBody>
      </p:sp>
      <p:sp>
        <p:nvSpPr>
          <p:cNvPr id="1955" name="Google Shape;1955;p43"/>
          <p:cNvSpPr txBox="1"/>
          <p:nvPr/>
        </p:nvSpPr>
        <p:spPr>
          <a:xfrm>
            <a:off x="7399799" y="2120332"/>
            <a:ext cx="1701720" cy="902836"/>
          </a:xfrm>
          <a:prstGeom prst="rect">
            <a:avLst/>
          </a:prstGeom>
          <a:noFill/>
          <a:ln cap="flat" cmpd="sng" w="9525">
            <a:solidFill>
              <a:schemeClr val="dk1"/>
            </a:solidFill>
            <a:prstDash val="solid"/>
            <a:round/>
            <a:headEnd len="sm" w="sm" type="none"/>
            <a:tailEnd len="sm" w="sm" type="none"/>
          </a:ln>
        </p:spPr>
        <p:txBody>
          <a:bodyPr anchorCtr="0" anchor="t" bIns="27000" lIns="27000" spcFirstLastPara="1" rIns="0" wrap="square" tIns="27000">
            <a:spAutoFit/>
          </a:bodyPr>
          <a:lstStyle/>
          <a:p>
            <a:pPr indent="-257175" lvl="0" marL="257175" marR="0" rtl="0" algn="l">
              <a:lnSpc>
                <a:spcPct val="100000"/>
              </a:lnSpc>
              <a:spcBef>
                <a:spcPts val="0"/>
              </a:spcBef>
              <a:spcAft>
                <a:spcPts val="0"/>
              </a:spcAft>
              <a:buClr>
                <a:srgbClr val="000000"/>
              </a:buClr>
              <a:buSzPts val="1050"/>
              <a:buFont typeface="Arial"/>
              <a:buAutoNum type="arabicPeriod"/>
            </a:pPr>
            <a:r>
              <a:rPr b="0" i="0" lang="en-US" sz="1050" u="none" cap="none" strike="noStrike">
                <a:solidFill>
                  <a:srgbClr val="000000"/>
                </a:solidFill>
                <a:latin typeface="Open Sans"/>
                <a:ea typeface="Open Sans"/>
                <a:cs typeface="Open Sans"/>
                <a:sym typeface="Open Sans"/>
              </a:rPr>
              <a:t>Enter required filters and search for orders.</a:t>
            </a:r>
            <a:endParaRPr b="0" i="0" sz="1400" u="none" cap="none" strike="noStrike">
              <a:solidFill>
                <a:srgbClr val="000000"/>
              </a:solidFill>
              <a:latin typeface="Arial"/>
              <a:ea typeface="Arial"/>
              <a:cs typeface="Arial"/>
              <a:sym typeface="Arial"/>
            </a:endParaRPr>
          </a:p>
          <a:p>
            <a:pPr indent="-257175" lvl="0" marL="257175" marR="0" rtl="0" algn="l">
              <a:lnSpc>
                <a:spcPct val="100000"/>
              </a:lnSpc>
              <a:spcBef>
                <a:spcPts val="263"/>
              </a:spcBef>
              <a:spcAft>
                <a:spcPts val="0"/>
              </a:spcAft>
              <a:buClr>
                <a:srgbClr val="000000"/>
              </a:buClr>
              <a:buSzPts val="1050"/>
              <a:buFont typeface="Arial"/>
              <a:buAutoNum type="arabicPeriod"/>
            </a:pPr>
            <a:r>
              <a:rPr b="0" i="0" lang="en-US" sz="1050" u="none" cap="none" strike="noStrike">
                <a:solidFill>
                  <a:srgbClr val="000000"/>
                </a:solidFill>
                <a:latin typeface="Open Sans"/>
                <a:ea typeface="Open Sans"/>
                <a:cs typeface="Open Sans"/>
                <a:sym typeface="Open Sans"/>
              </a:rPr>
              <a:t>Select the orders and click on Technically Complete. </a:t>
            </a:r>
            <a:endParaRPr b="0" i="0" sz="1050" u="none" cap="none" strike="noStrike">
              <a:solidFill>
                <a:srgbClr val="000000"/>
              </a:solidFill>
              <a:latin typeface="Open Sans"/>
              <a:ea typeface="Open Sans"/>
              <a:cs typeface="Open Sans"/>
              <a:sym typeface="Open Sans"/>
            </a:endParaRPr>
          </a:p>
        </p:txBody>
      </p:sp>
      <p:grpSp>
        <p:nvGrpSpPr>
          <p:cNvPr id="1956" name="Google Shape;1956;p43"/>
          <p:cNvGrpSpPr/>
          <p:nvPr/>
        </p:nvGrpSpPr>
        <p:grpSpPr>
          <a:xfrm>
            <a:off x="73548" y="693766"/>
            <a:ext cx="7258588" cy="4042289"/>
            <a:chOff x="98063" y="925020"/>
            <a:chExt cx="9678117" cy="5389719"/>
          </a:xfrm>
        </p:grpSpPr>
        <p:grpSp>
          <p:nvGrpSpPr>
            <p:cNvPr id="1957" name="Google Shape;1957;p43"/>
            <p:cNvGrpSpPr/>
            <p:nvPr/>
          </p:nvGrpSpPr>
          <p:grpSpPr>
            <a:xfrm>
              <a:off x="98063" y="925020"/>
              <a:ext cx="9678117" cy="5389719"/>
              <a:chOff x="463826" y="925020"/>
              <a:chExt cx="10946822" cy="5338618"/>
            </a:xfrm>
          </p:grpSpPr>
          <p:pic>
            <p:nvPicPr>
              <p:cNvPr id="1958" name="Google Shape;1958;p43"/>
              <p:cNvPicPr preferRelativeResize="0"/>
              <p:nvPr/>
            </p:nvPicPr>
            <p:blipFill rotWithShape="1">
              <a:blip r:embed="rId3">
                <a:alphaModFix/>
              </a:blip>
              <a:srcRect b="0" l="0" r="0" t="0"/>
              <a:stretch/>
            </p:blipFill>
            <p:spPr>
              <a:xfrm>
                <a:off x="463826" y="925020"/>
                <a:ext cx="10946822" cy="5338618"/>
              </a:xfrm>
              <a:prstGeom prst="rect">
                <a:avLst/>
              </a:prstGeom>
              <a:noFill/>
              <a:ln>
                <a:noFill/>
              </a:ln>
            </p:spPr>
          </p:pic>
          <p:pic>
            <p:nvPicPr>
              <p:cNvPr id="1959" name="Google Shape;1959;p43"/>
              <p:cNvPicPr preferRelativeResize="0"/>
              <p:nvPr/>
            </p:nvPicPr>
            <p:blipFill rotWithShape="1">
              <a:blip r:embed="rId4">
                <a:alphaModFix/>
              </a:blip>
              <a:srcRect b="12810" l="0" r="0" t="-1"/>
              <a:stretch/>
            </p:blipFill>
            <p:spPr>
              <a:xfrm>
                <a:off x="684475" y="1088795"/>
                <a:ext cx="10513500" cy="4796703"/>
              </a:xfrm>
              <a:prstGeom prst="rect">
                <a:avLst/>
              </a:prstGeom>
              <a:noFill/>
              <a:ln>
                <a:noFill/>
              </a:ln>
            </p:spPr>
          </p:pic>
          <p:sp>
            <p:nvSpPr>
              <p:cNvPr id="1960" name="Google Shape;1960;p43"/>
              <p:cNvSpPr/>
              <p:nvPr/>
            </p:nvSpPr>
            <p:spPr>
              <a:xfrm>
                <a:off x="978546" y="3489213"/>
                <a:ext cx="214823" cy="623004"/>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1961" name="Google Shape;1961;p43"/>
              <p:cNvSpPr/>
              <p:nvPr/>
            </p:nvSpPr>
            <p:spPr>
              <a:xfrm>
                <a:off x="8122003" y="2999619"/>
                <a:ext cx="898328" cy="224590"/>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
          <p:nvSpPr>
            <p:cNvPr id="1962" name="Google Shape;1962;p43"/>
            <p:cNvSpPr/>
            <p:nvPr/>
          </p:nvSpPr>
          <p:spPr>
            <a:xfrm>
              <a:off x="419622" y="1716066"/>
              <a:ext cx="8865439" cy="774414"/>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7" name="Shape 1967"/>
        <p:cNvGrpSpPr/>
        <p:nvPr/>
      </p:nvGrpSpPr>
      <p:grpSpPr>
        <a:xfrm>
          <a:off x="0" y="0"/>
          <a:ext cx="0" cy="0"/>
          <a:chOff x="0" y="0"/>
          <a:chExt cx="0" cy="0"/>
        </a:xfrm>
      </p:grpSpPr>
      <p:sp>
        <p:nvSpPr>
          <p:cNvPr id="1968" name="Google Shape;1968;g3691bdd514c_1_251"/>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sz="1600">
                <a:solidFill>
                  <a:schemeClr val="accent2"/>
                </a:solidFill>
                <a:latin typeface="Arial"/>
                <a:ea typeface="Arial"/>
                <a:cs typeface="Arial"/>
                <a:sym typeface="Arial"/>
              </a:rPr>
              <a:t>X Sheets illustration</a:t>
            </a:r>
            <a:endParaRPr>
              <a:solidFill>
                <a:schemeClr val="accent2"/>
              </a:solidFill>
              <a:latin typeface="Open Sans"/>
              <a:ea typeface="Open Sans"/>
              <a:cs typeface="Open Sans"/>
              <a:sym typeface="Open Sans"/>
            </a:endParaRPr>
          </a:p>
        </p:txBody>
      </p:sp>
      <p:pic>
        <p:nvPicPr>
          <p:cNvPr id="1969" name="Google Shape;1969;g3691bdd514c_1_251"/>
          <p:cNvPicPr preferRelativeResize="0"/>
          <p:nvPr/>
        </p:nvPicPr>
        <p:blipFill>
          <a:blip r:embed="rId3">
            <a:alphaModFix/>
          </a:blip>
          <a:stretch>
            <a:fillRect/>
          </a:stretch>
        </p:blipFill>
        <p:spPr>
          <a:xfrm>
            <a:off x="152400" y="754645"/>
            <a:ext cx="7134225" cy="828675"/>
          </a:xfrm>
          <a:prstGeom prst="rect">
            <a:avLst/>
          </a:prstGeom>
          <a:noFill/>
          <a:ln>
            <a:noFill/>
          </a:ln>
        </p:spPr>
      </p:pic>
      <p:pic>
        <p:nvPicPr>
          <p:cNvPr id="1970" name="Google Shape;1970;g3691bdd514c_1_251"/>
          <p:cNvPicPr preferRelativeResize="0"/>
          <p:nvPr/>
        </p:nvPicPr>
        <p:blipFill>
          <a:blip r:embed="rId4">
            <a:alphaModFix/>
          </a:blip>
          <a:stretch>
            <a:fillRect/>
          </a:stretch>
        </p:blipFill>
        <p:spPr>
          <a:xfrm>
            <a:off x="2987750" y="1735720"/>
            <a:ext cx="5981700" cy="2667000"/>
          </a:xfrm>
          <a:prstGeom prst="rect">
            <a:avLst/>
          </a:prstGeom>
          <a:noFill/>
          <a:ln>
            <a:noFill/>
          </a:ln>
        </p:spPr>
      </p:pic>
      <p:sp>
        <p:nvSpPr>
          <p:cNvPr id="1971" name="Google Shape;1971;g3691bdd514c_1_251"/>
          <p:cNvSpPr txBox="1"/>
          <p:nvPr/>
        </p:nvSpPr>
        <p:spPr>
          <a:xfrm>
            <a:off x="443025" y="1860700"/>
            <a:ext cx="18165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50">
                <a:solidFill>
                  <a:schemeClr val="dk1"/>
                </a:solidFill>
                <a:highlight>
                  <a:srgbClr val="F5F5F5"/>
                </a:highlight>
              </a:rPr>
              <a:t>X Sheets are modern, web-based electronic work instructions in SAP S/4HANA for process industries. They provide an intuitive, mobile-friendly interface for operators to manage and record production activities, offering greater usability and integration than traditional PI Sheets.​</a:t>
            </a:r>
            <a:endParaRPr sz="1200">
              <a:solidFill>
                <a:schemeClr val="dk1"/>
              </a:solidFill>
              <a:latin typeface="Roboto Light"/>
              <a:ea typeface="Roboto Light"/>
              <a:cs typeface="Roboto Light"/>
              <a:sym typeface="Roboto Light"/>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6" name="Shape 1976"/>
        <p:cNvGrpSpPr/>
        <p:nvPr/>
      </p:nvGrpSpPr>
      <p:grpSpPr>
        <a:xfrm>
          <a:off x="0" y="0"/>
          <a:ext cx="0" cy="0"/>
          <a:chOff x="0" y="0"/>
          <a:chExt cx="0" cy="0"/>
        </a:xfrm>
      </p:grpSpPr>
      <p:sp>
        <p:nvSpPr>
          <p:cNvPr id="1977" name="Google Shape;1977;p44"/>
          <p:cNvSpPr txBox="1"/>
          <p:nvPr>
            <p:ph type="title"/>
          </p:nvPr>
        </p:nvSpPr>
        <p:spPr>
          <a:xfrm>
            <a:off x="754380" y="137160"/>
            <a:ext cx="6211227" cy="405000"/>
          </a:xfrm>
          <a:prstGeom prst="rect">
            <a:avLst/>
          </a:prstGeom>
          <a:noFill/>
          <a:ln>
            <a:noFill/>
          </a:ln>
        </p:spPr>
        <p:txBody>
          <a:bodyPr anchorCtr="0" anchor="t" bIns="0" lIns="135000" spcFirstLastPara="1" rIns="135000" wrap="square" tIns="54000">
            <a:noAutofit/>
          </a:bodyPr>
          <a:lstStyle/>
          <a:p>
            <a:pPr indent="0" lvl="0" marL="0" rtl="0" algn="l">
              <a:lnSpc>
                <a:spcPct val="90000"/>
              </a:lnSpc>
              <a:spcBef>
                <a:spcPts val="0"/>
              </a:spcBef>
              <a:spcAft>
                <a:spcPts val="0"/>
              </a:spcAft>
              <a:buSzPts val="2600"/>
              <a:buNone/>
            </a:pPr>
            <a:r>
              <a:rPr lang="en-US">
                <a:latin typeface="Open Sans"/>
                <a:ea typeface="Open Sans"/>
                <a:cs typeface="Open Sans"/>
                <a:sym typeface="Open Sans"/>
              </a:rPr>
              <a:t>Site Visit Inputs – Exception Processes </a:t>
            </a:r>
            <a:endParaRPr>
              <a:solidFill>
                <a:srgbClr val="FF0000"/>
              </a:solidFill>
              <a:latin typeface="Open Sans"/>
              <a:ea typeface="Open Sans"/>
              <a:cs typeface="Open Sans"/>
              <a:sym typeface="Open Sans"/>
            </a:endParaRPr>
          </a:p>
        </p:txBody>
      </p:sp>
      <p:sp>
        <p:nvSpPr>
          <p:cNvPr id="1978" name="Google Shape;1978;p44"/>
          <p:cNvSpPr/>
          <p:nvPr/>
        </p:nvSpPr>
        <p:spPr>
          <a:xfrm>
            <a:off x="6665709" y="254094"/>
            <a:ext cx="464840" cy="8367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Open Sans"/>
              <a:ea typeface="Open Sans"/>
              <a:cs typeface="Open Sans"/>
              <a:sym typeface="Open Sans"/>
            </a:endParaRPr>
          </a:p>
        </p:txBody>
      </p:sp>
      <p:sp>
        <p:nvSpPr>
          <p:cNvPr id="1979" name="Google Shape;1979;p44"/>
          <p:cNvSpPr/>
          <p:nvPr/>
        </p:nvSpPr>
        <p:spPr>
          <a:xfrm>
            <a:off x="2258289" y="147081"/>
            <a:ext cx="464840" cy="8367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Open Sans"/>
              <a:ea typeface="Open Sans"/>
              <a:cs typeface="Open Sans"/>
              <a:sym typeface="Open Sans"/>
            </a:endParaRPr>
          </a:p>
        </p:txBody>
      </p:sp>
      <p:sp>
        <p:nvSpPr>
          <p:cNvPr id="1980" name="Google Shape;1980;p44"/>
          <p:cNvSpPr/>
          <p:nvPr/>
        </p:nvSpPr>
        <p:spPr>
          <a:xfrm>
            <a:off x="3167696" y="226205"/>
            <a:ext cx="464840" cy="8367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Open Sans"/>
              <a:ea typeface="Open Sans"/>
              <a:cs typeface="Open Sans"/>
              <a:sym typeface="Open Sans"/>
            </a:endParaRPr>
          </a:p>
        </p:txBody>
      </p:sp>
      <p:graphicFrame>
        <p:nvGraphicFramePr>
          <p:cNvPr id="1981" name="Google Shape;1981;p44"/>
          <p:cNvGraphicFramePr/>
          <p:nvPr/>
        </p:nvGraphicFramePr>
        <p:xfrm>
          <a:off x="452361" y="932309"/>
          <a:ext cx="3000000" cy="3000000"/>
        </p:xfrm>
        <a:graphic>
          <a:graphicData uri="http://schemas.openxmlformats.org/drawingml/2006/table">
            <a:tbl>
              <a:tblPr bandRow="1" firstRow="1">
                <a:noFill/>
                <a:tableStyleId>{352A6EF0-C611-4F09-9A5A-4747802A3ADF}</a:tableStyleId>
              </a:tblPr>
              <a:tblGrid>
                <a:gridCol w="2026475"/>
                <a:gridCol w="2017050"/>
                <a:gridCol w="4241575"/>
              </a:tblGrid>
              <a:tr h="165300">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MCG Entity</a:t>
                      </a:r>
                      <a:endParaRPr b="1" i="0" sz="1100" u="none" cap="none" strike="noStrike">
                        <a:solidFill>
                          <a:srgbClr val="FFFFFF"/>
                        </a:solidFill>
                        <a:latin typeface="Arial"/>
                        <a:ea typeface="Arial"/>
                        <a:cs typeface="Arial"/>
                        <a:sym typeface="Arial"/>
                      </a:endParaRPr>
                    </a:p>
                  </a:txBody>
                  <a:tcPr marT="5275" marB="0" marR="5275" marL="5275" anchor="ctr">
                    <a:solidFill>
                      <a:srgbClr val="374D8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Short Description</a:t>
                      </a:r>
                      <a:endParaRPr b="1" i="0" sz="1100" u="none" cap="none" strike="noStrike">
                        <a:solidFill>
                          <a:srgbClr val="FFFFFF"/>
                        </a:solidFill>
                        <a:latin typeface="Arial"/>
                        <a:ea typeface="Arial"/>
                        <a:cs typeface="Arial"/>
                        <a:sym typeface="Arial"/>
                      </a:endParaRPr>
                    </a:p>
                  </a:txBody>
                  <a:tcPr marT="5275" marB="0" marR="5275" marL="5275" anchor="ctr">
                    <a:solidFill>
                      <a:srgbClr val="374D8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Detailed Description</a:t>
                      </a:r>
                      <a:endParaRPr b="1" i="0" sz="1100" u="none" cap="none" strike="noStrike">
                        <a:solidFill>
                          <a:srgbClr val="FFFFFF"/>
                        </a:solidFill>
                        <a:latin typeface="Arial"/>
                        <a:ea typeface="Arial"/>
                        <a:cs typeface="Arial"/>
                        <a:sym typeface="Arial"/>
                      </a:endParaRPr>
                    </a:p>
                  </a:txBody>
                  <a:tcPr marT="5275" marB="0" marR="5275" marL="5275" anchor="ctr">
                    <a:solidFill>
                      <a:srgbClr val="374D81"/>
                    </a:solidFill>
                  </a:tcPr>
                </a:tc>
              </a:tr>
            </a:tbl>
          </a:graphicData>
        </a:graphic>
      </p:graphicFrame>
      <p:sp>
        <p:nvSpPr>
          <p:cNvPr id="1982" name="Google Shape;1982;p44"/>
          <p:cNvSpPr txBox="1"/>
          <p:nvPr/>
        </p:nvSpPr>
        <p:spPr>
          <a:xfrm>
            <a:off x="349517" y="672451"/>
            <a:ext cx="8183367" cy="257705"/>
          </a:xfrm>
          <a:prstGeom prst="rect">
            <a:avLst/>
          </a:prstGeom>
          <a:noFill/>
          <a:ln>
            <a:noFill/>
          </a:ln>
        </p:spPr>
        <p:txBody>
          <a:bodyPr anchorCtr="0" anchor="t" bIns="0" lIns="0" spcFirstLastPara="1" rIns="175500" wrap="square" tIns="54000">
            <a:noAutofit/>
          </a:bodyPr>
          <a:lstStyle/>
          <a:p>
            <a:pPr indent="0" lvl="2" marL="134303" marR="0" rtl="0" algn="l">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Open Sans"/>
                <a:ea typeface="Open Sans"/>
                <a:cs typeface="Open Sans"/>
                <a:sym typeface="Open Sans"/>
              </a:rPr>
              <a:t>Inputs from Site Visits:</a:t>
            </a:r>
            <a:endParaRPr b="0" i="0" sz="1200" u="none" cap="none" strike="noStrike">
              <a:solidFill>
                <a:srgbClr val="000000"/>
              </a:solidFill>
              <a:latin typeface="Open Sans"/>
              <a:ea typeface="Open Sans"/>
              <a:cs typeface="Open Sans"/>
              <a:sym typeface="Open Sans"/>
            </a:endParaRPr>
          </a:p>
        </p:txBody>
      </p:sp>
      <p:sp>
        <p:nvSpPr>
          <p:cNvPr id="1983" name="Google Shape;1983;p44"/>
          <p:cNvSpPr txBox="1"/>
          <p:nvPr/>
        </p:nvSpPr>
        <p:spPr>
          <a:xfrm>
            <a:off x="3279783" y="2057223"/>
            <a:ext cx="2584435" cy="622482"/>
          </a:xfrm>
          <a:prstGeom prst="rect">
            <a:avLst/>
          </a:prstGeom>
          <a:noFill/>
          <a:ln>
            <a:noFill/>
          </a:ln>
        </p:spPr>
        <p:txBody>
          <a:bodyPr anchorCtr="0" anchor="t" bIns="0" lIns="0" spcFirstLastPara="1" rIns="175500" wrap="square" tIns="54000">
            <a:noAutofit/>
          </a:bodyPr>
          <a:lstStyle/>
          <a:p>
            <a:pPr indent="0" lvl="2" marL="134303"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Open Sans"/>
                <a:ea typeface="Open Sans"/>
                <a:cs typeface="Open Sans"/>
                <a:sym typeface="Open Sans"/>
              </a:rPr>
              <a:t>Any site-specific </a:t>
            </a:r>
            <a:endParaRPr b="0" i="0" sz="1400" u="none" cap="none" strike="noStrike">
              <a:solidFill>
                <a:srgbClr val="000000"/>
              </a:solidFill>
              <a:latin typeface="Arial"/>
              <a:ea typeface="Arial"/>
              <a:cs typeface="Arial"/>
              <a:sym typeface="Arial"/>
            </a:endParaRPr>
          </a:p>
          <a:p>
            <a:pPr indent="0" lvl="2" marL="134303" marR="0" rtl="0" algn="ctr">
              <a:lnSpc>
                <a:spcPct val="100000"/>
              </a:lnSpc>
              <a:spcBef>
                <a:spcPts val="900"/>
              </a:spcBef>
              <a:spcAft>
                <a:spcPts val="0"/>
              </a:spcAft>
              <a:buClr>
                <a:srgbClr val="000000"/>
              </a:buClr>
              <a:buSzPts val="1800"/>
              <a:buFont typeface="Arial"/>
              <a:buNone/>
            </a:pPr>
            <a:r>
              <a:rPr b="1" i="0" lang="en-US" sz="1800" u="none" cap="none" strike="noStrike">
                <a:solidFill>
                  <a:srgbClr val="000000"/>
                </a:solidFill>
                <a:latin typeface="Open Sans"/>
                <a:ea typeface="Open Sans"/>
                <a:cs typeface="Open Sans"/>
                <a:sym typeface="Open Sans"/>
              </a:rPr>
              <a:t>exception processes?</a:t>
            </a:r>
            <a:endParaRPr b="0" i="0" sz="21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7" name="Shape 1987"/>
        <p:cNvGrpSpPr/>
        <p:nvPr/>
      </p:nvGrpSpPr>
      <p:grpSpPr>
        <a:xfrm>
          <a:off x="0" y="0"/>
          <a:ext cx="0" cy="0"/>
          <a:chOff x="0" y="0"/>
          <a:chExt cx="0" cy="0"/>
        </a:xfrm>
      </p:grpSpPr>
      <p:pic>
        <p:nvPicPr>
          <p:cNvPr id="1988" name="Google Shape;1988;g3693f7da1e3_2_161"/>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1989" name="Google Shape;1989;g3693f7da1e3_2_161"/>
          <p:cNvSpPr txBox="1"/>
          <p:nvPr>
            <p:ph idx="1" type="body"/>
          </p:nvPr>
        </p:nvSpPr>
        <p:spPr>
          <a:xfrm>
            <a:off x="468315" y="1558649"/>
            <a:ext cx="3236400" cy="3065700"/>
          </a:xfrm>
          <a:prstGeom prst="rect">
            <a:avLst/>
          </a:prstGeom>
          <a:noFill/>
          <a:ln>
            <a:noFill/>
          </a:ln>
        </p:spPr>
        <p:txBody>
          <a:bodyPr anchorCtr="0" anchor="t" bIns="0" lIns="0" spcFirstLastPara="1" rIns="0" wrap="square" tIns="0">
            <a:noAutofit/>
          </a:bodyPr>
          <a:lstStyle/>
          <a:p>
            <a:pPr indent="-317500" lvl="0" marL="457200" rtl="0" algn="l">
              <a:lnSpc>
                <a:spcPct val="95238"/>
              </a:lnSpc>
              <a:spcBef>
                <a:spcPts val="0"/>
              </a:spcBef>
              <a:spcAft>
                <a:spcPts val="0"/>
              </a:spcAft>
              <a:buSzPts val="1400"/>
              <a:buFont typeface="Roboto Light"/>
              <a:buAutoNum type="arabicPeriod"/>
            </a:pPr>
            <a:r>
              <a:rPr lang="en-US" sz="1400"/>
              <a:t>Process Order creation and release</a:t>
            </a:r>
            <a:endParaRPr sz="1400"/>
          </a:p>
          <a:p>
            <a:pPr indent="-317500" lvl="0" marL="457200" rtl="0" algn="l">
              <a:lnSpc>
                <a:spcPct val="95238"/>
              </a:lnSpc>
              <a:spcBef>
                <a:spcPts val="0"/>
              </a:spcBef>
              <a:spcAft>
                <a:spcPts val="0"/>
              </a:spcAft>
              <a:buSzPts val="1400"/>
              <a:buAutoNum type="arabicPeriod"/>
            </a:pPr>
            <a:r>
              <a:rPr lang="en-US" sz="1400"/>
              <a:t>Staging for production with EWM</a:t>
            </a:r>
            <a:endParaRPr sz="1400"/>
          </a:p>
          <a:p>
            <a:pPr indent="-317500" lvl="0" marL="457200" rtl="0" algn="l">
              <a:lnSpc>
                <a:spcPct val="95238"/>
              </a:lnSpc>
              <a:spcBef>
                <a:spcPts val="0"/>
              </a:spcBef>
              <a:spcAft>
                <a:spcPts val="0"/>
              </a:spcAft>
              <a:buSzPts val="1400"/>
              <a:buFont typeface="Roboto Light"/>
              <a:buAutoNum type="arabicPeriod"/>
            </a:pPr>
            <a:r>
              <a:rPr lang="en-US" sz="1400"/>
              <a:t>Manage BOM inventory</a:t>
            </a:r>
            <a:endParaRPr sz="1400"/>
          </a:p>
          <a:p>
            <a:pPr indent="-317500" lvl="0" marL="457200" rtl="0" algn="l">
              <a:lnSpc>
                <a:spcPct val="95238"/>
              </a:lnSpc>
              <a:spcBef>
                <a:spcPts val="0"/>
              </a:spcBef>
              <a:spcAft>
                <a:spcPts val="0"/>
              </a:spcAft>
              <a:buSzPts val="1400"/>
              <a:buFont typeface="Roboto Light"/>
              <a:buAutoNum type="arabicPeriod"/>
            </a:pPr>
            <a:r>
              <a:rPr lang="en-US" sz="1400"/>
              <a:t>Execution of operations plan</a:t>
            </a:r>
            <a:endParaRPr sz="1400"/>
          </a:p>
          <a:p>
            <a:pPr indent="-317500" lvl="0" marL="457200" rtl="0" algn="l">
              <a:lnSpc>
                <a:spcPct val="95238"/>
              </a:lnSpc>
              <a:spcBef>
                <a:spcPts val="0"/>
              </a:spcBef>
              <a:spcAft>
                <a:spcPts val="0"/>
              </a:spcAft>
              <a:buSzPts val="1400"/>
              <a:buFont typeface="Roboto Light"/>
              <a:buAutoNum type="arabicPeriod"/>
            </a:pPr>
            <a:r>
              <a:rPr lang="en-US" sz="1400"/>
              <a:t>Production receipt of bulk/Production receipt of packed product</a:t>
            </a:r>
            <a:endParaRPr sz="1400"/>
          </a:p>
          <a:p>
            <a:pPr indent="-317500" lvl="0" marL="457200" rtl="0" algn="l">
              <a:lnSpc>
                <a:spcPct val="95238"/>
              </a:lnSpc>
              <a:spcBef>
                <a:spcPts val="0"/>
              </a:spcBef>
              <a:spcAft>
                <a:spcPts val="0"/>
              </a:spcAft>
              <a:buSzPts val="1400"/>
              <a:buAutoNum type="arabicPeriod"/>
            </a:pPr>
            <a:r>
              <a:rPr lang="en-US" sz="1400"/>
              <a:t>Material quantities reconciliation</a:t>
            </a:r>
            <a:endParaRPr sz="1400"/>
          </a:p>
          <a:p>
            <a:pPr indent="-317500" lvl="0" marL="457200" rtl="0" algn="l">
              <a:lnSpc>
                <a:spcPct val="95238"/>
              </a:lnSpc>
              <a:spcBef>
                <a:spcPts val="0"/>
              </a:spcBef>
              <a:spcAft>
                <a:spcPts val="0"/>
              </a:spcAft>
              <a:buSzPts val="1400"/>
              <a:buAutoNum type="arabicPeriod"/>
            </a:pPr>
            <a:r>
              <a:rPr lang="en-US" sz="1400"/>
              <a:t>Production receipt of packed product</a:t>
            </a:r>
            <a:endParaRPr sz="1400"/>
          </a:p>
          <a:p>
            <a:pPr indent="-317500" lvl="0" marL="457200" rtl="0" algn="l">
              <a:lnSpc>
                <a:spcPct val="95238"/>
              </a:lnSpc>
              <a:spcBef>
                <a:spcPts val="0"/>
              </a:spcBef>
              <a:spcAft>
                <a:spcPts val="0"/>
              </a:spcAft>
              <a:buSzPts val="1400"/>
              <a:buFont typeface="Roboto Light"/>
              <a:buAutoNum type="arabicPeriod"/>
            </a:pPr>
            <a:r>
              <a:rPr lang="en-US" sz="1400"/>
              <a:t>Defective production management</a:t>
            </a:r>
            <a:endParaRPr sz="1400"/>
          </a:p>
          <a:p>
            <a:pPr indent="-317500" lvl="0" marL="457200" rtl="0" algn="l">
              <a:lnSpc>
                <a:spcPct val="95238"/>
              </a:lnSpc>
              <a:spcBef>
                <a:spcPts val="0"/>
              </a:spcBef>
              <a:spcAft>
                <a:spcPts val="0"/>
              </a:spcAft>
              <a:buSzPts val="1400"/>
              <a:buFont typeface="Roboto"/>
              <a:buAutoNum type="arabicPeriod"/>
            </a:pPr>
            <a:r>
              <a:rPr b="1" lang="en-US" sz="1400">
                <a:latin typeface="Roboto"/>
                <a:ea typeface="Roboto"/>
                <a:cs typeface="Roboto"/>
                <a:sym typeface="Roboto"/>
              </a:rPr>
              <a:t>System Demo</a:t>
            </a:r>
            <a:endParaRPr b="1">
              <a:latin typeface="Roboto"/>
              <a:ea typeface="Roboto"/>
              <a:cs typeface="Roboto"/>
              <a:sym typeface="Roboto"/>
            </a:endParaRPr>
          </a:p>
        </p:txBody>
      </p:sp>
      <p:sp>
        <p:nvSpPr>
          <p:cNvPr id="1990" name="Google Shape;1990;g3693f7da1e3_2_161"/>
          <p:cNvSpPr txBox="1"/>
          <p:nvPr>
            <p:ph idx="3" type="subTitle"/>
          </p:nvPr>
        </p:nvSpPr>
        <p:spPr>
          <a:xfrm>
            <a:off x="468300" y="807125"/>
            <a:ext cx="40461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Manufacturing Execution in SAP Packaged Process Orders and EWM Production Integration</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1991" name="Google Shape;1991;g3693f7da1e3_2_161"/>
          <p:cNvSpPr txBox="1"/>
          <p:nvPr>
            <p:ph type="title"/>
          </p:nvPr>
        </p:nvSpPr>
        <p:spPr>
          <a:xfrm>
            <a:off x="468304" y="265213"/>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1992" name="Google Shape;1992;g3693f7da1e3_2_161"/>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1993" name="Google Shape;1993;g3693f7da1e3_2_161"/>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1994" name="Google Shape;1994;g3693f7da1e3_2_161"/>
          <p:cNvGrpSpPr/>
          <p:nvPr/>
        </p:nvGrpSpPr>
        <p:grpSpPr>
          <a:xfrm>
            <a:off x="7495354" y="188417"/>
            <a:ext cx="1395087" cy="441585"/>
            <a:chOff x="5991694" y="1720305"/>
            <a:chExt cx="1929047" cy="618207"/>
          </a:xfrm>
        </p:grpSpPr>
        <p:sp>
          <p:nvSpPr>
            <p:cNvPr id="1995" name="Google Shape;1995;g3693f7da1e3_2_161"/>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g3693f7da1e3_2_161"/>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g3693f7da1e3_2_161"/>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g3693f7da1e3_2_161"/>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g3693f7da1e3_2_161"/>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g3693f7da1e3_2_161"/>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g3693f7da1e3_2_161"/>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g3693f7da1e3_2_161"/>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g3693f7da1e3_2_161"/>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g3693f7da1e3_2_161"/>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g3693f7da1e3_2_161"/>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g3693f7da1e3_2_161"/>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g3693f7da1e3_2_161"/>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2" name="Shape 2012"/>
        <p:cNvGrpSpPr/>
        <p:nvPr/>
      </p:nvGrpSpPr>
      <p:grpSpPr>
        <a:xfrm>
          <a:off x="0" y="0"/>
          <a:ext cx="0" cy="0"/>
          <a:chOff x="0" y="0"/>
          <a:chExt cx="0" cy="0"/>
        </a:xfrm>
      </p:grpSpPr>
      <p:sp>
        <p:nvSpPr>
          <p:cNvPr id="2013" name="Google Shape;2013;p46"/>
          <p:cNvSpPr/>
          <p:nvPr/>
        </p:nvSpPr>
        <p:spPr>
          <a:xfrm>
            <a:off x="3833741" y="1081301"/>
            <a:ext cx="34200" cy="34200"/>
          </a:xfrm>
          <a:prstGeom prst="ellipse">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Calibri"/>
              <a:buNone/>
            </a:pPr>
            <a:r>
              <a:t/>
            </a:r>
            <a:endParaRPr b="0" i="0" sz="800" u="none" cap="none" strike="noStrike">
              <a:solidFill>
                <a:srgbClr val="FFFFFF"/>
              </a:solidFill>
              <a:latin typeface="Arial"/>
              <a:ea typeface="Arial"/>
              <a:cs typeface="Arial"/>
              <a:sym typeface="Arial"/>
            </a:endParaRPr>
          </a:p>
        </p:txBody>
      </p:sp>
      <p:sp>
        <p:nvSpPr>
          <p:cNvPr id="2014" name="Google Shape;2014;p46"/>
          <p:cNvSpPr txBox="1"/>
          <p:nvPr>
            <p:ph type="title"/>
          </p:nvPr>
        </p:nvSpPr>
        <p:spPr>
          <a:xfrm>
            <a:off x="252000" y="198000"/>
            <a:ext cx="3363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US"/>
              <a:t>System Demo</a:t>
            </a:r>
            <a:endParaRPr/>
          </a:p>
        </p:txBody>
      </p:sp>
      <p:sp>
        <p:nvSpPr>
          <p:cNvPr id="2015" name="Google Shape;2015;p46"/>
          <p:cNvSpPr txBox="1"/>
          <p:nvPr/>
        </p:nvSpPr>
        <p:spPr>
          <a:xfrm>
            <a:off x="337575" y="1081300"/>
            <a:ext cx="8032500" cy="12021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1. Convert Planned Order to Process Order</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2. </a:t>
            </a:r>
            <a:r>
              <a:rPr b="1" lang="en-US" sz="1100">
                <a:solidFill>
                  <a:schemeClr val="dk1"/>
                </a:solidFill>
              </a:rPr>
              <a:t>Create and Manage Process Orders</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3. </a:t>
            </a:r>
            <a:r>
              <a:rPr b="1" lang="en-US" sz="1100">
                <a:solidFill>
                  <a:schemeClr val="dk1"/>
                </a:solidFill>
              </a:rPr>
              <a:t>Release Process Order</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4. </a:t>
            </a:r>
            <a:r>
              <a:rPr b="1" lang="en-US" sz="1100">
                <a:solidFill>
                  <a:schemeClr val="dk1"/>
                </a:solidFill>
              </a:rPr>
              <a:t>Stage and Issue Materials</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5. </a:t>
            </a:r>
            <a:r>
              <a:rPr b="1" lang="en-US" sz="1100">
                <a:solidFill>
                  <a:schemeClr val="dk1"/>
                </a:solidFill>
              </a:rPr>
              <a:t>Production Execution</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6. </a:t>
            </a:r>
            <a:r>
              <a:rPr b="1" lang="en-US" sz="1100">
                <a:solidFill>
                  <a:schemeClr val="dk1"/>
                </a:solidFill>
              </a:rPr>
              <a:t>Confirm Process Order</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7. </a:t>
            </a:r>
            <a:r>
              <a:rPr b="1" lang="en-US" sz="1100">
                <a:solidFill>
                  <a:schemeClr val="dk1"/>
                </a:solidFill>
              </a:rPr>
              <a:t>Post Goods Receipt</a:t>
            </a:r>
            <a:endParaRPr b="1"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8. Order Closure</a:t>
            </a:r>
            <a:endParaRPr b="1" sz="1100">
              <a:solidFill>
                <a:schemeClr val="dk1"/>
              </a:solidFill>
            </a:endParaRPr>
          </a:p>
          <a:p>
            <a:pPr indent="0" lvl="0" marL="0" marR="0" rtl="0" algn="l">
              <a:lnSpc>
                <a:spcPct val="100000"/>
              </a:lnSpc>
              <a:spcBef>
                <a:spcPts val="1200"/>
              </a:spcBef>
              <a:spcAft>
                <a:spcPts val="0"/>
              </a:spcAft>
              <a:buNone/>
            </a:pPr>
            <a:r>
              <a:t/>
            </a:r>
            <a:endParaRPr sz="1100">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100"/>
              <a:buFont typeface="Arial"/>
              <a:buNone/>
            </a:pPr>
            <a:r>
              <a:t/>
            </a:r>
            <a:endParaRPr b="1"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19" name="Shape 2019"/>
        <p:cNvGrpSpPr/>
        <p:nvPr/>
      </p:nvGrpSpPr>
      <p:grpSpPr>
        <a:xfrm>
          <a:off x="0" y="0"/>
          <a:ext cx="0" cy="0"/>
          <a:chOff x="0" y="0"/>
          <a:chExt cx="0" cy="0"/>
        </a:xfrm>
      </p:grpSpPr>
      <p:pic>
        <p:nvPicPr>
          <p:cNvPr id="2020" name="Google Shape;2020;g3693f7da1e3_0_3564"/>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2021" name="Google Shape;2021;g3693f7da1e3_0_3564"/>
          <p:cNvSpPr txBox="1"/>
          <p:nvPr>
            <p:ph idx="1" type="body"/>
          </p:nvPr>
        </p:nvSpPr>
        <p:spPr>
          <a:xfrm>
            <a:off x="812700" y="2464024"/>
            <a:ext cx="3236400" cy="416700"/>
          </a:xfrm>
          <a:prstGeom prst="rect">
            <a:avLst/>
          </a:prstGeom>
          <a:noFill/>
          <a:ln>
            <a:noFill/>
          </a:ln>
        </p:spPr>
        <p:txBody>
          <a:bodyPr anchorCtr="0" anchor="t" bIns="0" lIns="0" spcFirstLastPara="1" rIns="0" wrap="square" tIns="0">
            <a:noAutofit/>
          </a:bodyPr>
          <a:lstStyle/>
          <a:p>
            <a:pPr indent="0" lvl="0" marL="457200" rtl="0" algn="l">
              <a:lnSpc>
                <a:spcPct val="95238"/>
              </a:lnSpc>
              <a:spcBef>
                <a:spcPts val="0"/>
              </a:spcBef>
              <a:spcAft>
                <a:spcPts val="0"/>
              </a:spcAft>
              <a:buNone/>
            </a:pPr>
            <a:r>
              <a:rPr b="1" i="1" lang="en-US" sz="1400">
                <a:latin typeface="Roboto"/>
                <a:ea typeface="Roboto"/>
                <a:cs typeface="Roboto"/>
                <a:sym typeface="Roboto"/>
              </a:rPr>
              <a:t>Staging for production</a:t>
            </a:r>
            <a:endParaRPr/>
          </a:p>
        </p:txBody>
      </p:sp>
      <p:sp>
        <p:nvSpPr>
          <p:cNvPr id="2022" name="Google Shape;2022;g3693f7da1e3_0_3564"/>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Product and Production Master Data</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2023" name="Google Shape;2023;g3693f7da1e3_0_3564"/>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2024" name="Google Shape;2024;g3693f7da1e3_0_3564"/>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2025" name="Google Shape;2025;g3693f7da1e3_0_3564"/>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2026" name="Google Shape;2026;g3693f7da1e3_0_3564"/>
          <p:cNvGrpSpPr/>
          <p:nvPr/>
        </p:nvGrpSpPr>
        <p:grpSpPr>
          <a:xfrm>
            <a:off x="7495354" y="188417"/>
            <a:ext cx="1395087" cy="441585"/>
            <a:chOff x="5991694" y="1720305"/>
            <a:chExt cx="1929047" cy="618207"/>
          </a:xfrm>
        </p:grpSpPr>
        <p:sp>
          <p:nvSpPr>
            <p:cNvPr id="2027" name="Google Shape;2027;g3693f7da1e3_0_3564"/>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g3693f7da1e3_0_3564"/>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g3693f7da1e3_0_3564"/>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g3693f7da1e3_0_3564"/>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g3693f7da1e3_0_3564"/>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g3693f7da1e3_0_3564"/>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g3693f7da1e3_0_3564"/>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g3693f7da1e3_0_3564"/>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g3693f7da1e3_0_3564"/>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6" name="Google Shape;2036;g3693f7da1e3_0_3564"/>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g3693f7da1e3_0_3564"/>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8" name="Google Shape;2038;g3693f7da1e3_0_3564"/>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9" name="Google Shape;2039;g3693f7da1e3_0_3564"/>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4" name="Shape 2044"/>
        <p:cNvGrpSpPr/>
        <p:nvPr/>
      </p:nvGrpSpPr>
      <p:grpSpPr>
        <a:xfrm>
          <a:off x="0" y="0"/>
          <a:ext cx="0" cy="0"/>
          <a:chOff x="0" y="0"/>
          <a:chExt cx="0" cy="0"/>
        </a:xfrm>
      </p:grpSpPr>
      <p:sp>
        <p:nvSpPr>
          <p:cNvPr id="2045" name="Google Shape;2045;g3693f7da1e3_0_3587"/>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046" name="Google Shape;2046;g3693f7da1e3_0_3587"/>
          <p:cNvSpPr/>
          <p:nvPr/>
        </p:nvSpPr>
        <p:spPr>
          <a:xfrm>
            <a:off x="1260275"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 release</a:t>
            </a:r>
            <a:endParaRPr sz="800">
              <a:solidFill>
                <a:schemeClr val="lt2"/>
              </a:solidFill>
              <a:latin typeface="Roboto Light"/>
              <a:ea typeface="Roboto Light"/>
              <a:cs typeface="Roboto Light"/>
              <a:sym typeface="Roboto Light"/>
            </a:endParaRPr>
          </a:p>
        </p:txBody>
      </p:sp>
      <p:cxnSp>
        <p:nvCxnSpPr>
          <p:cNvPr id="2047" name="Google Shape;2047;g3693f7da1e3_0_3587"/>
          <p:cNvCxnSpPr/>
          <p:nvPr/>
        </p:nvCxnSpPr>
        <p:spPr>
          <a:xfrm>
            <a:off x="4137602" y="1136450"/>
            <a:ext cx="0" cy="3688200"/>
          </a:xfrm>
          <a:prstGeom prst="straightConnector1">
            <a:avLst/>
          </a:prstGeom>
          <a:noFill/>
          <a:ln cap="flat" cmpd="sng" w="28575">
            <a:solidFill>
              <a:schemeClr val="accent1"/>
            </a:solidFill>
            <a:prstDash val="dashDot"/>
            <a:round/>
            <a:headEnd len="med" w="med" type="none"/>
            <a:tailEnd len="med" w="med" type="none"/>
          </a:ln>
        </p:spPr>
      </p:cxnSp>
      <p:sp>
        <p:nvSpPr>
          <p:cNvPr id="2048" name="Google Shape;2048;g3693f7da1e3_0_3587"/>
          <p:cNvSpPr/>
          <p:nvPr/>
        </p:nvSpPr>
        <p:spPr>
          <a:xfrm>
            <a:off x="5929838"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cxnSp>
        <p:nvCxnSpPr>
          <p:cNvPr id="2049" name="Google Shape;2049;g3693f7da1e3_0_3587"/>
          <p:cNvCxnSpPr>
            <a:stCxn id="2046" idx="3"/>
            <a:endCxn id="2048" idx="1"/>
          </p:cNvCxnSpPr>
          <p:nvPr/>
        </p:nvCxnSpPr>
        <p:spPr>
          <a:xfrm>
            <a:off x="2163575" y="1622633"/>
            <a:ext cx="3766200" cy="0"/>
          </a:xfrm>
          <a:prstGeom prst="straightConnector1">
            <a:avLst/>
          </a:prstGeom>
          <a:noFill/>
          <a:ln cap="flat" cmpd="sng" w="9525">
            <a:solidFill>
              <a:schemeClr val="dk2"/>
            </a:solidFill>
            <a:prstDash val="solid"/>
            <a:round/>
            <a:headEnd len="med" w="med" type="none"/>
            <a:tailEnd len="med" w="med" type="triangle"/>
          </a:ln>
        </p:spPr>
      </p:cxnSp>
      <p:sp>
        <p:nvSpPr>
          <p:cNvPr id="2050" name="Google Shape;2050;g3693f7da1e3_0_3587"/>
          <p:cNvSpPr txBox="1"/>
          <p:nvPr/>
        </p:nvSpPr>
        <p:spPr>
          <a:xfrm>
            <a:off x="3665714" y="1382333"/>
            <a:ext cx="1594200" cy="2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Roboto Light"/>
                <a:ea typeface="Roboto Light"/>
                <a:cs typeface="Roboto Light"/>
                <a:sym typeface="Roboto Light"/>
              </a:rPr>
              <a:t>Staging  Request to EWM</a:t>
            </a:r>
            <a:endParaRPr sz="800">
              <a:solidFill>
                <a:schemeClr val="dk1"/>
              </a:solidFill>
              <a:latin typeface="Roboto Light"/>
              <a:ea typeface="Roboto Light"/>
              <a:cs typeface="Roboto Light"/>
              <a:sym typeface="Roboto Light"/>
            </a:endParaRPr>
          </a:p>
        </p:txBody>
      </p:sp>
      <p:sp>
        <p:nvSpPr>
          <p:cNvPr id="2051" name="Google Shape;2051;g3693f7da1e3_0_3587"/>
          <p:cNvSpPr/>
          <p:nvPr/>
        </p:nvSpPr>
        <p:spPr>
          <a:xfrm>
            <a:off x="5929838" y="2155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Plan stage for production</a:t>
            </a:r>
            <a:endParaRPr sz="800">
              <a:solidFill>
                <a:schemeClr val="lt2"/>
              </a:solidFill>
              <a:latin typeface="Roboto Light"/>
              <a:ea typeface="Roboto Light"/>
              <a:cs typeface="Roboto Light"/>
              <a:sym typeface="Roboto Light"/>
            </a:endParaRPr>
          </a:p>
        </p:txBody>
      </p:sp>
      <p:sp>
        <p:nvSpPr>
          <p:cNvPr id="2052" name="Google Shape;2052;g3693f7da1e3_0_3587"/>
          <p:cNvSpPr/>
          <p:nvPr/>
        </p:nvSpPr>
        <p:spPr>
          <a:xfrm>
            <a:off x="5929838"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sp>
        <p:nvSpPr>
          <p:cNvPr id="2053" name="Google Shape;2053;g3693f7da1e3_0_3587"/>
          <p:cNvSpPr/>
          <p:nvPr/>
        </p:nvSpPr>
        <p:spPr>
          <a:xfrm>
            <a:off x="7250187"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Note &amp; record exceptions</a:t>
            </a:r>
            <a:endParaRPr sz="800">
              <a:solidFill>
                <a:schemeClr val="lt2"/>
              </a:solidFill>
              <a:latin typeface="Roboto Light"/>
              <a:ea typeface="Roboto Light"/>
              <a:cs typeface="Roboto Light"/>
              <a:sym typeface="Roboto Light"/>
            </a:endParaRPr>
          </a:p>
        </p:txBody>
      </p:sp>
      <p:cxnSp>
        <p:nvCxnSpPr>
          <p:cNvPr id="2054" name="Google Shape;2054;g3693f7da1e3_0_3587"/>
          <p:cNvCxnSpPr>
            <a:stCxn id="2048" idx="2"/>
            <a:endCxn id="2051" idx="0"/>
          </p:cNvCxnSpPr>
          <p:nvPr/>
        </p:nvCxnSpPr>
        <p:spPr>
          <a:xfrm>
            <a:off x="6381488" y="1862933"/>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055" name="Google Shape;2055;g3693f7da1e3_0_3587"/>
          <p:cNvCxnSpPr>
            <a:stCxn id="2051" idx="2"/>
            <a:endCxn id="2052" idx="0"/>
          </p:cNvCxnSpPr>
          <p:nvPr/>
        </p:nvCxnSpPr>
        <p:spPr>
          <a:xfrm>
            <a:off x="6381488" y="2636550"/>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056" name="Google Shape;2056;g3693f7da1e3_0_3587"/>
          <p:cNvCxnSpPr>
            <a:stCxn id="2053" idx="1"/>
            <a:endCxn id="2052" idx="3"/>
          </p:cNvCxnSpPr>
          <p:nvPr/>
        </p:nvCxnSpPr>
        <p:spPr>
          <a:xfrm rot="10800000">
            <a:off x="6833187" y="3169867"/>
            <a:ext cx="417000" cy="0"/>
          </a:xfrm>
          <a:prstGeom prst="straightConnector1">
            <a:avLst/>
          </a:prstGeom>
          <a:noFill/>
          <a:ln cap="flat" cmpd="sng" w="9525">
            <a:solidFill>
              <a:schemeClr val="dk2"/>
            </a:solidFill>
            <a:prstDash val="dash"/>
            <a:round/>
            <a:headEnd len="med" w="med" type="none"/>
            <a:tailEnd len="med" w="med" type="triangle"/>
          </a:ln>
        </p:spPr>
      </p:cxnSp>
      <p:sp>
        <p:nvSpPr>
          <p:cNvPr id="2057" name="Google Shape;2057;g3693f7da1e3_0_3587"/>
          <p:cNvSpPr/>
          <p:nvPr/>
        </p:nvSpPr>
        <p:spPr>
          <a:xfrm>
            <a:off x="5929938" y="3840317"/>
            <a:ext cx="903300" cy="4806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moved to PSA</a:t>
            </a:r>
            <a:endParaRPr sz="600">
              <a:solidFill>
                <a:schemeClr val="lt2"/>
              </a:solidFill>
              <a:latin typeface="Roboto Light"/>
              <a:ea typeface="Roboto Light"/>
              <a:cs typeface="Roboto Light"/>
              <a:sym typeface="Roboto Light"/>
            </a:endParaRPr>
          </a:p>
        </p:txBody>
      </p:sp>
      <p:cxnSp>
        <p:nvCxnSpPr>
          <p:cNvPr id="2058" name="Google Shape;2058;g3693f7da1e3_0_3587"/>
          <p:cNvCxnSpPr>
            <a:stCxn id="2052" idx="2"/>
            <a:endCxn id="2057" idx="0"/>
          </p:cNvCxnSpPr>
          <p:nvPr/>
        </p:nvCxnSpPr>
        <p:spPr>
          <a:xfrm>
            <a:off x="6381488" y="3410167"/>
            <a:ext cx="0" cy="430200"/>
          </a:xfrm>
          <a:prstGeom prst="straightConnector1">
            <a:avLst/>
          </a:prstGeom>
          <a:noFill/>
          <a:ln cap="flat" cmpd="sng" w="9525">
            <a:solidFill>
              <a:schemeClr val="dk2"/>
            </a:solidFill>
            <a:prstDash val="dash"/>
            <a:round/>
            <a:headEnd len="med" w="med" type="none"/>
            <a:tailEnd len="med" w="med" type="triangle"/>
          </a:ln>
        </p:spPr>
      </p:cxnSp>
      <p:sp>
        <p:nvSpPr>
          <p:cNvPr id="2059" name="Google Shape;2059;g3693f7da1e3_0_3587"/>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Staging for production</a:t>
            </a:r>
            <a:endParaRPr sz="1200">
              <a:solidFill>
                <a:schemeClr val="dk1"/>
              </a:solidFill>
              <a:latin typeface="Roboto Light"/>
              <a:ea typeface="Roboto Light"/>
              <a:cs typeface="Roboto Light"/>
              <a:sym typeface="Roboto Light"/>
            </a:endParaRPr>
          </a:p>
        </p:txBody>
      </p:sp>
      <p:sp>
        <p:nvSpPr>
          <p:cNvPr id="2060" name="Google Shape;2060;g3693f7da1e3_0_3587"/>
          <p:cNvSpPr/>
          <p:nvPr/>
        </p:nvSpPr>
        <p:spPr>
          <a:xfrm>
            <a:off x="1154725" y="1136450"/>
            <a:ext cx="5810100" cy="8235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061" name="Google Shape;2061;g3693f7da1e3_0_3587"/>
          <p:cNvSpPr txBox="1"/>
          <p:nvPr/>
        </p:nvSpPr>
        <p:spPr>
          <a:xfrm>
            <a:off x="3237650" y="1136450"/>
            <a:ext cx="955500" cy="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800">
                <a:solidFill>
                  <a:schemeClr val="dk1"/>
                </a:solidFill>
                <a:latin typeface="Roboto"/>
                <a:ea typeface="Roboto"/>
                <a:cs typeface="Roboto"/>
                <a:sym typeface="Roboto"/>
              </a:rPr>
              <a:t>Automatic</a:t>
            </a:r>
            <a:endParaRPr b="1" i="1" sz="800">
              <a:solidFill>
                <a:schemeClr val="dk1"/>
              </a:solidFill>
              <a:latin typeface="Roboto"/>
              <a:ea typeface="Roboto"/>
              <a:cs typeface="Roboto"/>
              <a:sym typeface="Roboto"/>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66" name="Shape 2066"/>
        <p:cNvGrpSpPr/>
        <p:nvPr/>
      </p:nvGrpSpPr>
      <p:grpSpPr>
        <a:xfrm>
          <a:off x="0" y="0"/>
          <a:ext cx="0" cy="0"/>
          <a:chOff x="0" y="0"/>
          <a:chExt cx="0" cy="0"/>
        </a:xfrm>
      </p:grpSpPr>
      <p:sp>
        <p:nvSpPr>
          <p:cNvPr id="2067" name="Google Shape;2067;g3693f7da1e3_0_3608"/>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068" name="Google Shape;2068;g3693f7da1e3_0_3608"/>
          <p:cNvSpPr/>
          <p:nvPr/>
        </p:nvSpPr>
        <p:spPr>
          <a:xfrm>
            <a:off x="1260275"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 release</a:t>
            </a:r>
            <a:endParaRPr sz="800">
              <a:solidFill>
                <a:schemeClr val="lt2"/>
              </a:solidFill>
              <a:latin typeface="Roboto Light"/>
              <a:ea typeface="Roboto Light"/>
              <a:cs typeface="Roboto Light"/>
              <a:sym typeface="Roboto Light"/>
            </a:endParaRPr>
          </a:p>
        </p:txBody>
      </p:sp>
      <p:cxnSp>
        <p:nvCxnSpPr>
          <p:cNvPr id="2069" name="Google Shape;2069;g3693f7da1e3_0_3608"/>
          <p:cNvCxnSpPr/>
          <p:nvPr/>
        </p:nvCxnSpPr>
        <p:spPr>
          <a:xfrm>
            <a:off x="4137602" y="1136450"/>
            <a:ext cx="0" cy="3688200"/>
          </a:xfrm>
          <a:prstGeom prst="straightConnector1">
            <a:avLst/>
          </a:prstGeom>
          <a:noFill/>
          <a:ln cap="flat" cmpd="sng" w="28575">
            <a:solidFill>
              <a:schemeClr val="accent1"/>
            </a:solidFill>
            <a:prstDash val="dashDot"/>
            <a:round/>
            <a:headEnd len="med" w="med" type="none"/>
            <a:tailEnd len="med" w="med" type="none"/>
          </a:ln>
        </p:spPr>
      </p:cxnSp>
      <p:sp>
        <p:nvSpPr>
          <p:cNvPr id="2070" name="Google Shape;2070;g3693f7da1e3_0_3608"/>
          <p:cNvSpPr/>
          <p:nvPr/>
        </p:nvSpPr>
        <p:spPr>
          <a:xfrm>
            <a:off x="5929838"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cxnSp>
        <p:nvCxnSpPr>
          <p:cNvPr id="2071" name="Google Shape;2071;g3693f7da1e3_0_3608"/>
          <p:cNvCxnSpPr>
            <a:stCxn id="2068" idx="3"/>
            <a:endCxn id="2070" idx="1"/>
          </p:cNvCxnSpPr>
          <p:nvPr/>
        </p:nvCxnSpPr>
        <p:spPr>
          <a:xfrm>
            <a:off x="2163575" y="1622633"/>
            <a:ext cx="3766200" cy="0"/>
          </a:xfrm>
          <a:prstGeom prst="straightConnector1">
            <a:avLst/>
          </a:prstGeom>
          <a:noFill/>
          <a:ln cap="flat" cmpd="sng" w="9525">
            <a:solidFill>
              <a:schemeClr val="dk2"/>
            </a:solidFill>
            <a:prstDash val="solid"/>
            <a:round/>
            <a:headEnd len="med" w="med" type="none"/>
            <a:tailEnd len="med" w="med" type="triangle"/>
          </a:ln>
        </p:spPr>
      </p:cxnSp>
      <p:sp>
        <p:nvSpPr>
          <p:cNvPr id="2072" name="Google Shape;2072;g3693f7da1e3_0_3608"/>
          <p:cNvSpPr txBox="1"/>
          <p:nvPr/>
        </p:nvSpPr>
        <p:spPr>
          <a:xfrm>
            <a:off x="3665714" y="1382333"/>
            <a:ext cx="1594200" cy="2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Roboto Light"/>
                <a:ea typeface="Roboto Light"/>
                <a:cs typeface="Roboto Light"/>
                <a:sym typeface="Roboto Light"/>
              </a:rPr>
              <a:t>Staging  Request to EWM</a:t>
            </a:r>
            <a:endParaRPr sz="800">
              <a:solidFill>
                <a:schemeClr val="dk1"/>
              </a:solidFill>
              <a:latin typeface="Roboto Light"/>
              <a:ea typeface="Roboto Light"/>
              <a:cs typeface="Roboto Light"/>
              <a:sym typeface="Roboto Light"/>
            </a:endParaRPr>
          </a:p>
        </p:txBody>
      </p:sp>
      <p:sp>
        <p:nvSpPr>
          <p:cNvPr id="2073" name="Google Shape;2073;g3693f7da1e3_0_3608"/>
          <p:cNvSpPr/>
          <p:nvPr/>
        </p:nvSpPr>
        <p:spPr>
          <a:xfrm>
            <a:off x="5929838" y="2155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Plan stage for production</a:t>
            </a:r>
            <a:endParaRPr sz="800">
              <a:solidFill>
                <a:schemeClr val="lt2"/>
              </a:solidFill>
              <a:latin typeface="Roboto Light"/>
              <a:ea typeface="Roboto Light"/>
              <a:cs typeface="Roboto Light"/>
              <a:sym typeface="Roboto Light"/>
            </a:endParaRPr>
          </a:p>
        </p:txBody>
      </p:sp>
      <p:sp>
        <p:nvSpPr>
          <p:cNvPr id="2074" name="Google Shape;2074;g3693f7da1e3_0_3608"/>
          <p:cNvSpPr/>
          <p:nvPr/>
        </p:nvSpPr>
        <p:spPr>
          <a:xfrm>
            <a:off x="5929838"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sp>
        <p:nvSpPr>
          <p:cNvPr id="2075" name="Google Shape;2075;g3693f7da1e3_0_3608"/>
          <p:cNvSpPr/>
          <p:nvPr/>
        </p:nvSpPr>
        <p:spPr>
          <a:xfrm>
            <a:off x="7250187"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Note &amp; record exceptions</a:t>
            </a:r>
            <a:endParaRPr sz="800">
              <a:solidFill>
                <a:schemeClr val="lt2"/>
              </a:solidFill>
              <a:latin typeface="Roboto Light"/>
              <a:ea typeface="Roboto Light"/>
              <a:cs typeface="Roboto Light"/>
              <a:sym typeface="Roboto Light"/>
            </a:endParaRPr>
          </a:p>
        </p:txBody>
      </p:sp>
      <p:cxnSp>
        <p:nvCxnSpPr>
          <p:cNvPr id="2076" name="Google Shape;2076;g3693f7da1e3_0_3608"/>
          <p:cNvCxnSpPr>
            <a:stCxn id="2070" idx="2"/>
            <a:endCxn id="2073" idx="0"/>
          </p:cNvCxnSpPr>
          <p:nvPr/>
        </p:nvCxnSpPr>
        <p:spPr>
          <a:xfrm>
            <a:off x="6381488" y="1862933"/>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077" name="Google Shape;2077;g3693f7da1e3_0_3608"/>
          <p:cNvCxnSpPr>
            <a:stCxn id="2073" idx="2"/>
            <a:endCxn id="2074" idx="0"/>
          </p:cNvCxnSpPr>
          <p:nvPr/>
        </p:nvCxnSpPr>
        <p:spPr>
          <a:xfrm>
            <a:off x="6381488" y="2636550"/>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078" name="Google Shape;2078;g3693f7da1e3_0_3608"/>
          <p:cNvCxnSpPr>
            <a:stCxn id="2075" idx="1"/>
            <a:endCxn id="2074" idx="3"/>
          </p:cNvCxnSpPr>
          <p:nvPr/>
        </p:nvCxnSpPr>
        <p:spPr>
          <a:xfrm rot="10800000">
            <a:off x="6833187" y="3169867"/>
            <a:ext cx="417000" cy="0"/>
          </a:xfrm>
          <a:prstGeom prst="straightConnector1">
            <a:avLst/>
          </a:prstGeom>
          <a:noFill/>
          <a:ln cap="flat" cmpd="sng" w="9525">
            <a:solidFill>
              <a:schemeClr val="dk2"/>
            </a:solidFill>
            <a:prstDash val="dash"/>
            <a:round/>
            <a:headEnd len="med" w="med" type="none"/>
            <a:tailEnd len="med" w="med" type="triangle"/>
          </a:ln>
        </p:spPr>
      </p:cxnSp>
      <p:sp>
        <p:nvSpPr>
          <p:cNvPr id="2079" name="Google Shape;2079;g3693f7da1e3_0_3608"/>
          <p:cNvSpPr/>
          <p:nvPr/>
        </p:nvSpPr>
        <p:spPr>
          <a:xfrm>
            <a:off x="5929938" y="3840317"/>
            <a:ext cx="903300" cy="4806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moved to PSA</a:t>
            </a:r>
            <a:endParaRPr sz="600">
              <a:solidFill>
                <a:schemeClr val="lt2"/>
              </a:solidFill>
              <a:latin typeface="Roboto Light"/>
              <a:ea typeface="Roboto Light"/>
              <a:cs typeface="Roboto Light"/>
              <a:sym typeface="Roboto Light"/>
            </a:endParaRPr>
          </a:p>
        </p:txBody>
      </p:sp>
      <p:cxnSp>
        <p:nvCxnSpPr>
          <p:cNvPr id="2080" name="Google Shape;2080;g3693f7da1e3_0_3608"/>
          <p:cNvCxnSpPr>
            <a:stCxn id="2074" idx="2"/>
            <a:endCxn id="2079" idx="0"/>
          </p:cNvCxnSpPr>
          <p:nvPr/>
        </p:nvCxnSpPr>
        <p:spPr>
          <a:xfrm>
            <a:off x="6381488" y="3410167"/>
            <a:ext cx="0" cy="430200"/>
          </a:xfrm>
          <a:prstGeom prst="straightConnector1">
            <a:avLst/>
          </a:prstGeom>
          <a:noFill/>
          <a:ln cap="flat" cmpd="sng" w="9525">
            <a:solidFill>
              <a:schemeClr val="dk2"/>
            </a:solidFill>
            <a:prstDash val="dash"/>
            <a:round/>
            <a:headEnd len="med" w="med" type="none"/>
            <a:tailEnd len="med" w="med" type="triangle"/>
          </a:ln>
        </p:spPr>
      </p:cxnSp>
      <p:sp>
        <p:nvSpPr>
          <p:cNvPr id="2081" name="Google Shape;2081;g3693f7da1e3_0_3608"/>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Staging for production</a:t>
            </a:r>
            <a:endParaRPr sz="1200">
              <a:solidFill>
                <a:schemeClr val="dk1"/>
              </a:solidFill>
              <a:latin typeface="Roboto Light"/>
              <a:ea typeface="Roboto Light"/>
              <a:cs typeface="Roboto Light"/>
              <a:sym typeface="Roboto Light"/>
            </a:endParaRPr>
          </a:p>
        </p:txBody>
      </p:sp>
      <p:sp>
        <p:nvSpPr>
          <p:cNvPr id="2082" name="Google Shape;2082;g3693f7da1e3_0_3608"/>
          <p:cNvSpPr/>
          <p:nvPr/>
        </p:nvSpPr>
        <p:spPr>
          <a:xfrm>
            <a:off x="1154725" y="1136450"/>
            <a:ext cx="5810100" cy="8235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083" name="Google Shape;2083;g3693f7da1e3_0_3608"/>
          <p:cNvSpPr txBox="1"/>
          <p:nvPr/>
        </p:nvSpPr>
        <p:spPr>
          <a:xfrm>
            <a:off x="3237650" y="1136450"/>
            <a:ext cx="955500" cy="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800">
                <a:solidFill>
                  <a:schemeClr val="dk1"/>
                </a:solidFill>
                <a:latin typeface="Roboto"/>
                <a:ea typeface="Roboto"/>
                <a:cs typeface="Roboto"/>
                <a:sym typeface="Roboto"/>
              </a:rPr>
              <a:t>Automatic</a:t>
            </a:r>
            <a:endParaRPr b="1" i="1" sz="800">
              <a:solidFill>
                <a:schemeClr val="dk1"/>
              </a:solidFill>
              <a:latin typeface="Roboto"/>
              <a:ea typeface="Roboto"/>
              <a:cs typeface="Roboto"/>
              <a:sym typeface="Roboto"/>
            </a:endParaRPr>
          </a:p>
        </p:txBody>
      </p:sp>
      <p:sp>
        <p:nvSpPr>
          <p:cNvPr id="2084" name="Google Shape;2084;g3693f7da1e3_0_3608"/>
          <p:cNvSpPr/>
          <p:nvPr/>
        </p:nvSpPr>
        <p:spPr>
          <a:xfrm>
            <a:off x="5853875" y="2086275"/>
            <a:ext cx="1088700" cy="629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88" name="Shape 2088"/>
        <p:cNvGrpSpPr/>
        <p:nvPr/>
      </p:nvGrpSpPr>
      <p:grpSpPr>
        <a:xfrm>
          <a:off x="0" y="0"/>
          <a:ext cx="0" cy="0"/>
          <a:chOff x="0" y="0"/>
          <a:chExt cx="0" cy="0"/>
        </a:xfrm>
      </p:grpSpPr>
      <p:sp>
        <p:nvSpPr>
          <p:cNvPr id="2089" name="Google Shape;2089;g3693f7da1e3_0_3630"/>
          <p:cNvSpPr txBox="1"/>
          <p:nvPr>
            <p:ph type="title"/>
          </p:nvPr>
        </p:nvSpPr>
        <p:spPr>
          <a:xfrm>
            <a:off x="405014" y="52810"/>
            <a:ext cx="6211200" cy="405000"/>
          </a:xfrm>
          <a:prstGeom prst="rect">
            <a:avLst/>
          </a:prstGeom>
        </p:spPr>
        <p:txBody>
          <a:bodyPr anchorCtr="0" anchor="t" bIns="0" lIns="180000" spcFirstLastPara="1" rIns="180000" wrap="square" tIns="72000">
            <a:noAutofit/>
          </a:bodyPr>
          <a:lstStyle/>
          <a:p>
            <a:pPr indent="0" lvl="0" marL="0" rtl="0" algn="l">
              <a:spcBef>
                <a:spcPts val="0"/>
              </a:spcBef>
              <a:spcAft>
                <a:spcPts val="0"/>
              </a:spcAft>
              <a:buClr>
                <a:schemeClr val="dk1"/>
              </a:buClr>
              <a:buSzPts val="2600"/>
              <a:buFont typeface="Arial"/>
              <a:buNone/>
            </a:pPr>
            <a:r>
              <a:rPr lang="en-US"/>
              <a:t>L3 Chemical Core Process Flow Diagram </a:t>
            </a:r>
            <a:br>
              <a:rPr lang="en-US"/>
            </a:br>
            <a:r>
              <a:rPr lang="en-US">
                <a:solidFill>
                  <a:schemeClr val="dk1"/>
                </a:solidFill>
                <a:latin typeface="Open Sans"/>
                <a:ea typeface="Open Sans"/>
                <a:cs typeface="Open Sans"/>
                <a:sym typeface="Open Sans"/>
              </a:rPr>
              <a:t>Process Order integration with EWM</a:t>
            </a:r>
            <a:endParaRPr/>
          </a:p>
        </p:txBody>
      </p:sp>
      <p:sp>
        <p:nvSpPr>
          <p:cNvPr id="2090" name="Google Shape;2090;g3693f7da1e3_0_3630"/>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Plan stage for production</a:t>
            </a:r>
            <a:endParaRPr sz="1200">
              <a:solidFill>
                <a:schemeClr val="dk1"/>
              </a:solidFill>
              <a:latin typeface="Roboto Light"/>
              <a:ea typeface="Roboto Light"/>
              <a:cs typeface="Roboto Light"/>
              <a:sym typeface="Roboto Light"/>
            </a:endParaRPr>
          </a:p>
        </p:txBody>
      </p:sp>
      <p:sp>
        <p:nvSpPr>
          <p:cNvPr id="2091" name="Google Shape;2091;g3693f7da1e3_0_3630"/>
          <p:cNvSpPr/>
          <p:nvPr/>
        </p:nvSpPr>
        <p:spPr>
          <a:xfrm>
            <a:off x="643863" y="1494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sp>
        <p:nvSpPr>
          <p:cNvPr id="2092" name="Google Shape;2092;g3693f7da1e3_0_3630"/>
          <p:cNvSpPr/>
          <p:nvPr/>
        </p:nvSpPr>
        <p:spPr>
          <a:xfrm>
            <a:off x="2254525" y="1494950"/>
            <a:ext cx="12330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staging for production manual or automatic(via BG job)</a:t>
            </a:r>
            <a:endParaRPr sz="800">
              <a:solidFill>
                <a:schemeClr val="lt2"/>
              </a:solidFill>
              <a:latin typeface="Roboto Light"/>
              <a:ea typeface="Roboto Light"/>
              <a:cs typeface="Roboto Light"/>
              <a:sym typeface="Roboto Light"/>
            </a:endParaRPr>
          </a:p>
        </p:txBody>
      </p:sp>
      <p:sp>
        <p:nvSpPr>
          <p:cNvPr id="2093" name="Google Shape;2093;g3693f7da1e3_0_3630"/>
          <p:cNvSpPr/>
          <p:nvPr/>
        </p:nvSpPr>
        <p:spPr>
          <a:xfrm>
            <a:off x="2148950" y="2551050"/>
            <a:ext cx="667200" cy="3948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Single order staging</a:t>
            </a:r>
            <a:endParaRPr sz="600">
              <a:solidFill>
                <a:schemeClr val="lt2"/>
              </a:solidFill>
              <a:latin typeface="Roboto Light"/>
              <a:ea typeface="Roboto Light"/>
              <a:cs typeface="Roboto Light"/>
              <a:sym typeface="Roboto Light"/>
            </a:endParaRPr>
          </a:p>
        </p:txBody>
      </p:sp>
      <p:sp>
        <p:nvSpPr>
          <p:cNvPr id="2094" name="Google Shape;2094;g3693f7da1e3_0_3630"/>
          <p:cNvSpPr/>
          <p:nvPr/>
        </p:nvSpPr>
        <p:spPr>
          <a:xfrm>
            <a:off x="2926650" y="2551050"/>
            <a:ext cx="667200" cy="3948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Cross order staging</a:t>
            </a:r>
            <a:endParaRPr sz="600">
              <a:solidFill>
                <a:schemeClr val="lt2"/>
              </a:solidFill>
              <a:latin typeface="Roboto Light"/>
              <a:ea typeface="Roboto Light"/>
              <a:cs typeface="Roboto Light"/>
              <a:sym typeface="Roboto Light"/>
            </a:endParaRPr>
          </a:p>
        </p:txBody>
      </p:sp>
      <p:sp>
        <p:nvSpPr>
          <p:cNvPr id="2095" name="Google Shape;2095;g3693f7da1e3_0_3630"/>
          <p:cNvSpPr/>
          <p:nvPr/>
        </p:nvSpPr>
        <p:spPr>
          <a:xfrm>
            <a:off x="4528913" y="1494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Staging warehouse order created</a:t>
            </a:r>
            <a:endParaRPr sz="800">
              <a:solidFill>
                <a:schemeClr val="lt2"/>
              </a:solidFill>
              <a:latin typeface="Roboto Light"/>
              <a:ea typeface="Roboto Light"/>
              <a:cs typeface="Roboto Light"/>
              <a:sym typeface="Roboto Light"/>
            </a:endParaRPr>
          </a:p>
        </p:txBody>
      </p:sp>
      <p:sp>
        <p:nvSpPr>
          <p:cNvPr id="2096" name="Google Shape;2096;g3693f7da1e3_0_3630"/>
          <p:cNvSpPr/>
          <p:nvPr/>
        </p:nvSpPr>
        <p:spPr>
          <a:xfrm>
            <a:off x="6356225" y="1537850"/>
            <a:ext cx="667200" cy="3948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movement rules</a:t>
            </a:r>
            <a:endParaRPr sz="600">
              <a:solidFill>
                <a:schemeClr val="lt2"/>
              </a:solidFill>
              <a:latin typeface="Roboto Light"/>
              <a:ea typeface="Roboto Light"/>
              <a:cs typeface="Roboto Light"/>
              <a:sym typeface="Roboto Light"/>
            </a:endParaRPr>
          </a:p>
        </p:txBody>
      </p:sp>
      <p:sp>
        <p:nvSpPr>
          <p:cNvPr id="2097" name="Google Shape;2097;g3693f7da1e3_0_3630"/>
          <p:cNvSpPr/>
          <p:nvPr/>
        </p:nvSpPr>
        <p:spPr>
          <a:xfrm>
            <a:off x="4539713" y="26028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Validate Staging warehouse order</a:t>
            </a:r>
            <a:endParaRPr sz="800">
              <a:solidFill>
                <a:schemeClr val="lt2"/>
              </a:solidFill>
              <a:latin typeface="Roboto Light"/>
              <a:ea typeface="Roboto Light"/>
              <a:cs typeface="Roboto Light"/>
              <a:sym typeface="Roboto Light"/>
            </a:endParaRPr>
          </a:p>
        </p:txBody>
      </p:sp>
      <p:sp>
        <p:nvSpPr>
          <p:cNvPr id="2098" name="Google Shape;2098;g3693f7da1e3_0_3630"/>
          <p:cNvSpPr/>
          <p:nvPr/>
        </p:nvSpPr>
        <p:spPr>
          <a:xfrm>
            <a:off x="4539713" y="35438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Generate pick list</a:t>
            </a:r>
            <a:endParaRPr sz="800">
              <a:solidFill>
                <a:schemeClr val="lt2"/>
              </a:solidFill>
              <a:latin typeface="Roboto Light"/>
              <a:ea typeface="Roboto Light"/>
              <a:cs typeface="Roboto Light"/>
              <a:sym typeface="Roboto Light"/>
            </a:endParaRPr>
          </a:p>
        </p:txBody>
      </p:sp>
      <p:sp>
        <p:nvSpPr>
          <p:cNvPr id="2099" name="Google Shape;2099;g3693f7da1e3_0_3630"/>
          <p:cNvSpPr/>
          <p:nvPr/>
        </p:nvSpPr>
        <p:spPr>
          <a:xfrm>
            <a:off x="6413088" y="3543842"/>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cxnSp>
        <p:nvCxnSpPr>
          <p:cNvPr id="2100" name="Google Shape;2100;g3693f7da1e3_0_3630"/>
          <p:cNvCxnSpPr>
            <a:endCxn id="2092" idx="1"/>
          </p:cNvCxnSpPr>
          <p:nvPr/>
        </p:nvCxnSpPr>
        <p:spPr>
          <a:xfrm>
            <a:off x="1547125" y="1735250"/>
            <a:ext cx="707400" cy="0"/>
          </a:xfrm>
          <a:prstGeom prst="straightConnector1">
            <a:avLst/>
          </a:prstGeom>
          <a:noFill/>
          <a:ln cap="flat" cmpd="sng" w="9525">
            <a:solidFill>
              <a:schemeClr val="dk2"/>
            </a:solidFill>
            <a:prstDash val="solid"/>
            <a:round/>
            <a:headEnd len="med" w="med" type="none"/>
            <a:tailEnd len="med" w="med" type="triangle"/>
          </a:ln>
        </p:spPr>
      </p:cxnSp>
      <p:cxnSp>
        <p:nvCxnSpPr>
          <p:cNvPr id="2101" name="Google Shape;2101;g3693f7da1e3_0_3630"/>
          <p:cNvCxnSpPr>
            <a:stCxn id="2092" idx="3"/>
            <a:endCxn id="2095" idx="1"/>
          </p:cNvCxnSpPr>
          <p:nvPr/>
        </p:nvCxnSpPr>
        <p:spPr>
          <a:xfrm>
            <a:off x="3487525" y="1735250"/>
            <a:ext cx="1041300" cy="0"/>
          </a:xfrm>
          <a:prstGeom prst="straightConnector1">
            <a:avLst/>
          </a:prstGeom>
          <a:noFill/>
          <a:ln cap="flat" cmpd="sng" w="9525">
            <a:solidFill>
              <a:schemeClr val="dk2"/>
            </a:solidFill>
            <a:prstDash val="solid"/>
            <a:round/>
            <a:headEnd len="med" w="med" type="none"/>
            <a:tailEnd len="med" w="med" type="triangle"/>
          </a:ln>
        </p:spPr>
      </p:cxnSp>
      <p:cxnSp>
        <p:nvCxnSpPr>
          <p:cNvPr id="2102" name="Google Shape;2102;g3693f7da1e3_0_3630"/>
          <p:cNvCxnSpPr>
            <a:stCxn id="2095" idx="2"/>
            <a:endCxn id="2097" idx="0"/>
          </p:cNvCxnSpPr>
          <p:nvPr/>
        </p:nvCxnSpPr>
        <p:spPr>
          <a:xfrm>
            <a:off x="4980563" y="1975550"/>
            <a:ext cx="10800" cy="627300"/>
          </a:xfrm>
          <a:prstGeom prst="straightConnector1">
            <a:avLst/>
          </a:prstGeom>
          <a:noFill/>
          <a:ln cap="flat" cmpd="sng" w="9525">
            <a:solidFill>
              <a:schemeClr val="dk2"/>
            </a:solidFill>
            <a:prstDash val="solid"/>
            <a:round/>
            <a:headEnd len="med" w="med" type="none"/>
            <a:tailEnd len="med" w="med" type="triangle"/>
          </a:ln>
        </p:spPr>
      </p:cxnSp>
      <p:cxnSp>
        <p:nvCxnSpPr>
          <p:cNvPr id="2103" name="Google Shape;2103;g3693f7da1e3_0_3630"/>
          <p:cNvCxnSpPr>
            <a:stCxn id="2097" idx="2"/>
            <a:endCxn id="2098" idx="0"/>
          </p:cNvCxnSpPr>
          <p:nvPr/>
        </p:nvCxnSpPr>
        <p:spPr>
          <a:xfrm>
            <a:off x="4991363" y="3083450"/>
            <a:ext cx="0" cy="460500"/>
          </a:xfrm>
          <a:prstGeom prst="straightConnector1">
            <a:avLst/>
          </a:prstGeom>
          <a:noFill/>
          <a:ln cap="flat" cmpd="sng" w="9525">
            <a:solidFill>
              <a:schemeClr val="dk2"/>
            </a:solidFill>
            <a:prstDash val="solid"/>
            <a:round/>
            <a:headEnd len="med" w="med" type="none"/>
            <a:tailEnd len="med" w="med" type="triangle"/>
          </a:ln>
        </p:spPr>
      </p:cxnSp>
      <p:cxnSp>
        <p:nvCxnSpPr>
          <p:cNvPr id="2104" name="Google Shape;2104;g3693f7da1e3_0_3630"/>
          <p:cNvCxnSpPr>
            <a:stCxn id="2093" idx="0"/>
            <a:endCxn id="2092" idx="2"/>
          </p:cNvCxnSpPr>
          <p:nvPr/>
        </p:nvCxnSpPr>
        <p:spPr>
          <a:xfrm rot="-5400000">
            <a:off x="2389100" y="2069100"/>
            <a:ext cx="575400" cy="388500"/>
          </a:xfrm>
          <a:prstGeom prst="bentConnector3">
            <a:avLst>
              <a:gd fmla="val 50009" name="adj1"/>
            </a:avLst>
          </a:prstGeom>
          <a:noFill/>
          <a:ln cap="flat" cmpd="sng" w="9525">
            <a:solidFill>
              <a:schemeClr val="dk2"/>
            </a:solidFill>
            <a:prstDash val="dash"/>
            <a:round/>
            <a:headEnd len="med" w="med" type="none"/>
            <a:tailEnd len="med" w="med" type="triangle"/>
          </a:ln>
        </p:spPr>
      </p:cxnSp>
      <p:cxnSp>
        <p:nvCxnSpPr>
          <p:cNvPr id="2105" name="Google Shape;2105;g3693f7da1e3_0_3630"/>
          <p:cNvCxnSpPr>
            <a:stCxn id="2094" idx="0"/>
            <a:endCxn id="2092" idx="2"/>
          </p:cNvCxnSpPr>
          <p:nvPr/>
        </p:nvCxnSpPr>
        <p:spPr>
          <a:xfrm flipH="1" rot="5400000">
            <a:off x="2778000" y="2068800"/>
            <a:ext cx="575400" cy="389100"/>
          </a:xfrm>
          <a:prstGeom prst="bentConnector3">
            <a:avLst>
              <a:gd fmla="val 50009" name="adj1"/>
            </a:avLst>
          </a:prstGeom>
          <a:noFill/>
          <a:ln cap="flat" cmpd="sng" w="9525">
            <a:solidFill>
              <a:schemeClr val="dk2"/>
            </a:solidFill>
            <a:prstDash val="dash"/>
            <a:round/>
            <a:headEnd len="med" w="med" type="none"/>
            <a:tailEnd len="med" w="med" type="triangle"/>
          </a:ln>
        </p:spPr>
      </p:cxnSp>
      <p:cxnSp>
        <p:nvCxnSpPr>
          <p:cNvPr id="2106" name="Google Shape;2106;g3693f7da1e3_0_3630"/>
          <p:cNvCxnSpPr>
            <a:stCxn id="2096" idx="1"/>
            <a:endCxn id="2095" idx="3"/>
          </p:cNvCxnSpPr>
          <p:nvPr/>
        </p:nvCxnSpPr>
        <p:spPr>
          <a:xfrm rot="10800000">
            <a:off x="5432225" y="1735250"/>
            <a:ext cx="924000" cy="0"/>
          </a:xfrm>
          <a:prstGeom prst="straightConnector1">
            <a:avLst/>
          </a:prstGeom>
          <a:noFill/>
          <a:ln cap="flat" cmpd="sng" w="9525">
            <a:solidFill>
              <a:schemeClr val="dk2"/>
            </a:solidFill>
            <a:prstDash val="dash"/>
            <a:round/>
            <a:headEnd len="med" w="med" type="none"/>
            <a:tailEnd len="med" w="med" type="triangle"/>
          </a:ln>
        </p:spPr>
      </p:cxnSp>
      <p:cxnSp>
        <p:nvCxnSpPr>
          <p:cNvPr id="2107" name="Google Shape;2107;g3693f7da1e3_0_3630"/>
          <p:cNvCxnSpPr>
            <a:stCxn id="2098" idx="3"/>
            <a:endCxn id="2099" idx="1"/>
          </p:cNvCxnSpPr>
          <p:nvPr/>
        </p:nvCxnSpPr>
        <p:spPr>
          <a:xfrm>
            <a:off x="5443013" y="3784150"/>
            <a:ext cx="970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1" name="Shape 2111"/>
        <p:cNvGrpSpPr/>
        <p:nvPr/>
      </p:nvGrpSpPr>
      <p:grpSpPr>
        <a:xfrm>
          <a:off x="0" y="0"/>
          <a:ext cx="0" cy="0"/>
          <a:chOff x="0" y="0"/>
          <a:chExt cx="0" cy="0"/>
        </a:xfrm>
      </p:grpSpPr>
      <p:sp>
        <p:nvSpPr>
          <p:cNvPr id="2112" name="Google Shape;2112;g3693f7da1e3_0_3652"/>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2113" name="Google Shape;2113;g3693f7da1e3_0_3652"/>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114" name="Google Shape;2114;g3693f7da1e3_0_3652"/>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2115" name="Google Shape;2115;g3693f7da1e3_0_3652"/>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2116" name="Google Shape;2116;g3693f7da1e3_0_3652"/>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20" name="Shape 2120"/>
        <p:cNvGrpSpPr/>
        <p:nvPr/>
      </p:nvGrpSpPr>
      <p:grpSpPr>
        <a:xfrm>
          <a:off x="0" y="0"/>
          <a:ext cx="0" cy="0"/>
          <a:chOff x="0" y="0"/>
          <a:chExt cx="0" cy="0"/>
        </a:xfrm>
      </p:grpSpPr>
      <p:pic>
        <p:nvPicPr>
          <p:cNvPr id="2121" name="Google Shape;2121;g3693f7da1e3_0_3660"/>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2122" name="Google Shape;2122;g3693f7da1e3_0_3660"/>
          <p:cNvSpPr txBox="1"/>
          <p:nvPr>
            <p:ph idx="1" type="body"/>
          </p:nvPr>
        </p:nvSpPr>
        <p:spPr>
          <a:xfrm>
            <a:off x="812700" y="2464024"/>
            <a:ext cx="3236400" cy="416700"/>
          </a:xfrm>
          <a:prstGeom prst="rect">
            <a:avLst/>
          </a:prstGeom>
          <a:noFill/>
          <a:ln>
            <a:noFill/>
          </a:ln>
        </p:spPr>
        <p:txBody>
          <a:bodyPr anchorCtr="0" anchor="t" bIns="0" lIns="0" spcFirstLastPara="1" rIns="0" wrap="square" tIns="0">
            <a:noAutofit/>
          </a:bodyPr>
          <a:lstStyle/>
          <a:p>
            <a:pPr indent="0" lvl="0" marL="457200" rtl="0" algn="l">
              <a:lnSpc>
                <a:spcPct val="95238"/>
              </a:lnSpc>
              <a:spcBef>
                <a:spcPts val="0"/>
              </a:spcBef>
              <a:spcAft>
                <a:spcPts val="0"/>
              </a:spcAft>
              <a:buNone/>
            </a:pPr>
            <a:r>
              <a:rPr b="1" i="1" lang="en-US" sz="1400">
                <a:latin typeface="Roboto"/>
                <a:ea typeface="Roboto"/>
                <a:cs typeface="Roboto"/>
                <a:sym typeface="Roboto"/>
              </a:rPr>
              <a:t>Staging for production</a:t>
            </a:r>
            <a:endParaRPr/>
          </a:p>
        </p:txBody>
      </p:sp>
      <p:sp>
        <p:nvSpPr>
          <p:cNvPr id="2123" name="Google Shape;2123;g3693f7da1e3_0_3660"/>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Product and Production Master Data</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2124" name="Google Shape;2124;g3693f7da1e3_0_3660"/>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2125" name="Google Shape;2125;g3693f7da1e3_0_3660"/>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2126" name="Google Shape;2126;g3693f7da1e3_0_3660"/>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2127" name="Google Shape;2127;g3693f7da1e3_0_3660"/>
          <p:cNvGrpSpPr/>
          <p:nvPr/>
        </p:nvGrpSpPr>
        <p:grpSpPr>
          <a:xfrm>
            <a:off x="7495354" y="188417"/>
            <a:ext cx="1395087" cy="441585"/>
            <a:chOff x="5991694" y="1720305"/>
            <a:chExt cx="1929047" cy="618207"/>
          </a:xfrm>
        </p:grpSpPr>
        <p:sp>
          <p:nvSpPr>
            <p:cNvPr id="2128" name="Google Shape;2128;g3693f7da1e3_0_3660"/>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g3693f7da1e3_0_3660"/>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g3693f7da1e3_0_3660"/>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g3693f7da1e3_0_3660"/>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g3693f7da1e3_0_3660"/>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3" name="Google Shape;2133;g3693f7da1e3_0_3660"/>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g3693f7da1e3_0_3660"/>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g3693f7da1e3_0_3660"/>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g3693f7da1e3_0_3660"/>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7" name="Google Shape;2137;g3693f7da1e3_0_3660"/>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8" name="Google Shape;2138;g3693f7da1e3_0_3660"/>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9" name="Google Shape;2139;g3693f7da1e3_0_3660"/>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0" name="Google Shape;2140;g3693f7da1e3_0_3660"/>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45" name="Shape 2145"/>
        <p:cNvGrpSpPr/>
        <p:nvPr/>
      </p:nvGrpSpPr>
      <p:grpSpPr>
        <a:xfrm>
          <a:off x="0" y="0"/>
          <a:ext cx="0" cy="0"/>
          <a:chOff x="0" y="0"/>
          <a:chExt cx="0" cy="0"/>
        </a:xfrm>
      </p:grpSpPr>
      <p:sp>
        <p:nvSpPr>
          <p:cNvPr id="2146" name="Google Shape;2146;g3693f7da1e3_0_3683"/>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147" name="Google Shape;2147;g3693f7da1e3_0_3683"/>
          <p:cNvSpPr/>
          <p:nvPr/>
        </p:nvSpPr>
        <p:spPr>
          <a:xfrm>
            <a:off x="1260275"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 release</a:t>
            </a:r>
            <a:endParaRPr sz="800">
              <a:solidFill>
                <a:schemeClr val="lt2"/>
              </a:solidFill>
              <a:latin typeface="Roboto Light"/>
              <a:ea typeface="Roboto Light"/>
              <a:cs typeface="Roboto Light"/>
              <a:sym typeface="Roboto Light"/>
            </a:endParaRPr>
          </a:p>
        </p:txBody>
      </p:sp>
      <p:cxnSp>
        <p:nvCxnSpPr>
          <p:cNvPr id="2148" name="Google Shape;2148;g3693f7da1e3_0_3683"/>
          <p:cNvCxnSpPr/>
          <p:nvPr/>
        </p:nvCxnSpPr>
        <p:spPr>
          <a:xfrm>
            <a:off x="4137602" y="1136450"/>
            <a:ext cx="0" cy="3688200"/>
          </a:xfrm>
          <a:prstGeom prst="straightConnector1">
            <a:avLst/>
          </a:prstGeom>
          <a:noFill/>
          <a:ln cap="flat" cmpd="sng" w="28575">
            <a:solidFill>
              <a:schemeClr val="accent1"/>
            </a:solidFill>
            <a:prstDash val="dashDot"/>
            <a:round/>
            <a:headEnd len="med" w="med" type="none"/>
            <a:tailEnd len="med" w="med" type="none"/>
          </a:ln>
        </p:spPr>
      </p:cxnSp>
      <p:sp>
        <p:nvSpPr>
          <p:cNvPr id="2149" name="Google Shape;2149;g3693f7da1e3_0_3683"/>
          <p:cNvSpPr/>
          <p:nvPr/>
        </p:nvSpPr>
        <p:spPr>
          <a:xfrm>
            <a:off x="5929838"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cxnSp>
        <p:nvCxnSpPr>
          <p:cNvPr id="2150" name="Google Shape;2150;g3693f7da1e3_0_3683"/>
          <p:cNvCxnSpPr>
            <a:stCxn id="2147" idx="3"/>
            <a:endCxn id="2149" idx="1"/>
          </p:cNvCxnSpPr>
          <p:nvPr/>
        </p:nvCxnSpPr>
        <p:spPr>
          <a:xfrm>
            <a:off x="2163575" y="1622633"/>
            <a:ext cx="3766200" cy="0"/>
          </a:xfrm>
          <a:prstGeom prst="straightConnector1">
            <a:avLst/>
          </a:prstGeom>
          <a:noFill/>
          <a:ln cap="flat" cmpd="sng" w="9525">
            <a:solidFill>
              <a:schemeClr val="dk2"/>
            </a:solidFill>
            <a:prstDash val="solid"/>
            <a:round/>
            <a:headEnd len="med" w="med" type="none"/>
            <a:tailEnd len="med" w="med" type="triangle"/>
          </a:ln>
        </p:spPr>
      </p:cxnSp>
      <p:sp>
        <p:nvSpPr>
          <p:cNvPr id="2151" name="Google Shape;2151;g3693f7da1e3_0_3683"/>
          <p:cNvSpPr txBox="1"/>
          <p:nvPr/>
        </p:nvSpPr>
        <p:spPr>
          <a:xfrm>
            <a:off x="3665714" y="1382333"/>
            <a:ext cx="1594200" cy="2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Roboto Light"/>
                <a:ea typeface="Roboto Light"/>
                <a:cs typeface="Roboto Light"/>
                <a:sym typeface="Roboto Light"/>
              </a:rPr>
              <a:t>Staging  Request to EWM</a:t>
            </a:r>
            <a:endParaRPr sz="800">
              <a:solidFill>
                <a:schemeClr val="dk1"/>
              </a:solidFill>
              <a:latin typeface="Roboto Light"/>
              <a:ea typeface="Roboto Light"/>
              <a:cs typeface="Roboto Light"/>
              <a:sym typeface="Roboto Light"/>
            </a:endParaRPr>
          </a:p>
        </p:txBody>
      </p:sp>
      <p:sp>
        <p:nvSpPr>
          <p:cNvPr id="2152" name="Google Shape;2152;g3693f7da1e3_0_3683"/>
          <p:cNvSpPr/>
          <p:nvPr/>
        </p:nvSpPr>
        <p:spPr>
          <a:xfrm>
            <a:off x="5929838" y="2155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Plan stage for production</a:t>
            </a:r>
            <a:endParaRPr sz="800">
              <a:solidFill>
                <a:schemeClr val="lt2"/>
              </a:solidFill>
              <a:latin typeface="Roboto Light"/>
              <a:ea typeface="Roboto Light"/>
              <a:cs typeface="Roboto Light"/>
              <a:sym typeface="Roboto Light"/>
            </a:endParaRPr>
          </a:p>
        </p:txBody>
      </p:sp>
      <p:sp>
        <p:nvSpPr>
          <p:cNvPr id="2153" name="Google Shape;2153;g3693f7da1e3_0_3683"/>
          <p:cNvSpPr/>
          <p:nvPr/>
        </p:nvSpPr>
        <p:spPr>
          <a:xfrm>
            <a:off x="5929838"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sp>
        <p:nvSpPr>
          <p:cNvPr id="2154" name="Google Shape;2154;g3693f7da1e3_0_3683"/>
          <p:cNvSpPr/>
          <p:nvPr/>
        </p:nvSpPr>
        <p:spPr>
          <a:xfrm>
            <a:off x="7250187"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Note &amp; record exceptions</a:t>
            </a:r>
            <a:endParaRPr sz="800">
              <a:solidFill>
                <a:schemeClr val="lt2"/>
              </a:solidFill>
              <a:latin typeface="Roboto Light"/>
              <a:ea typeface="Roboto Light"/>
              <a:cs typeface="Roboto Light"/>
              <a:sym typeface="Roboto Light"/>
            </a:endParaRPr>
          </a:p>
        </p:txBody>
      </p:sp>
      <p:cxnSp>
        <p:nvCxnSpPr>
          <p:cNvPr id="2155" name="Google Shape;2155;g3693f7da1e3_0_3683"/>
          <p:cNvCxnSpPr>
            <a:stCxn id="2149" idx="2"/>
            <a:endCxn id="2152" idx="0"/>
          </p:cNvCxnSpPr>
          <p:nvPr/>
        </p:nvCxnSpPr>
        <p:spPr>
          <a:xfrm>
            <a:off x="6381488" y="1862933"/>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156" name="Google Shape;2156;g3693f7da1e3_0_3683"/>
          <p:cNvCxnSpPr>
            <a:stCxn id="2152" idx="2"/>
            <a:endCxn id="2153" idx="0"/>
          </p:cNvCxnSpPr>
          <p:nvPr/>
        </p:nvCxnSpPr>
        <p:spPr>
          <a:xfrm>
            <a:off x="6381488" y="2636550"/>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157" name="Google Shape;2157;g3693f7da1e3_0_3683"/>
          <p:cNvCxnSpPr>
            <a:stCxn id="2154" idx="1"/>
            <a:endCxn id="2153" idx="3"/>
          </p:cNvCxnSpPr>
          <p:nvPr/>
        </p:nvCxnSpPr>
        <p:spPr>
          <a:xfrm rot="10800000">
            <a:off x="6833187" y="3169867"/>
            <a:ext cx="417000" cy="0"/>
          </a:xfrm>
          <a:prstGeom prst="straightConnector1">
            <a:avLst/>
          </a:prstGeom>
          <a:noFill/>
          <a:ln cap="flat" cmpd="sng" w="9525">
            <a:solidFill>
              <a:schemeClr val="dk2"/>
            </a:solidFill>
            <a:prstDash val="dash"/>
            <a:round/>
            <a:headEnd len="med" w="med" type="none"/>
            <a:tailEnd len="med" w="med" type="triangle"/>
          </a:ln>
        </p:spPr>
      </p:cxnSp>
      <p:sp>
        <p:nvSpPr>
          <p:cNvPr id="2158" name="Google Shape;2158;g3693f7da1e3_0_3683"/>
          <p:cNvSpPr/>
          <p:nvPr/>
        </p:nvSpPr>
        <p:spPr>
          <a:xfrm>
            <a:off x="5929938" y="3840317"/>
            <a:ext cx="903300" cy="4806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moved to PSA</a:t>
            </a:r>
            <a:endParaRPr sz="600">
              <a:solidFill>
                <a:schemeClr val="lt2"/>
              </a:solidFill>
              <a:latin typeface="Roboto Light"/>
              <a:ea typeface="Roboto Light"/>
              <a:cs typeface="Roboto Light"/>
              <a:sym typeface="Roboto Light"/>
            </a:endParaRPr>
          </a:p>
        </p:txBody>
      </p:sp>
      <p:cxnSp>
        <p:nvCxnSpPr>
          <p:cNvPr id="2159" name="Google Shape;2159;g3693f7da1e3_0_3683"/>
          <p:cNvCxnSpPr>
            <a:stCxn id="2153" idx="2"/>
            <a:endCxn id="2158" idx="0"/>
          </p:cNvCxnSpPr>
          <p:nvPr/>
        </p:nvCxnSpPr>
        <p:spPr>
          <a:xfrm>
            <a:off x="6381488" y="3410167"/>
            <a:ext cx="0" cy="430200"/>
          </a:xfrm>
          <a:prstGeom prst="straightConnector1">
            <a:avLst/>
          </a:prstGeom>
          <a:noFill/>
          <a:ln cap="flat" cmpd="sng" w="9525">
            <a:solidFill>
              <a:schemeClr val="dk2"/>
            </a:solidFill>
            <a:prstDash val="dash"/>
            <a:round/>
            <a:headEnd len="med" w="med" type="none"/>
            <a:tailEnd len="med" w="med" type="triangle"/>
          </a:ln>
        </p:spPr>
      </p:cxnSp>
      <p:sp>
        <p:nvSpPr>
          <p:cNvPr id="2160" name="Google Shape;2160;g3693f7da1e3_0_3683"/>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Staging for production</a:t>
            </a:r>
            <a:endParaRPr sz="1200">
              <a:solidFill>
                <a:schemeClr val="dk1"/>
              </a:solidFill>
              <a:latin typeface="Roboto Light"/>
              <a:ea typeface="Roboto Light"/>
              <a:cs typeface="Roboto Light"/>
              <a:sym typeface="Roboto Light"/>
            </a:endParaRPr>
          </a:p>
        </p:txBody>
      </p:sp>
      <p:sp>
        <p:nvSpPr>
          <p:cNvPr id="2161" name="Google Shape;2161;g3693f7da1e3_0_3683"/>
          <p:cNvSpPr/>
          <p:nvPr/>
        </p:nvSpPr>
        <p:spPr>
          <a:xfrm>
            <a:off x="1154725" y="1136450"/>
            <a:ext cx="5810100" cy="8235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162" name="Google Shape;2162;g3693f7da1e3_0_3683"/>
          <p:cNvSpPr txBox="1"/>
          <p:nvPr/>
        </p:nvSpPr>
        <p:spPr>
          <a:xfrm>
            <a:off x="3237650" y="1136450"/>
            <a:ext cx="955500" cy="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800">
                <a:solidFill>
                  <a:schemeClr val="dk1"/>
                </a:solidFill>
                <a:latin typeface="Roboto"/>
                <a:ea typeface="Roboto"/>
                <a:cs typeface="Roboto"/>
                <a:sym typeface="Roboto"/>
              </a:rPr>
              <a:t>Automatic</a:t>
            </a:r>
            <a:endParaRPr b="1" i="1" sz="800">
              <a:solidFill>
                <a:schemeClr val="dk1"/>
              </a:solidFill>
              <a:latin typeface="Roboto"/>
              <a:ea typeface="Roboto"/>
              <a:cs typeface="Roboto"/>
              <a:sym typeface="Roboto"/>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67" name="Shape 2167"/>
        <p:cNvGrpSpPr/>
        <p:nvPr/>
      </p:nvGrpSpPr>
      <p:grpSpPr>
        <a:xfrm>
          <a:off x="0" y="0"/>
          <a:ext cx="0" cy="0"/>
          <a:chOff x="0" y="0"/>
          <a:chExt cx="0" cy="0"/>
        </a:xfrm>
      </p:grpSpPr>
      <p:sp>
        <p:nvSpPr>
          <p:cNvPr id="2168" name="Google Shape;2168;g3693f7da1e3_0_3704"/>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169" name="Google Shape;2169;g3693f7da1e3_0_3704"/>
          <p:cNvSpPr/>
          <p:nvPr/>
        </p:nvSpPr>
        <p:spPr>
          <a:xfrm>
            <a:off x="1260275"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 release</a:t>
            </a:r>
            <a:endParaRPr sz="800">
              <a:solidFill>
                <a:schemeClr val="lt2"/>
              </a:solidFill>
              <a:latin typeface="Roboto Light"/>
              <a:ea typeface="Roboto Light"/>
              <a:cs typeface="Roboto Light"/>
              <a:sym typeface="Roboto Light"/>
            </a:endParaRPr>
          </a:p>
        </p:txBody>
      </p:sp>
      <p:cxnSp>
        <p:nvCxnSpPr>
          <p:cNvPr id="2170" name="Google Shape;2170;g3693f7da1e3_0_3704"/>
          <p:cNvCxnSpPr/>
          <p:nvPr/>
        </p:nvCxnSpPr>
        <p:spPr>
          <a:xfrm>
            <a:off x="4137602" y="1136450"/>
            <a:ext cx="0" cy="3688200"/>
          </a:xfrm>
          <a:prstGeom prst="straightConnector1">
            <a:avLst/>
          </a:prstGeom>
          <a:noFill/>
          <a:ln cap="flat" cmpd="sng" w="28575">
            <a:solidFill>
              <a:schemeClr val="accent1"/>
            </a:solidFill>
            <a:prstDash val="dashDot"/>
            <a:round/>
            <a:headEnd len="med" w="med" type="none"/>
            <a:tailEnd len="med" w="med" type="none"/>
          </a:ln>
        </p:spPr>
      </p:cxnSp>
      <p:sp>
        <p:nvSpPr>
          <p:cNvPr id="2171" name="Google Shape;2171;g3693f7da1e3_0_3704"/>
          <p:cNvSpPr/>
          <p:nvPr/>
        </p:nvSpPr>
        <p:spPr>
          <a:xfrm>
            <a:off x="5929838"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cxnSp>
        <p:nvCxnSpPr>
          <p:cNvPr id="2172" name="Google Shape;2172;g3693f7da1e3_0_3704"/>
          <p:cNvCxnSpPr>
            <a:stCxn id="2169" idx="3"/>
            <a:endCxn id="2171" idx="1"/>
          </p:cNvCxnSpPr>
          <p:nvPr/>
        </p:nvCxnSpPr>
        <p:spPr>
          <a:xfrm>
            <a:off x="2163575" y="1622633"/>
            <a:ext cx="3766200" cy="0"/>
          </a:xfrm>
          <a:prstGeom prst="straightConnector1">
            <a:avLst/>
          </a:prstGeom>
          <a:noFill/>
          <a:ln cap="flat" cmpd="sng" w="9525">
            <a:solidFill>
              <a:schemeClr val="dk2"/>
            </a:solidFill>
            <a:prstDash val="solid"/>
            <a:round/>
            <a:headEnd len="med" w="med" type="none"/>
            <a:tailEnd len="med" w="med" type="triangle"/>
          </a:ln>
        </p:spPr>
      </p:cxnSp>
      <p:sp>
        <p:nvSpPr>
          <p:cNvPr id="2173" name="Google Shape;2173;g3693f7da1e3_0_3704"/>
          <p:cNvSpPr txBox="1"/>
          <p:nvPr/>
        </p:nvSpPr>
        <p:spPr>
          <a:xfrm>
            <a:off x="3665714" y="1382333"/>
            <a:ext cx="1594200" cy="2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Roboto Light"/>
                <a:ea typeface="Roboto Light"/>
                <a:cs typeface="Roboto Light"/>
                <a:sym typeface="Roboto Light"/>
              </a:rPr>
              <a:t>Staging  Request to EWM</a:t>
            </a:r>
            <a:endParaRPr sz="800">
              <a:solidFill>
                <a:schemeClr val="dk1"/>
              </a:solidFill>
              <a:latin typeface="Roboto Light"/>
              <a:ea typeface="Roboto Light"/>
              <a:cs typeface="Roboto Light"/>
              <a:sym typeface="Roboto Light"/>
            </a:endParaRPr>
          </a:p>
        </p:txBody>
      </p:sp>
      <p:sp>
        <p:nvSpPr>
          <p:cNvPr id="2174" name="Google Shape;2174;g3693f7da1e3_0_3704"/>
          <p:cNvSpPr/>
          <p:nvPr/>
        </p:nvSpPr>
        <p:spPr>
          <a:xfrm>
            <a:off x="5929838" y="2155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Plan stage for production</a:t>
            </a:r>
            <a:endParaRPr sz="800">
              <a:solidFill>
                <a:schemeClr val="lt2"/>
              </a:solidFill>
              <a:latin typeface="Roboto Light"/>
              <a:ea typeface="Roboto Light"/>
              <a:cs typeface="Roboto Light"/>
              <a:sym typeface="Roboto Light"/>
            </a:endParaRPr>
          </a:p>
        </p:txBody>
      </p:sp>
      <p:sp>
        <p:nvSpPr>
          <p:cNvPr id="2175" name="Google Shape;2175;g3693f7da1e3_0_3704"/>
          <p:cNvSpPr/>
          <p:nvPr/>
        </p:nvSpPr>
        <p:spPr>
          <a:xfrm>
            <a:off x="5929838"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sp>
        <p:nvSpPr>
          <p:cNvPr id="2176" name="Google Shape;2176;g3693f7da1e3_0_3704"/>
          <p:cNvSpPr/>
          <p:nvPr/>
        </p:nvSpPr>
        <p:spPr>
          <a:xfrm>
            <a:off x="7250187"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Note &amp; record exceptions</a:t>
            </a:r>
            <a:endParaRPr sz="800">
              <a:solidFill>
                <a:schemeClr val="lt2"/>
              </a:solidFill>
              <a:latin typeface="Roboto Light"/>
              <a:ea typeface="Roboto Light"/>
              <a:cs typeface="Roboto Light"/>
              <a:sym typeface="Roboto Light"/>
            </a:endParaRPr>
          </a:p>
        </p:txBody>
      </p:sp>
      <p:cxnSp>
        <p:nvCxnSpPr>
          <p:cNvPr id="2177" name="Google Shape;2177;g3693f7da1e3_0_3704"/>
          <p:cNvCxnSpPr>
            <a:stCxn id="2171" idx="2"/>
            <a:endCxn id="2174" idx="0"/>
          </p:cNvCxnSpPr>
          <p:nvPr/>
        </p:nvCxnSpPr>
        <p:spPr>
          <a:xfrm>
            <a:off x="6381488" y="1862933"/>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178" name="Google Shape;2178;g3693f7da1e3_0_3704"/>
          <p:cNvCxnSpPr>
            <a:stCxn id="2174" idx="2"/>
            <a:endCxn id="2175" idx="0"/>
          </p:cNvCxnSpPr>
          <p:nvPr/>
        </p:nvCxnSpPr>
        <p:spPr>
          <a:xfrm>
            <a:off x="6381488" y="2636550"/>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179" name="Google Shape;2179;g3693f7da1e3_0_3704"/>
          <p:cNvCxnSpPr>
            <a:stCxn id="2176" idx="1"/>
            <a:endCxn id="2175" idx="3"/>
          </p:cNvCxnSpPr>
          <p:nvPr/>
        </p:nvCxnSpPr>
        <p:spPr>
          <a:xfrm rot="10800000">
            <a:off x="6833187" y="3169867"/>
            <a:ext cx="417000" cy="0"/>
          </a:xfrm>
          <a:prstGeom prst="straightConnector1">
            <a:avLst/>
          </a:prstGeom>
          <a:noFill/>
          <a:ln cap="flat" cmpd="sng" w="9525">
            <a:solidFill>
              <a:schemeClr val="dk2"/>
            </a:solidFill>
            <a:prstDash val="dash"/>
            <a:round/>
            <a:headEnd len="med" w="med" type="none"/>
            <a:tailEnd len="med" w="med" type="triangle"/>
          </a:ln>
        </p:spPr>
      </p:cxnSp>
      <p:sp>
        <p:nvSpPr>
          <p:cNvPr id="2180" name="Google Shape;2180;g3693f7da1e3_0_3704"/>
          <p:cNvSpPr/>
          <p:nvPr/>
        </p:nvSpPr>
        <p:spPr>
          <a:xfrm>
            <a:off x="5929938" y="3840317"/>
            <a:ext cx="903300" cy="4806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moved to PSA</a:t>
            </a:r>
            <a:endParaRPr sz="600">
              <a:solidFill>
                <a:schemeClr val="lt2"/>
              </a:solidFill>
              <a:latin typeface="Roboto Light"/>
              <a:ea typeface="Roboto Light"/>
              <a:cs typeface="Roboto Light"/>
              <a:sym typeface="Roboto Light"/>
            </a:endParaRPr>
          </a:p>
        </p:txBody>
      </p:sp>
      <p:cxnSp>
        <p:nvCxnSpPr>
          <p:cNvPr id="2181" name="Google Shape;2181;g3693f7da1e3_0_3704"/>
          <p:cNvCxnSpPr>
            <a:stCxn id="2175" idx="2"/>
            <a:endCxn id="2180" idx="0"/>
          </p:cNvCxnSpPr>
          <p:nvPr/>
        </p:nvCxnSpPr>
        <p:spPr>
          <a:xfrm>
            <a:off x="6381488" y="3410167"/>
            <a:ext cx="0" cy="430200"/>
          </a:xfrm>
          <a:prstGeom prst="straightConnector1">
            <a:avLst/>
          </a:prstGeom>
          <a:noFill/>
          <a:ln cap="flat" cmpd="sng" w="9525">
            <a:solidFill>
              <a:schemeClr val="dk2"/>
            </a:solidFill>
            <a:prstDash val="dash"/>
            <a:round/>
            <a:headEnd len="med" w="med" type="none"/>
            <a:tailEnd len="med" w="med" type="triangle"/>
          </a:ln>
        </p:spPr>
      </p:cxnSp>
      <p:sp>
        <p:nvSpPr>
          <p:cNvPr id="2182" name="Google Shape;2182;g3693f7da1e3_0_3704"/>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Staging for production</a:t>
            </a:r>
            <a:endParaRPr sz="1200">
              <a:solidFill>
                <a:schemeClr val="dk1"/>
              </a:solidFill>
              <a:latin typeface="Roboto Light"/>
              <a:ea typeface="Roboto Light"/>
              <a:cs typeface="Roboto Light"/>
              <a:sym typeface="Roboto Light"/>
            </a:endParaRPr>
          </a:p>
        </p:txBody>
      </p:sp>
      <p:sp>
        <p:nvSpPr>
          <p:cNvPr id="2183" name="Google Shape;2183;g3693f7da1e3_0_3704"/>
          <p:cNvSpPr/>
          <p:nvPr/>
        </p:nvSpPr>
        <p:spPr>
          <a:xfrm>
            <a:off x="1154725" y="1136450"/>
            <a:ext cx="5810100" cy="8235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184" name="Google Shape;2184;g3693f7da1e3_0_3704"/>
          <p:cNvSpPr txBox="1"/>
          <p:nvPr/>
        </p:nvSpPr>
        <p:spPr>
          <a:xfrm>
            <a:off x="3237650" y="1136450"/>
            <a:ext cx="955500" cy="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800">
                <a:solidFill>
                  <a:schemeClr val="dk1"/>
                </a:solidFill>
                <a:latin typeface="Roboto"/>
                <a:ea typeface="Roboto"/>
                <a:cs typeface="Roboto"/>
                <a:sym typeface="Roboto"/>
              </a:rPr>
              <a:t>Automatic</a:t>
            </a:r>
            <a:endParaRPr b="1" i="1" sz="800">
              <a:solidFill>
                <a:schemeClr val="dk1"/>
              </a:solidFill>
              <a:latin typeface="Roboto"/>
              <a:ea typeface="Roboto"/>
              <a:cs typeface="Roboto"/>
              <a:sym typeface="Roboto"/>
            </a:endParaRPr>
          </a:p>
        </p:txBody>
      </p:sp>
      <p:sp>
        <p:nvSpPr>
          <p:cNvPr id="2185" name="Google Shape;2185;g3693f7da1e3_0_3704"/>
          <p:cNvSpPr/>
          <p:nvPr/>
        </p:nvSpPr>
        <p:spPr>
          <a:xfrm>
            <a:off x="5853875" y="2086275"/>
            <a:ext cx="1088700" cy="629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89" name="Shape 2189"/>
        <p:cNvGrpSpPr/>
        <p:nvPr/>
      </p:nvGrpSpPr>
      <p:grpSpPr>
        <a:xfrm>
          <a:off x="0" y="0"/>
          <a:ext cx="0" cy="0"/>
          <a:chOff x="0" y="0"/>
          <a:chExt cx="0" cy="0"/>
        </a:xfrm>
      </p:grpSpPr>
      <p:sp>
        <p:nvSpPr>
          <p:cNvPr id="2190" name="Google Shape;2190;g3693f7da1e3_0_3726"/>
          <p:cNvSpPr txBox="1"/>
          <p:nvPr>
            <p:ph type="title"/>
          </p:nvPr>
        </p:nvSpPr>
        <p:spPr>
          <a:xfrm>
            <a:off x="405014" y="52810"/>
            <a:ext cx="6211200" cy="405000"/>
          </a:xfrm>
          <a:prstGeom prst="rect">
            <a:avLst/>
          </a:prstGeom>
        </p:spPr>
        <p:txBody>
          <a:bodyPr anchorCtr="0" anchor="t" bIns="0" lIns="180000" spcFirstLastPara="1" rIns="180000" wrap="square" tIns="72000">
            <a:noAutofit/>
          </a:bodyPr>
          <a:lstStyle/>
          <a:p>
            <a:pPr indent="0" lvl="0" marL="0" rtl="0" algn="l">
              <a:spcBef>
                <a:spcPts val="0"/>
              </a:spcBef>
              <a:spcAft>
                <a:spcPts val="0"/>
              </a:spcAft>
              <a:buClr>
                <a:schemeClr val="dk1"/>
              </a:buClr>
              <a:buSzPts val="2600"/>
              <a:buFont typeface="Arial"/>
              <a:buNone/>
            </a:pPr>
            <a:r>
              <a:rPr lang="en-US"/>
              <a:t>L3 Chemical Core Process Flow Diagram </a:t>
            </a:r>
            <a:br>
              <a:rPr lang="en-US"/>
            </a:br>
            <a:r>
              <a:rPr lang="en-US">
                <a:solidFill>
                  <a:schemeClr val="dk1"/>
                </a:solidFill>
                <a:latin typeface="Open Sans"/>
                <a:ea typeface="Open Sans"/>
                <a:cs typeface="Open Sans"/>
                <a:sym typeface="Open Sans"/>
              </a:rPr>
              <a:t>Process Order integration with EWM</a:t>
            </a:r>
            <a:endParaRPr/>
          </a:p>
        </p:txBody>
      </p:sp>
      <p:sp>
        <p:nvSpPr>
          <p:cNvPr id="2191" name="Google Shape;2191;g3693f7da1e3_0_3726"/>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Plan stage for production</a:t>
            </a:r>
            <a:endParaRPr sz="1200">
              <a:solidFill>
                <a:schemeClr val="dk1"/>
              </a:solidFill>
              <a:latin typeface="Roboto Light"/>
              <a:ea typeface="Roboto Light"/>
              <a:cs typeface="Roboto Light"/>
              <a:sym typeface="Roboto Light"/>
            </a:endParaRPr>
          </a:p>
        </p:txBody>
      </p:sp>
      <p:sp>
        <p:nvSpPr>
          <p:cNvPr id="2192" name="Google Shape;2192;g3693f7da1e3_0_3726"/>
          <p:cNvSpPr/>
          <p:nvPr/>
        </p:nvSpPr>
        <p:spPr>
          <a:xfrm>
            <a:off x="643863" y="1494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sp>
        <p:nvSpPr>
          <p:cNvPr id="2193" name="Google Shape;2193;g3693f7da1e3_0_3726"/>
          <p:cNvSpPr/>
          <p:nvPr/>
        </p:nvSpPr>
        <p:spPr>
          <a:xfrm>
            <a:off x="2254525" y="1494950"/>
            <a:ext cx="12330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staging for production manual or automatic(via BG job)</a:t>
            </a:r>
            <a:endParaRPr sz="800">
              <a:solidFill>
                <a:schemeClr val="lt2"/>
              </a:solidFill>
              <a:latin typeface="Roboto Light"/>
              <a:ea typeface="Roboto Light"/>
              <a:cs typeface="Roboto Light"/>
              <a:sym typeface="Roboto Light"/>
            </a:endParaRPr>
          </a:p>
        </p:txBody>
      </p:sp>
      <p:sp>
        <p:nvSpPr>
          <p:cNvPr id="2194" name="Google Shape;2194;g3693f7da1e3_0_3726"/>
          <p:cNvSpPr/>
          <p:nvPr/>
        </p:nvSpPr>
        <p:spPr>
          <a:xfrm>
            <a:off x="2148950" y="2551050"/>
            <a:ext cx="667200" cy="3948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Single order staging</a:t>
            </a:r>
            <a:endParaRPr sz="600">
              <a:solidFill>
                <a:schemeClr val="lt2"/>
              </a:solidFill>
              <a:latin typeface="Roboto Light"/>
              <a:ea typeface="Roboto Light"/>
              <a:cs typeface="Roboto Light"/>
              <a:sym typeface="Roboto Light"/>
            </a:endParaRPr>
          </a:p>
        </p:txBody>
      </p:sp>
      <p:sp>
        <p:nvSpPr>
          <p:cNvPr id="2195" name="Google Shape;2195;g3693f7da1e3_0_3726"/>
          <p:cNvSpPr/>
          <p:nvPr/>
        </p:nvSpPr>
        <p:spPr>
          <a:xfrm>
            <a:off x="2926650" y="2551050"/>
            <a:ext cx="667200" cy="3948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Cross order staging</a:t>
            </a:r>
            <a:endParaRPr sz="600">
              <a:solidFill>
                <a:schemeClr val="lt2"/>
              </a:solidFill>
              <a:latin typeface="Roboto Light"/>
              <a:ea typeface="Roboto Light"/>
              <a:cs typeface="Roboto Light"/>
              <a:sym typeface="Roboto Light"/>
            </a:endParaRPr>
          </a:p>
        </p:txBody>
      </p:sp>
      <p:sp>
        <p:nvSpPr>
          <p:cNvPr id="2196" name="Google Shape;2196;g3693f7da1e3_0_3726"/>
          <p:cNvSpPr/>
          <p:nvPr/>
        </p:nvSpPr>
        <p:spPr>
          <a:xfrm>
            <a:off x="4528913" y="1494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Staging warehouse order created</a:t>
            </a:r>
            <a:endParaRPr sz="800">
              <a:solidFill>
                <a:schemeClr val="lt2"/>
              </a:solidFill>
              <a:latin typeface="Roboto Light"/>
              <a:ea typeface="Roboto Light"/>
              <a:cs typeface="Roboto Light"/>
              <a:sym typeface="Roboto Light"/>
            </a:endParaRPr>
          </a:p>
        </p:txBody>
      </p:sp>
      <p:sp>
        <p:nvSpPr>
          <p:cNvPr id="2197" name="Google Shape;2197;g3693f7da1e3_0_3726"/>
          <p:cNvSpPr/>
          <p:nvPr/>
        </p:nvSpPr>
        <p:spPr>
          <a:xfrm>
            <a:off x="6356225" y="1537850"/>
            <a:ext cx="667200" cy="3948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movement rules</a:t>
            </a:r>
            <a:endParaRPr sz="600">
              <a:solidFill>
                <a:schemeClr val="lt2"/>
              </a:solidFill>
              <a:latin typeface="Roboto Light"/>
              <a:ea typeface="Roboto Light"/>
              <a:cs typeface="Roboto Light"/>
              <a:sym typeface="Roboto Light"/>
            </a:endParaRPr>
          </a:p>
        </p:txBody>
      </p:sp>
      <p:sp>
        <p:nvSpPr>
          <p:cNvPr id="2198" name="Google Shape;2198;g3693f7da1e3_0_3726"/>
          <p:cNvSpPr/>
          <p:nvPr/>
        </p:nvSpPr>
        <p:spPr>
          <a:xfrm>
            <a:off x="4539713" y="26028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Validate Staging warehouse order</a:t>
            </a:r>
            <a:endParaRPr sz="800">
              <a:solidFill>
                <a:schemeClr val="lt2"/>
              </a:solidFill>
              <a:latin typeface="Roboto Light"/>
              <a:ea typeface="Roboto Light"/>
              <a:cs typeface="Roboto Light"/>
              <a:sym typeface="Roboto Light"/>
            </a:endParaRPr>
          </a:p>
        </p:txBody>
      </p:sp>
      <p:sp>
        <p:nvSpPr>
          <p:cNvPr id="2199" name="Google Shape;2199;g3693f7da1e3_0_3726"/>
          <p:cNvSpPr/>
          <p:nvPr/>
        </p:nvSpPr>
        <p:spPr>
          <a:xfrm>
            <a:off x="4539713" y="35438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Generate pick list</a:t>
            </a:r>
            <a:endParaRPr sz="800">
              <a:solidFill>
                <a:schemeClr val="lt2"/>
              </a:solidFill>
              <a:latin typeface="Roboto Light"/>
              <a:ea typeface="Roboto Light"/>
              <a:cs typeface="Roboto Light"/>
              <a:sym typeface="Roboto Light"/>
            </a:endParaRPr>
          </a:p>
        </p:txBody>
      </p:sp>
      <p:sp>
        <p:nvSpPr>
          <p:cNvPr id="2200" name="Google Shape;2200;g3693f7da1e3_0_3726"/>
          <p:cNvSpPr/>
          <p:nvPr/>
        </p:nvSpPr>
        <p:spPr>
          <a:xfrm>
            <a:off x="6413088" y="3543842"/>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cxnSp>
        <p:nvCxnSpPr>
          <p:cNvPr id="2201" name="Google Shape;2201;g3693f7da1e3_0_3726"/>
          <p:cNvCxnSpPr>
            <a:endCxn id="2193" idx="1"/>
          </p:cNvCxnSpPr>
          <p:nvPr/>
        </p:nvCxnSpPr>
        <p:spPr>
          <a:xfrm>
            <a:off x="1547125" y="1735250"/>
            <a:ext cx="707400" cy="0"/>
          </a:xfrm>
          <a:prstGeom prst="straightConnector1">
            <a:avLst/>
          </a:prstGeom>
          <a:noFill/>
          <a:ln cap="flat" cmpd="sng" w="9525">
            <a:solidFill>
              <a:schemeClr val="dk2"/>
            </a:solidFill>
            <a:prstDash val="solid"/>
            <a:round/>
            <a:headEnd len="med" w="med" type="none"/>
            <a:tailEnd len="med" w="med" type="triangle"/>
          </a:ln>
        </p:spPr>
      </p:cxnSp>
      <p:cxnSp>
        <p:nvCxnSpPr>
          <p:cNvPr id="2202" name="Google Shape;2202;g3693f7da1e3_0_3726"/>
          <p:cNvCxnSpPr>
            <a:stCxn id="2193" idx="3"/>
            <a:endCxn id="2196" idx="1"/>
          </p:cNvCxnSpPr>
          <p:nvPr/>
        </p:nvCxnSpPr>
        <p:spPr>
          <a:xfrm>
            <a:off x="3487525" y="1735250"/>
            <a:ext cx="1041300" cy="0"/>
          </a:xfrm>
          <a:prstGeom prst="straightConnector1">
            <a:avLst/>
          </a:prstGeom>
          <a:noFill/>
          <a:ln cap="flat" cmpd="sng" w="9525">
            <a:solidFill>
              <a:schemeClr val="dk2"/>
            </a:solidFill>
            <a:prstDash val="solid"/>
            <a:round/>
            <a:headEnd len="med" w="med" type="none"/>
            <a:tailEnd len="med" w="med" type="triangle"/>
          </a:ln>
        </p:spPr>
      </p:cxnSp>
      <p:cxnSp>
        <p:nvCxnSpPr>
          <p:cNvPr id="2203" name="Google Shape;2203;g3693f7da1e3_0_3726"/>
          <p:cNvCxnSpPr>
            <a:stCxn id="2196" idx="2"/>
            <a:endCxn id="2198" idx="0"/>
          </p:cNvCxnSpPr>
          <p:nvPr/>
        </p:nvCxnSpPr>
        <p:spPr>
          <a:xfrm>
            <a:off x="4980563" y="1975550"/>
            <a:ext cx="10800" cy="627300"/>
          </a:xfrm>
          <a:prstGeom prst="straightConnector1">
            <a:avLst/>
          </a:prstGeom>
          <a:noFill/>
          <a:ln cap="flat" cmpd="sng" w="9525">
            <a:solidFill>
              <a:schemeClr val="dk2"/>
            </a:solidFill>
            <a:prstDash val="solid"/>
            <a:round/>
            <a:headEnd len="med" w="med" type="none"/>
            <a:tailEnd len="med" w="med" type="triangle"/>
          </a:ln>
        </p:spPr>
      </p:cxnSp>
      <p:cxnSp>
        <p:nvCxnSpPr>
          <p:cNvPr id="2204" name="Google Shape;2204;g3693f7da1e3_0_3726"/>
          <p:cNvCxnSpPr>
            <a:stCxn id="2198" idx="2"/>
            <a:endCxn id="2199" idx="0"/>
          </p:cNvCxnSpPr>
          <p:nvPr/>
        </p:nvCxnSpPr>
        <p:spPr>
          <a:xfrm>
            <a:off x="4991363" y="3083450"/>
            <a:ext cx="0" cy="460500"/>
          </a:xfrm>
          <a:prstGeom prst="straightConnector1">
            <a:avLst/>
          </a:prstGeom>
          <a:noFill/>
          <a:ln cap="flat" cmpd="sng" w="9525">
            <a:solidFill>
              <a:schemeClr val="dk2"/>
            </a:solidFill>
            <a:prstDash val="solid"/>
            <a:round/>
            <a:headEnd len="med" w="med" type="none"/>
            <a:tailEnd len="med" w="med" type="triangle"/>
          </a:ln>
        </p:spPr>
      </p:cxnSp>
      <p:cxnSp>
        <p:nvCxnSpPr>
          <p:cNvPr id="2205" name="Google Shape;2205;g3693f7da1e3_0_3726"/>
          <p:cNvCxnSpPr>
            <a:stCxn id="2194" idx="0"/>
            <a:endCxn id="2193" idx="2"/>
          </p:cNvCxnSpPr>
          <p:nvPr/>
        </p:nvCxnSpPr>
        <p:spPr>
          <a:xfrm rot="-5400000">
            <a:off x="2389100" y="2069100"/>
            <a:ext cx="575400" cy="388500"/>
          </a:xfrm>
          <a:prstGeom prst="bentConnector3">
            <a:avLst>
              <a:gd fmla="val 50009" name="adj1"/>
            </a:avLst>
          </a:prstGeom>
          <a:noFill/>
          <a:ln cap="flat" cmpd="sng" w="9525">
            <a:solidFill>
              <a:schemeClr val="dk2"/>
            </a:solidFill>
            <a:prstDash val="dash"/>
            <a:round/>
            <a:headEnd len="med" w="med" type="none"/>
            <a:tailEnd len="med" w="med" type="triangle"/>
          </a:ln>
        </p:spPr>
      </p:cxnSp>
      <p:cxnSp>
        <p:nvCxnSpPr>
          <p:cNvPr id="2206" name="Google Shape;2206;g3693f7da1e3_0_3726"/>
          <p:cNvCxnSpPr>
            <a:stCxn id="2195" idx="0"/>
            <a:endCxn id="2193" idx="2"/>
          </p:cNvCxnSpPr>
          <p:nvPr/>
        </p:nvCxnSpPr>
        <p:spPr>
          <a:xfrm flipH="1" rot="5400000">
            <a:off x="2778000" y="2068800"/>
            <a:ext cx="575400" cy="389100"/>
          </a:xfrm>
          <a:prstGeom prst="bentConnector3">
            <a:avLst>
              <a:gd fmla="val 50009" name="adj1"/>
            </a:avLst>
          </a:prstGeom>
          <a:noFill/>
          <a:ln cap="flat" cmpd="sng" w="9525">
            <a:solidFill>
              <a:schemeClr val="dk2"/>
            </a:solidFill>
            <a:prstDash val="dash"/>
            <a:round/>
            <a:headEnd len="med" w="med" type="none"/>
            <a:tailEnd len="med" w="med" type="triangle"/>
          </a:ln>
        </p:spPr>
      </p:cxnSp>
      <p:cxnSp>
        <p:nvCxnSpPr>
          <p:cNvPr id="2207" name="Google Shape;2207;g3693f7da1e3_0_3726"/>
          <p:cNvCxnSpPr>
            <a:stCxn id="2197" idx="1"/>
            <a:endCxn id="2196" idx="3"/>
          </p:cNvCxnSpPr>
          <p:nvPr/>
        </p:nvCxnSpPr>
        <p:spPr>
          <a:xfrm rot="10800000">
            <a:off x="5432225" y="1735250"/>
            <a:ext cx="924000" cy="0"/>
          </a:xfrm>
          <a:prstGeom prst="straightConnector1">
            <a:avLst/>
          </a:prstGeom>
          <a:noFill/>
          <a:ln cap="flat" cmpd="sng" w="9525">
            <a:solidFill>
              <a:schemeClr val="dk2"/>
            </a:solidFill>
            <a:prstDash val="dash"/>
            <a:round/>
            <a:headEnd len="med" w="med" type="none"/>
            <a:tailEnd len="med" w="med" type="triangle"/>
          </a:ln>
        </p:spPr>
      </p:cxnSp>
      <p:cxnSp>
        <p:nvCxnSpPr>
          <p:cNvPr id="2208" name="Google Shape;2208;g3693f7da1e3_0_3726"/>
          <p:cNvCxnSpPr>
            <a:stCxn id="2199" idx="3"/>
            <a:endCxn id="2200" idx="1"/>
          </p:cNvCxnSpPr>
          <p:nvPr/>
        </p:nvCxnSpPr>
        <p:spPr>
          <a:xfrm>
            <a:off x="5443013" y="3784150"/>
            <a:ext cx="970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12" name="Shape 2212"/>
        <p:cNvGrpSpPr/>
        <p:nvPr/>
      </p:nvGrpSpPr>
      <p:grpSpPr>
        <a:xfrm>
          <a:off x="0" y="0"/>
          <a:ext cx="0" cy="0"/>
          <a:chOff x="0" y="0"/>
          <a:chExt cx="0" cy="0"/>
        </a:xfrm>
      </p:grpSpPr>
      <p:sp>
        <p:nvSpPr>
          <p:cNvPr id="2213" name="Google Shape;2213;g3693f7da1e3_0_3748"/>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2214" name="Google Shape;2214;g3693f7da1e3_0_3748"/>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215" name="Google Shape;2215;g3693f7da1e3_0_3748"/>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2216" name="Google Shape;2216;g3693f7da1e3_0_3748"/>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2217" name="Google Shape;2217;g3693f7da1e3_0_3748"/>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22" name="Shape 2222"/>
        <p:cNvGrpSpPr/>
        <p:nvPr/>
      </p:nvGrpSpPr>
      <p:grpSpPr>
        <a:xfrm>
          <a:off x="0" y="0"/>
          <a:ext cx="0" cy="0"/>
          <a:chOff x="0" y="0"/>
          <a:chExt cx="0" cy="0"/>
        </a:xfrm>
      </p:grpSpPr>
      <p:sp>
        <p:nvSpPr>
          <p:cNvPr id="2223" name="Google Shape;2223;g3693f7da1e3_0_3756"/>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224" name="Google Shape;2224;g3693f7da1e3_0_3756"/>
          <p:cNvSpPr/>
          <p:nvPr/>
        </p:nvSpPr>
        <p:spPr>
          <a:xfrm>
            <a:off x="1260275"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 release</a:t>
            </a:r>
            <a:endParaRPr sz="800">
              <a:solidFill>
                <a:schemeClr val="lt2"/>
              </a:solidFill>
              <a:latin typeface="Roboto Light"/>
              <a:ea typeface="Roboto Light"/>
              <a:cs typeface="Roboto Light"/>
              <a:sym typeface="Roboto Light"/>
            </a:endParaRPr>
          </a:p>
        </p:txBody>
      </p:sp>
      <p:cxnSp>
        <p:nvCxnSpPr>
          <p:cNvPr id="2225" name="Google Shape;2225;g3693f7da1e3_0_3756"/>
          <p:cNvCxnSpPr/>
          <p:nvPr/>
        </p:nvCxnSpPr>
        <p:spPr>
          <a:xfrm>
            <a:off x="4137602" y="1136450"/>
            <a:ext cx="0" cy="3688200"/>
          </a:xfrm>
          <a:prstGeom prst="straightConnector1">
            <a:avLst/>
          </a:prstGeom>
          <a:noFill/>
          <a:ln cap="flat" cmpd="sng" w="28575">
            <a:solidFill>
              <a:schemeClr val="accent1"/>
            </a:solidFill>
            <a:prstDash val="dashDot"/>
            <a:round/>
            <a:headEnd len="med" w="med" type="none"/>
            <a:tailEnd len="med" w="med" type="none"/>
          </a:ln>
        </p:spPr>
      </p:cxnSp>
      <p:sp>
        <p:nvSpPr>
          <p:cNvPr id="2226" name="Google Shape;2226;g3693f7da1e3_0_3756"/>
          <p:cNvSpPr/>
          <p:nvPr/>
        </p:nvSpPr>
        <p:spPr>
          <a:xfrm>
            <a:off x="5929838"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cxnSp>
        <p:nvCxnSpPr>
          <p:cNvPr id="2227" name="Google Shape;2227;g3693f7da1e3_0_3756"/>
          <p:cNvCxnSpPr>
            <a:stCxn id="2224" idx="3"/>
            <a:endCxn id="2226" idx="1"/>
          </p:cNvCxnSpPr>
          <p:nvPr/>
        </p:nvCxnSpPr>
        <p:spPr>
          <a:xfrm>
            <a:off x="2163575" y="1622633"/>
            <a:ext cx="3766200" cy="0"/>
          </a:xfrm>
          <a:prstGeom prst="straightConnector1">
            <a:avLst/>
          </a:prstGeom>
          <a:noFill/>
          <a:ln cap="flat" cmpd="sng" w="9525">
            <a:solidFill>
              <a:schemeClr val="dk2"/>
            </a:solidFill>
            <a:prstDash val="solid"/>
            <a:round/>
            <a:headEnd len="med" w="med" type="none"/>
            <a:tailEnd len="med" w="med" type="triangle"/>
          </a:ln>
        </p:spPr>
      </p:cxnSp>
      <p:sp>
        <p:nvSpPr>
          <p:cNvPr id="2228" name="Google Shape;2228;g3693f7da1e3_0_3756"/>
          <p:cNvSpPr txBox="1"/>
          <p:nvPr/>
        </p:nvSpPr>
        <p:spPr>
          <a:xfrm>
            <a:off x="3665714" y="1382333"/>
            <a:ext cx="1594200" cy="2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Roboto Light"/>
                <a:ea typeface="Roboto Light"/>
                <a:cs typeface="Roboto Light"/>
                <a:sym typeface="Roboto Light"/>
              </a:rPr>
              <a:t>Staging  Request to EWM</a:t>
            </a:r>
            <a:endParaRPr sz="800">
              <a:solidFill>
                <a:schemeClr val="dk1"/>
              </a:solidFill>
              <a:latin typeface="Roboto Light"/>
              <a:ea typeface="Roboto Light"/>
              <a:cs typeface="Roboto Light"/>
              <a:sym typeface="Roboto Light"/>
            </a:endParaRPr>
          </a:p>
        </p:txBody>
      </p:sp>
      <p:sp>
        <p:nvSpPr>
          <p:cNvPr id="2229" name="Google Shape;2229;g3693f7da1e3_0_3756"/>
          <p:cNvSpPr/>
          <p:nvPr/>
        </p:nvSpPr>
        <p:spPr>
          <a:xfrm>
            <a:off x="5929838" y="2155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Plan stage for production</a:t>
            </a:r>
            <a:endParaRPr sz="800">
              <a:solidFill>
                <a:schemeClr val="lt2"/>
              </a:solidFill>
              <a:latin typeface="Roboto Light"/>
              <a:ea typeface="Roboto Light"/>
              <a:cs typeface="Roboto Light"/>
              <a:sym typeface="Roboto Light"/>
            </a:endParaRPr>
          </a:p>
        </p:txBody>
      </p:sp>
      <p:sp>
        <p:nvSpPr>
          <p:cNvPr id="2230" name="Google Shape;2230;g3693f7da1e3_0_3756"/>
          <p:cNvSpPr/>
          <p:nvPr/>
        </p:nvSpPr>
        <p:spPr>
          <a:xfrm>
            <a:off x="5929838"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sp>
        <p:nvSpPr>
          <p:cNvPr id="2231" name="Google Shape;2231;g3693f7da1e3_0_3756"/>
          <p:cNvSpPr/>
          <p:nvPr/>
        </p:nvSpPr>
        <p:spPr>
          <a:xfrm>
            <a:off x="7250187"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Note &amp; record exceptions</a:t>
            </a:r>
            <a:endParaRPr sz="800">
              <a:solidFill>
                <a:schemeClr val="lt2"/>
              </a:solidFill>
              <a:latin typeface="Roboto Light"/>
              <a:ea typeface="Roboto Light"/>
              <a:cs typeface="Roboto Light"/>
              <a:sym typeface="Roboto Light"/>
            </a:endParaRPr>
          </a:p>
        </p:txBody>
      </p:sp>
      <p:cxnSp>
        <p:nvCxnSpPr>
          <p:cNvPr id="2232" name="Google Shape;2232;g3693f7da1e3_0_3756"/>
          <p:cNvCxnSpPr>
            <a:stCxn id="2226" idx="2"/>
            <a:endCxn id="2229" idx="0"/>
          </p:cNvCxnSpPr>
          <p:nvPr/>
        </p:nvCxnSpPr>
        <p:spPr>
          <a:xfrm>
            <a:off x="6381488" y="1862933"/>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233" name="Google Shape;2233;g3693f7da1e3_0_3756"/>
          <p:cNvCxnSpPr>
            <a:stCxn id="2229" idx="2"/>
            <a:endCxn id="2230" idx="0"/>
          </p:cNvCxnSpPr>
          <p:nvPr/>
        </p:nvCxnSpPr>
        <p:spPr>
          <a:xfrm>
            <a:off x="6381488" y="2636550"/>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234" name="Google Shape;2234;g3693f7da1e3_0_3756"/>
          <p:cNvCxnSpPr>
            <a:stCxn id="2231" idx="1"/>
            <a:endCxn id="2230" idx="3"/>
          </p:cNvCxnSpPr>
          <p:nvPr/>
        </p:nvCxnSpPr>
        <p:spPr>
          <a:xfrm rot="10800000">
            <a:off x="6833187" y="3169867"/>
            <a:ext cx="417000" cy="0"/>
          </a:xfrm>
          <a:prstGeom prst="straightConnector1">
            <a:avLst/>
          </a:prstGeom>
          <a:noFill/>
          <a:ln cap="flat" cmpd="sng" w="9525">
            <a:solidFill>
              <a:schemeClr val="dk2"/>
            </a:solidFill>
            <a:prstDash val="dash"/>
            <a:round/>
            <a:headEnd len="med" w="med" type="none"/>
            <a:tailEnd len="med" w="med" type="triangle"/>
          </a:ln>
        </p:spPr>
      </p:cxnSp>
      <p:sp>
        <p:nvSpPr>
          <p:cNvPr id="2235" name="Google Shape;2235;g3693f7da1e3_0_3756"/>
          <p:cNvSpPr/>
          <p:nvPr/>
        </p:nvSpPr>
        <p:spPr>
          <a:xfrm>
            <a:off x="5929938" y="3840317"/>
            <a:ext cx="903300" cy="4806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moved to PSA</a:t>
            </a:r>
            <a:endParaRPr sz="600">
              <a:solidFill>
                <a:schemeClr val="lt2"/>
              </a:solidFill>
              <a:latin typeface="Roboto Light"/>
              <a:ea typeface="Roboto Light"/>
              <a:cs typeface="Roboto Light"/>
              <a:sym typeface="Roboto Light"/>
            </a:endParaRPr>
          </a:p>
        </p:txBody>
      </p:sp>
      <p:cxnSp>
        <p:nvCxnSpPr>
          <p:cNvPr id="2236" name="Google Shape;2236;g3693f7da1e3_0_3756"/>
          <p:cNvCxnSpPr>
            <a:stCxn id="2230" idx="2"/>
            <a:endCxn id="2235" idx="0"/>
          </p:cNvCxnSpPr>
          <p:nvPr/>
        </p:nvCxnSpPr>
        <p:spPr>
          <a:xfrm>
            <a:off x="6381488" y="3410167"/>
            <a:ext cx="0" cy="430200"/>
          </a:xfrm>
          <a:prstGeom prst="straightConnector1">
            <a:avLst/>
          </a:prstGeom>
          <a:noFill/>
          <a:ln cap="flat" cmpd="sng" w="9525">
            <a:solidFill>
              <a:schemeClr val="dk2"/>
            </a:solidFill>
            <a:prstDash val="dash"/>
            <a:round/>
            <a:headEnd len="med" w="med" type="none"/>
            <a:tailEnd len="med" w="med" type="triangle"/>
          </a:ln>
        </p:spPr>
      </p:cxnSp>
      <p:sp>
        <p:nvSpPr>
          <p:cNvPr id="2237" name="Google Shape;2237;g3693f7da1e3_0_3756"/>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Execute production staging</a:t>
            </a:r>
            <a:endParaRPr sz="1200">
              <a:solidFill>
                <a:schemeClr val="dk1"/>
              </a:solidFill>
              <a:latin typeface="Roboto Light"/>
              <a:ea typeface="Roboto Light"/>
              <a:cs typeface="Roboto Light"/>
              <a:sym typeface="Roboto Light"/>
            </a:endParaRPr>
          </a:p>
        </p:txBody>
      </p:sp>
      <p:sp>
        <p:nvSpPr>
          <p:cNvPr id="2238" name="Google Shape;2238;g3693f7da1e3_0_3756"/>
          <p:cNvSpPr/>
          <p:nvPr/>
        </p:nvSpPr>
        <p:spPr>
          <a:xfrm>
            <a:off x="1154725" y="1136450"/>
            <a:ext cx="5810100" cy="8235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239" name="Google Shape;2239;g3693f7da1e3_0_3756"/>
          <p:cNvSpPr txBox="1"/>
          <p:nvPr/>
        </p:nvSpPr>
        <p:spPr>
          <a:xfrm>
            <a:off x="3237650" y="1136450"/>
            <a:ext cx="955500" cy="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800">
                <a:solidFill>
                  <a:schemeClr val="dk1"/>
                </a:solidFill>
                <a:latin typeface="Roboto"/>
                <a:ea typeface="Roboto"/>
                <a:cs typeface="Roboto"/>
                <a:sym typeface="Roboto"/>
              </a:rPr>
              <a:t>Automatic</a:t>
            </a:r>
            <a:endParaRPr b="1" i="1" sz="800">
              <a:solidFill>
                <a:schemeClr val="dk1"/>
              </a:solidFill>
              <a:latin typeface="Roboto"/>
              <a:ea typeface="Roboto"/>
              <a:cs typeface="Roboto"/>
              <a:sym typeface="Roboto"/>
            </a:endParaRPr>
          </a:p>
        </p:txBody>
      </p:sp>
      <p:sp>
        <p:nvSpPr>
          <p:cNvPr id="2240" name="Google Shape;2240;g3693f7da1e3_0_3756"/>
          <p:cNvSpPr/>
          <p:nvPr/>
        </p:nvSpPr>
        <p:spPr>
          <a:xfrm>
            <a:off x="5876125" y="2775050"/>
            <a:ext cx="1088700" cy="68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44" name="Shape 2244"/>
        <p:cNvGrpSpPr/>
        <p:nvPr/>
      </p:nvGrpSpPr>
      <p:grpSpPr>
        <a:xfrm>
          <a:off x="0" y="0"/>
          <a:ext cx="0" cy="0"/>
          <a:chOff x="0" y="0"/>
          <a:chExt cx="0" cy="0"/>
        </a:xfrm>
      </p:grpSpPr>
      <p:sp>
        <p:nvSpPr>
          <p:cNvPr id="2245" name="Google Shape;2245;g3693f7da1e3_0_3778"/>
          <p:cNvSpPr txBox="1"/>
          <p:nvPr>
            <p:ph type="title"/>
          </p:nvPr>
        </p:nvSpPr>
        <p:spPr>
          <a:xfrm>
            <a:off x="405014" y="52810"/>
            <a:ext cx="6211200" cy="405000"/>
          </a:xfrm>
          <a:prstGeom prst="rect">
            <a:avLst/>
          </a:prstGeom>
        </p:spPr>
        <p:txBody>
          <a:bodyPr anchorCtr="0" anchor="t" bIns="0" lIns="180000" spcFirstLastPara="1" rIns="180000" wrap="square" tIns="72000">
            <a:noAutofit/>
          </a:bodyPr>
          <a:lstStyle/>
          <a:p>
            <a:pPr indent="0" lvl="0" marL="0" rtl="0" algn="l">
              <a:spcBef>
                <a:spcPts val="0"/>
              </a:spcBef>
              <a:spcAft>
                <a:spcPts val="0"/>
              </a:spcAft>
              <a:buNone/>
            </a:pPr>
            <a:r>
              <a:rPr lang="en-US"/>
              <a:t>L3 Chemical Core Process Flow Diagram </a:t>
            </a:r>
            <a:br>
              <a:rPr lang="en-US"/>
            </a:br>
            <a:r>
              <a:rPr lang="en-US">
                <a:solidFill>
                  <a:schemeClr val="dk1"/>
                </a:solidFill>
                <a:latin typeface="Open Sans"/>
                <a:ea typeface="Open Sans"/>
                <a:cs typeface="Open Sans"/>
                <a:sym typeface="Open Sans"/>
              </a:rPr>
              <a:t>Process Order integration with EWM</a:t>
            </a:r>
            <a:endParaRPr/>
          </a:p>
        </p:txBody>
      </p:sp>
      <p:sp>
        <p:nvSpPr>
          <p:cNvPr id="2246" name="Google Shape;2246;g3693f7da1e3_0_3778"/>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Execute production staging</a:t>
            </a:r>
            <a:endParaRPr sz="1200">
              <a:solidFill>
                <a:schemeClr val="dk1"/>
              </a:solidFill>
              <a:latin typeface="Roboto Light"/>
              <a:ea typeface="Roboto Light"/>
              <a:cs typeface="Roboto Light"/>
              <a:sym typeface="Roboto Light"/>
            </a:endParaRPr>
          </a:p>
        </p:txBody>
      </p:sp>
      <p:sp>
        <p:nvSpPr>
          <p:cNvPr id="2247" name="Google Shape;2247;g3693f7da1e3_0_3778"/>
          <p:cNvSpPr/>
          <p:nvPr/>
        </p:nvSpPr>
        <p:spPr>
          <a:xfrm>
            <a:off x="1425113" y="1599742"/>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Generate pick list</a:t>
            </a:r>
            <a:endParaRPr sz="800">
              <a:solidFill>
                <a:schemeClr val="lt2"/>
              </a:solidFill>
              <a:latin typeface="Roboto Light"/>
              <a:ea typeface="Roboto Light"/>
              <a:cs typeface="Roboto Light"/>
              <a:sym typeface="Roboto Light"/>
            </a:endParaRPr>
          </a:p>
        </p:txBody>
      </p:sp>
      <p:sp>
        <p:nvSpPr>
          <p:cNvPr id="2248" name="Google Shape;2248;g3693f7da1e3_0_3778"/>
          <p:cNvSpPr/>
          <p:nvPr/>
        </p:nvSpPr>
        <p:spPr>
          <a:xfrm>
            <a:off x="2855038" y="1599742"/>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Scan staging WO/Process order on RF</a:t>
            </a:r>
            <a:endParaRPr sz="800">
              <a:solidFill>
                <a:schemeClr val="lt2"/>
              </a:solidFill>
              <a:latin typeface="Roboto Light"/>
              <a:ea typeface="Roboto Light"/>
              <a:cs typeface="Roboto Light"/>
              <a:sym typeface="Roboto Light"/>
            </a:endParaRPr>
          </a:p>
        </p:txBody>
      </p:sp>
      <p:sp>
        <p:nvSpPr>
          <p:cNvPr id="2249" name="Google Shape;2249;g3693f7da1e3_0_3778"/>
          <p:cNvSpPr/>
          <p:nvPr/>
        </p:nvSpPr>
        <p:spPr>
          <a:xfrm>
            <a:off x="4329401" y="1599750"/>
            <a:ext cx="9669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Scan source verification fields on RF</a:t>
            </a:r>
            <a:endParaRPr sz="800">
              <a:solidFill>
                <a:schemeClr val="lt2"/>
              </a:solidFill>
              <a:latin typeface="Roboto Light"/>
              <a:ea typeface="Roboto Light"/>
              <a:cs typeface="Roboto Light"/>
              <a:sym typeface="Roboto Light"/>
            </a:endParaRPr>
          </a:p>
        </p:txBody>
      </p:sp>
      <p:sp>
        <p:nvSpPr>
          <p:cNvPr id="2250" name="Google Shape;2250;g3693f7da1e3_0_3778"/>
          <p:cNvSpPr/>
          <p:nvPr/>
        </p:nvSpPr>
        <p:spPr>
          <a:xfrm>
            <a:off x="6442588" y="2679742"/>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Note &amp; Record  exceptions</a:t>
            </a:r>
            <a:endParaRPr sz="800">
              <a:solidFill>
                <a:schemeClr val="lt2"/>
              </a:solidFill>
              <a:latin typeface="Roboto Light"/>
              <a:ea typeface="Roboto Light"/>
              <a:cs typeface="Roboto Light"/>
              <a:sym typeface="Roboto Light"/>
            </a:endParaRPr>
          </a:p>
        </p:txBody>
      </p:sp>
      <p:sp>
        <p:nvSpPr>
          <p:cNvPr id="2251" name="Google Shape;2251;g3693f7da1e3_0_3778"/>
          <p:cNvSpPr/>
          <p:nvPr/>
        </p:nvSpPr>
        <p:spPr>
          <a:xfrm>
            <a:off x="4118200" y="3702650"/>
            <a:ext cx="1146300" cy="6222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Stock moved from Source bin to destination(PSA)</a:t>
            </a:r>
            <a:endParaRPr sz="800">
              <a:solidFill>
                <a:schemeClr val="lt2"/>
              </a:solidFill>
              <a:latin typeface="Roboto Light"/>
              <a:ea typeface="Roboto Light"/>
              <a:cs typeface="Roboto Light"/>
              <a:sym typeface="Roboto Light"/>
            </a:endParaRPr>
          </a:p>
        </p:txBody>
      </p:sp>
      <p:sp>
        <p:nvSpPr>
          <p:cNvPr id="2252" name="Google Shape;2252;g3693f7da1e3_0_3778"/>
          <p:cNvSpPr/>
          <p:nvPr/>
        </p:nvSpPr>
        <p:spPr>
          <a:xfrm>
            <a:off x="4329401" y="2679750"/>
            <a:ext cx="9669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Scan destination verification fields on RF</a:t>
            </a:r>
            <a:endParaRPr sz="800">
              <a:solidFill>
                <a:schemeClr val="lt2"/>
              </a:solidFill>
              <a:latin typeface="Roboto Light"/>
              <a:ea typeface="Roboto Light"/>
              <a:cs typeface="Roboto Light"/>
              <a:sym typeface="Roboto Light"/>
            </a:endParaRPr>
          </a:p>
        </p:txBody>
      </p:sp>
      <p:cxnSp>
        <p:nvCxnSpPr>
          <p:cNvPr id="2253" name="Google Shape;2253;g3693f7da1e3_0_3778"/>
          <p:cNvCxnSpPr>
            <a:stCxn id="2247" idx="3"/>
            <a:endCxn id="2248" idx="1"/>
          </p:cNvCxnSpPr>
          <p:nvPr/>
        </p:nvCxnSpPr>
        <p:spPr>
          <a:xfrm>
            <a:off x="2328413" y="1840042"/>
            <a:ext cx="526500" cy="0"/>
          </a:xfrm>
          <a:prstGeom prst="straightConnector1">
            <a:avLst/>
          </a:prstGeom>
          <a:noFill/>
          <a:ln cap="flat" cmpd="sng" w="9525">
            <a:solidFill>
              <a:schemeClr val="dk2"/>
            </a:solidFill>
            <a:prstDash val="solid"/>
            <a:round/>
            <a:headEnd len="med" w="med" type="none"/>
            <a:tailEnd len="med" w="med" type="triangle"/>
          </a:ln>
        </p:spPr>
      </p:cxnSp>
      <p:cxnSp>
        <p:nvCxnSpPr>
          <p:cNvPr id="2254" name="Google Shape;2254;g3693f7da1e3_0_3778"/>
          <p:cNvCxnSpPr>
            <a:stCxn id="2248" idx="3"/>
            <a:endCxn id="2249" idx="1"/>
          </p:cNvCxnSpPr>
          <p:nvPr/>
        </p:nvCxnSpPr>
        <p:spPr>
          <a:xfrm>
            <a:off x="3758338" y="1840042"/>
            <a:ext cx="571200" cy="0"/>
          </a:xfrm>
          <a:prstGeom prst="straightConnector1">
            <a:avLst/>
          </a:prstGeom>
          <a:noFill/>
          <a:ln cap="flat" cmpd="sng" w="9525">
            <a:solidFill>
              <a:schemeClr val="dk2"/>
            </a:solidFill>
            <a:prstDash val="solid"/>
            <a:round/>
            <a:headEnd len="med" w="med" type="none"/>
            <a:tailEnd len="med" w="med" type="triangle"/>
          </a:ln>
        </p:spPr>
      </p:cxnSp>
      <p:cxnSp>
        <p:nvCxnSpPr>
          <p:cNvPr id="2255" name="Google Shape;2255;g3693f7da1e3_0_3778"/>
          <p:cNvCxnSpPr>
            <a:stCxn id="2249" idx="2"/>
            <a:endCxn id="2252" idx="0"/>
          </p:cNvCxnSpPr>
          <p:nvPr/>
        </p:nvCxnSpPr>
        <p:spPr>
          <a:xfrm>
            <a:off x="4812851" y="2080350"/>
            <a:ext cx="0" cy="599400"/>
          </a:xfrm>
          <a:prstGeom prst="straightConnector1">
            <a:avLst/>
          </a:prstGeom>
          <a:noFill/>
          <a:ln cap="flat" cmpd="sng" w="9525">
            <a:solidFill>
              <a:schemeClr val="dk2"/>
            </a:solidFill>
            <a:prstDash val="solid"/>
            <a:round/>
            <a:headEnd len="med" w="med" type="none"/>
            <a:tailEnd len="med" w="med" type="triangle"/>
          </a:ln>
        </p:spPr>
      </p:cxnSp>
      <p:cxnSp>
        <p:nvCxnSpPr>
          <p:cNvPr id="2256" name="Google Shape;2256;g3693f7da1e3_0_3778"/>
          <p:cNvCxnSpPr>
            <a:stCxn id="2252" idx="3"/>
            <a:endCxn id="2250" idx="1"/>
          </p:cNvCxnSpPr>
          <p:nvPr/>
        </p:nvCxnSpPr>
        <p:spPr>
          <a:xfrm>
            <a:off x="5296301" y="2920050"/>
            <a:ext cx="1146300" cy="0"/>
          </a:xfrm>
          <a:prstGeom prst="straightConnector1">
            <a:avLst/>
          </a:prstGeom>
          <a:noFill/>
          <a:ln cap="flat" cmpd="sng" w="9525">
            <a:solidFill>
              <a:schemeClr val="dk2"/>
            </a:solidFill>
            <a:prstDash val="solid"/>
            <a:round/>
            <a:headEnd len="med" w="med" type="none"/>
            <a:tailEnd len="med" w="med" type="triangle"/>
          </a:ln>
        </p:spPr>
      </p:cxnSp>
      <p:cxnSp>
        <p:nvCxnSpPr>
          <p:cNvPr id="2257" name="Google Shape;2257;g3693f7da1e3_0_3778"/>
          <p:cNvCxnSpPr>
            <a:stCxn id="2250" idx="2"/>
            <a:endCxn id="2251" idx="3"/>
          </p:cNvCxnSpPr>
          <p:nvPr/>
        </p:nvCxnSpPr>
        <p:spPr>
          <a:xfrm rot="5400000">
            <a:off x="5652688" y="2772292"/>
            <a:ext cx="853500" cy="1629600"/>
          </a:xfrm>
          <a:prstGeom prst="bentConnector2">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61" name="Shape 2261"/>
        <p:cNvGrpSpPr/>
        <p:nvPr/>
      </p:nvGrpSpPr>
      <p:grpSpPr>
        <a:xfrm>
          <a:off x="0" y="0"/>
          <a:ext cx="0" cy="0"/>
          <a:chOff x="0" y="0"/>
          <a:chExt cx="0" cy="0"/>
        </a:xfrm>
      </p:grpSpPr>
      <p:sp>
        <p:nvSpPr>
          <p:cNvPr id="2262" name="Google Shape;2262;g3693f7da1e3_0_3794"/>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2263" name="Google Shape;2263;g3693f7da1e3_0_3794"/>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264" name="Google Shape;2264;g3693f7da1e3_0_3794"/>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2265" name="Google Shape;2265;g3693f7da1e3_0_3794"/>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2266" name="Google Shape;2266;g3693f7da1e3_0_3794"/>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71" name="Shape 2271"/>
        <p:cNvGrpSpPr/>
        <p:nvPr/>
      </p:nvGrpSpPr>
      <p:grpSpPr>
        <a:xfrm>
          <a:off x="0" y="0"/>
          <a:ext cx="0" cy="0"/>
          <a:chOff x="0" y="0"/>
          <a:chExt cx="0" cy="0"/>
        </a:xfrm>
      </p:grpSpPr>
      <p:sp>
        <p:nvSpPr>
          <p:cNvPr id="2272" name="Google Shape;2272;g3693f7da1e3_0_3802"/>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273" name="Google Shape;2273;g3693f7da1e3_0_3802"/>
          <p:cNvSpPr/>
          <p:nvPr/>
        </p:nvSpPr>
        <p:spPr>
          <a:xfrm>
            <a:off x="1260275"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 release</a:t>
            </a:r>
            <a:endParaRPr sz="800">
              <a:solidFill>
                <a:schemeClr val="lt2"/>
              </a:solidFill>
              <a:latin typeface="Roboto Light"/>
              <a:ea typeface="Roboto Light"/>
              <a:cs typeface="Roboto Light"/>
              <a:sym typeface="Roboto Light"/>
            </a:endParaRPr>
          </a:p>
        </p:txBody>
      </p:sp>
      <p:cxnSp>
        <p:nvCxnSpPr>
          <p:cNvPr id="2274" name="Google Shape;2274;g3693f7da1e3_0_3802"/>
          <p:cNvCxnSpPr/>
          <p:nvPr/>
        </p:nvCxnSpPr>
        <p:spPr>
          <a:xfrm>
            <a:off x="4137602" y="1136450"/>
            <a:ext cx="0" cy="3688200"/>
          </a:xfrm>
          <a:prstGeom prst="straightConnector1">
            <a:avLst/>
          </a:prstGeom>
          <a:noFill/>
          <a:ln cap="flat" cmpd="sng" w="28575">
            <a:solidFill>
              <a:schemeClr val="accent1"/>
            </a:solidFill>
            <a:prstDash val="dashDot"/>
            <a:round/>
            <a:headEnd len="med" w="med" type="none"/>
            <a:tailEnd len="med" w="med" type="none"/>
          </a:ln>
        </p:spPr>
      </p:cxnSp>
      <p:sp>
        <p:nvSpPr>
          <p:cNvPr id="2275" name="Google Shape;2275;g3693f7da1e3_0_3802"/>
          <p:cNvSpPr/>
          <p:nvPr/>
        </p:nvSpPr>
        <p:spPr>
          <a:xfrm>
            <a:off x="5929838" y="13823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Production material request</a:t>
            </a:r>
            <a:endParaRPr sz="800">
              <a:solidFill>
                <a:schemeClr val="lt2"/>
              </a:solidFill>
              <a:latin typeface="Roboto Light"/>
              <a:ea typeface="Roboto Light"/>
              <a:cs typeface="Roboto Light"/>
              <a:sym typeface="Roboto Light"/>
            </a:endParaRPr>
          </a:p>
        </p:txBody>
      </p:sp>
      <p:cxnSp>
        <p:nvCxnSpPr>
          <p:cNvPr id="2276" name="Google Shape;2276;g3693f7da1e3_0_3802"/>
          <p:cNvCxnSpPr>
            <a:stCxn id="2273" idx="3"/>
            <a:endCxn id="2275" idx="1"/>
          </p:cNvCxnSpPr>
          <p:nvPr/>
        </p:nvCxnSpPr>
        <p:spPr>
          <a:xfrm>
            <a:off x="2163575" y="1622633"/>
            <a:ext cx="3766200" cy="0"/>
          </a:xfrm>
          <a:prstGeom prst="straightConnector1">
            <a:avLst/>
          </a:prstGeom>
          <a:noFill/>
          <a:ln cap="flat" cmpd="sng" w="9525">
            <a:solidFill>
              <a:schemeClr val="dk2"/>
            </a:solidFill>
            <a:prstDash val="solid"/>
            <a:round/>
            <a:headEnd len="med" w="med" type="none"/>
            <a:tailEnd len="med" w="med" type="triangle"/>
          </a:ln>
        </p:spPr>
      </p:cxnSp>
      <p:sp>
        <p:nvSpPr>
          <p:cNvPr id="2277" name="Google Shape;2277;g3693f7da1e3_0_3802"/>
          <p:cNvSpPr txBox="1"/>
          <p:nvPr/>
        </p:nvSpPr>
        <p:spPr>
          <a:xfrm>
            <a:off x="3665714" y="1382333"/>
            <a:ext cx="1594200" cy="2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Roboto Light"/>
                <a:ea typeface="Roboto Light"/>
                <a:cs typeface="Roboto Light"/>
                <a:sym typeface="Roboto Light"/>
              </a:rPr>
              <a:t>Staging  Request to EWM</a:t>
            </a:r>
            <a:endParaRPr sz="800">
              <a:solidFill>
                <a:schemeClr val="dk1"/>
              </a:solidFill>
              <a:latin typeface="Roboto Light"/>
              <a:ea typeface="Roboto Light"/>
              <a:cs typeface="Roboto Light"/>
              <a:sym typeface="Roboto Light"/>
            </a:endParaRPr>
          </a:p>
        </p:txBody>
      </p:sp>
      <p:sp>
        <p:nvSpPr>
          <p:cNvPr id="2278" name="Google Shape;2278;g3693f7da1e3_0_3802"/>
          <p:cNvSpPr/>
          <p:nvPr/>
        </p:nvSpPr>
        <p:spPr>
          <a:xfrm>
            <a:off x="5929838" y="2155950"/>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Plan stage for production</a:t>
            </a:r>
            <a:endParaRPr sz="800">
              <a:solidFill>
                <a:schemeClr val="lt2"/>
              </a:solidFill>
              <a:latin typeface="Roboto Light"/>
              <a:ea typeface="Roboto Light"/>
              <a:cs typeface="Roboto Light"/>
              <a:sym typeface="Roboto Light"/>
            </a:endParaRPr>
          </a:p>
        </p:txBody>
      </p:sp>
      <p:sp>
        <p:nvSpPr>
          <p:cNvPr id="2279" name="Google Shape;2279;g3693f7da1e3_0_3802"/>
          <p:cNvSpPr/>
          <p:nvPr/>
        </p:nvSpPr>
        <p:spPr>
          <a:xfrm>
            <a:off x="5929838"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Execute production staging</a:t>
            </a:r>
            <a:endParaRPr sz="800">
              <a:solidFill>
                <a:schemeClr val="lt2"/>
              </a:solidFill>
              <a:latin typeface="Roboto Light"/>
              <a:ea typeface="Roboto Light"/>
              <a:cs typeface="Roboto Light"/>
              <a:sym typeface="Roboto Light"/>
            </a:endParaRPr>
          </a:p>
        </p:txBody>
      </p:sp>
      <p:sp>
        <p:nvSpPr>
          <p:cNvPr id="2280" name="Google Shape;2280;g3693f7da1e3_0_3802"/>
          <p:cNvSpPr/>
          <p:nvPr/>
        </p:nvSpPr>
        <p:spPr>
          <a:xfrm>
            <a:off x="7250187" y="2929567"/>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Note &amp; record exceptions</a:t>
            </a:r>
            <a:endParaRPr sz="800">
              <a:solidFill>
                <a:schemeClr val="lt2"/>
              </a:solidFill>
              <a:latin typeface="Roboto Light"/>
              <a:ea typeface="Roboto Light"/>
              <a:cs typeface="Roboto Light"/>
              <a:sym typeface="Roboto Light"/>
            </a:endParaRPr>
          </a:p>
        </p:txBody>
      </p:sp>
      <p:cxnSp>
        <p:nvCxnSpPr>
          <p:cNvPr id="2281" name="Google Shape;2281;g3693f7da1e3_0_3802"/>
          <p:cNvCxnSpPr>
            <a:stCxn id="2275" idx="2"/>
            <a:endCxn id="2278" idx="0"/>
          </p:cNvCxnSpPr>
          <p:nvPr/>
        </p:nvCxnSpPr>
        <p:spPr>
          <a:xfrm>
            <a:off x="6381488" y="1862933"/>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282" name="Google Shape;2282;g3693f7da1e3_0_3802"/>
          <p:cNvCxnSpPr>
            <a:stCxn id="2278" idx="2"/>
            <a:endCxn id="2279" idx="0"/>
          </p:cNvCxnSpPr>
          <p:nvPr/>
        </p:nvCxnSpPr>
        <p:spPr>
          <a:xfrm>
            <a:off x="6381488" y="2636550"/>
            <a:ext cx="0" cy="293100"/>
          </a:xfrm>
          <a:prstGeom prst="straightConnector1">
            <a:avLst/>
          </a:prstGeom>
          <a:noFill/>
          <a:ln cap="flat" cmpd="sng" w="9525">
            <a:solidFill>
              <a:schemeClr val="dk2"/>
            </a:solidFill>
            <a:prstDash val="solid"/>
            <a:round/>
            <a:headEnd len="med" w="med" type="none"/>
            <a:tailEnd len="med" w="med" type="triangle"/>
          </a:ln>
        </p:spPr>
      </p:cxnSp>
      <p:cxnSp>
        <p:nvCxnSpPr>
          <p:cNvPr id="2283" name="Google Shape;2283;g3693f7da1e3_0_3802"/>
          <p:cNvCxnSpPr>
            <a:stCxn id="2280" idx="1"/>
            <a:endCxn id="2279" idx="3"/>
          </p:cNvCxnSpPr>
          <p:nvPr/>
        </p:nvCxnSpPr>
        <p:spPr>
          <a:xfrm rot="10800000">
            <a:off x="6833187" y="3169867"/>
            <a:ext cx="417000" cy="0"/>
          </a:xfrm>
          <a:prstGeom prst="straightConnector1">
            <a:avLst/>
          </a:prstGeom>
          <a:noFill/>
          <a:ln cap="flat" cmpd="sng" w="9525">
            <a:solidFill>
              <a:schemeClr val="dk2"/>
            </a:solidFill>
            <a:prstDash val="dash"/>
            <a:round/>
            <a:headEnd len="med" w="med" type="none"/>
            <a:tailEnd len="med" w="med" type="triangle"/>
          </a:ln>
        </p:spPr>
      </p:cxnSp>
      <p:sp>
        <p:nvSpPr>
          <p:cNvPr id="2284" name="Google Shape;2284;g3693f7da1e3_0_3802"/>
          <p:cNvSpPr/>
          <p:nvPr/>
        </p:nvSpPr>
        <p:spPr>
          <a:xfrm>
            <a:off x="5929938" y="3840317"/>
            <a:ext cx="903300" cy="4806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moved to PSA</a:t>
            </a:r>
            <a:endParaRPr sz="600">
              <a:solidFill>
                <a:schemeClr val="lt2"/>
              </a:solidFill>
              <a:latin typeface="Roboto Light"/>
              <a:ea typeface="Roboto Light"/>
              <a:cs typeface="Roboto Light"/>
              <a:sym typeface="Roboto Light"/>
            </a:endParaRPr>
          </a:p>
        </p:txBody>
      </p:sp>
      <p:cxnSp>
        <p:nvCxnSpPr>
          <p:cNvPr id="2285" name="Google Shape;2285;g3693f7da1e3_0_3802"/>
          <p:cNvCxnSpPr>
            <a:stCxn id="2279" idx="2"/>
            <a:endCxn id="2284" idx="0"/>
          </p:cNvCxnSpPr>
          <p:nvPr/>
        </p:nvCxnSpPr>
        <p:spPr>
          <a:xfrm>
            <a:off x="6381488" y="3410167"/>
            <a:ext cx="0" cy="430200"/>
          </a:xfrm>
          <a:prstGeom prst="straightConnector1">
            <a:avLst/>
          </a:prstGeom>
          <a:noFill/>
          <a:ln cap="flat" cmpd="sng" w="9525">
            <a:solidFill>
              <a:schemeClr val="dk2"/>
            </a:solidFill>
            <a:prstDash val="dash"/>
            <a:round/>
            <a:headEnd len="med" w="med" type="none"/>
            <a:tailEnd len="med" w="med" type="triangle"/>
          </a:ln>
        </p:spPr>
      </p:cxnSp>
      <p:sp>
        <p:nvSpPr>
          <p:cNvPr id="2286" name="Google Shape;2286;g3693f7da1e3_0_3802"/>
          <p:cNvSpPr txBox="1"/>
          <p:nvPr/>
        </p:nvSpPr>
        <p:spPr>
          <a:xfrm>
            <a:off x="7659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Staging for production</a:t>
            </a:r>
            <a:endParaRPr sz="1200">
              <a:solidFill>
                <a:schemeClr val="dk1"/>
              </a:solidFill>
              <a:latin typeface="Roboto Light"/>
              <a:ea typeface="Roboto Light"/>
              <a:cs typeface="Roboto Light"/>
              <a:sym typeface="Roboto Light"/>
            </a:endParaRPr>
          </a:p>
        </p:txBody>
      </p:sp>
      <p:sp>
        <p:nvSpPr>
          <p:cNvPr id="2287" name="Google Shape;2287;g3693f7da1e3_0_3802"/>
          <p:cNvSpPr/>
          <p:nvPr/>
        </p:nvSpPr>
        <p:spPr>
          <a:xfrm>
            <a:off x="1154725" y="1136450"/>
            <a:ext cx="5810100" cy="8235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288" name="Google Shape;2288;g3693f7da1e3_0_3802"/>
          <p:cNvSpPr txBox="1"/>
          <p:nvPr/>
        </p:nvSpPr>
        <p:spPr>
          <a:xfrm>
            <a:off x="3237650" y="1136450"/>
            <a:ext cx="955500" cy="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800">
                <a:solidFill>
                  <a:schemeClr val="dk1"/>
                </a:solidFill>
                <a:latin typeface="Roboto"/>
                <a:ea typeface="Roboto"/>
                <a:cs typeface="Roboto"/>
                <a:sym typeface="Roboto"/>
              </a:rPr>
              <a:t>Automatic</a:t>
            </a:r>
            <a:endParaRPr b="1" i="1" sz="800">
              <a:solidFill>
                <a:schemeClr val="dk1"/>
              </a:solidFill>
              <a:latin typeface="Roboto"/>
              <a:ea typeface="Roboto"/>
              <a:cs typeface="Roboto"/>
              <a:sym typeface="Roboto"/>
            </a:endParaRPr>
          </a:p>
        </p:txBody>
      </p:sp>
      <p:sp>
        <p:nvSpPr>
          <p:cNvPr id="2289" name="Google Shape;2289;g3693f7da1e3_0_3802"/>
          <p:cNvSpPr/>
          <p:nvPr/>
        </p:nvSpPr>
        <p:spPr>
          <a:xfrm>
            <a:off x="7157475" y="2826375"/>
            <a:ext cx="1088700" cy="68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93" name="Shape 2293"/>
        <p:cNvGrpSpPr/>
        <p:nvPr/>
      </p:nvGrpSpPr>
      <p:grpSpPr>
        <a:xfrm>
          <a:off x="0" y="0"/>
          <a:ext cx="0" cy="0"/>
          <a:chOff x="0" y="0"/>
          <a:chExt cx="0" cy="0"/>
        </a:xfrm>
      </p:grpSpPr>
      <p:sp>
        <p:nvSpPr>
          <p:cNvPr id="2294" name="Google Shape;2294;g3693f7da1e3_0_3824"/>
          <p:cNvSpPr txBox="1"/>
          <p:nvPr>
            <p:ph idx="1" type="body"/>
          </p:nvPr>
        </p:nvSpPr>
        <p:spPr>
          <a:xfrm>
            <a:off x="170991" y="875391"/>
            <a:ext cx="8802000" cy="3780000"/>
          </a:xfrm>
          <a:prstGeom prst="rect">
            <a:avLst/>
          </a:prstGeom>
        </p:spPr>
        <p:txBody>
          <a:bodyPr anchorCtr="0" anchor="t" bIns="0" lIns="180000" spcFirstLastPara="1" rIns="180000" wrap="square" tIns="72000">
            <a:normAutofit/>
          </a:bodyPr>
          <a:lstStyle/>
          <a:p>
            <a:pPr indent="0" lvl="0" marL="0" rtl="0" algn="l">
              <a:spcBef>
                <a:spcPts val="750"/>
              </a:spcBef>
              <a:spcAft>
                <a:spcPts val="0"/>
              </a:spcAft>
              <a:buNone/>
            </a:pPr>
            <a:r>
              <a:t/>
            </a:r>
            <a:endParaRPr/>
          </a:p>
          <a:p>
            <a:pPr indent="0" lvl="0" marL="0" rtl="0" algn="l">
              <a:spcBef>
                <a:spcPts val="750"/>
              </a:spcBef>
              <a:spcAft>
                <a:spcPts val="0"/>
              </a:spcAft>
              <a:buNone/>
            </a:pPr>
            <a:r>
              <a:t/>
            </a:r>
            <a:endParaRPr/>
          </a:p>
        </p:txBody>
      </p:sp>
      <p:sp>
        <p:nvSpPr>
          <p:cNvPr id="2295" name="Google Shape;2295;g3693f7da1e3_0_3824"/>
          <p:cNvSpPr/>
          <p:nvPr/>
        </p:nvSpPr>
        <p:spPr>
          <a:xfrm>
            <a:off x="285500" y="2368488"/>
            <a:ext cx="1065300" cy="5418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Perform physical picking </a:t>
            </a:r>
            <a:endParaRPr sz="800">
              <a:solidFill>
                <a:srgbClr val="FFFFFF"/>
              </a:solidFill>
              <a:latin typeface="Roboto Light"/>
              <a:ea typeface="Roboto Light"/>
              <a:cs typeface="Roboto Light"/>
              <a:sym typeface="Roboto Light"/>
            </a:endParaRPr>
          </a:p>
        </p:txBody>
      </p:sp>
      <p:sp>
        <p:nvSpPr>
          <p:cNvPr id="2296" name="Google Shape;2296;g3693f7da1e3_0_3824"/>
          <p:cNvSpPr/>
          <p:nvPr/>
        </p:nvSpPr>
        <p:spPr>
          <a:xfrm>
            <a:off x="1898300" y="2108800"/>
            <a:ext cx="1189525" cy="1061200"/>
          </a:xfrm>
          <a:prstGeom prst="flowChartDecision">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Any discrepancy with bin/stock?</a:t>
            </a:r>
            <a:endParaRPr sz="600">
              <a:latin typeface="Roboto Light"/>
              <a:ea typeface="Roboto Light"/>
              <a:cs typeface="Roboto Light"/>
              <a:sym typeface="Roboto Light"/>
            </a:endParaRPr>
          </a:p>
        </p:txBody>
      </p:sp>
      <p:sp>
        <p:nvSpPr>
          <p:cNvPr id="2297" name="Google Shape;2297;g3693f7da1e3_0_3824"/>
          <p:cNvSpPr/>
          <p:nvPr/>
        </p:nvSpPr>
        <p:spPr>
          <a:xfrm>
            <a:off x="3369850" y="3487063"/>
            <a:ext cx="1065300" cy="541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Pick the required stock from system suggested source location</a:t>
            </a:r>
            <a:endParaRPr sz="800">
              <a:solidFill>
                <a:schemeClr val="lt2"/>
              </a:solidFill>
              <a:latin typeface="Roboto Light"/>
              <a:ea typeface="Roboto Light"/>
              <a:cs typeface="Roboto Light"/>
              <a:sym typeface="Roboto Light"/>
            </a:endParaRPr>
          </a:p>
        </p:txBody>
      </p:sp>
      <p:sp>
        <p:nvSpPr>
          <p:cNvPr id="2298" name="Google Shape;2298;g3693f7da1e3_0_3824"/>
          <p:cNvSpPr/>
          <p:nvPr/>
        </p:nvSpPr>
        <p:spPr>
          <a:xfrm>
            <a:off x="5175300" y="3487063"/>
            <a:ext cx="1065300" cy="541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Move the stock to the system suggested destination</a:t>
            </a:r>
            <a:endParaRPr sz="800">
              <a:solidFill>
                <a:schemeClr val="lt2"/>
              </a:solidFill>
              <a:latin typeface="Roboto Light"/>
              <a:ea typeface="Roboto Light"/>
              <a:cs typeface="Roboto Light"/>
              <a:sym typeface="Roboto Light"/>
            </a:endParaRPr>
          </a:p>
        </p:txBody>
      </p:sp>
      <p:sp>
        <p:nvSpPr>
          <p:cNvPr id="2299" name="Google Shape;2299;g3693f7da1e3_0_3824"/>
          <p:cNvSpPr txBox="1"/>
          <p:nvPr/>
        </p:nvSpPr>
        <p:spPr>
          <a:xfrm>
            <a:off x="5421925" y="3996400"/>
            <a:ext cx="9102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latin typeface="Roboto Light"/>
                <a:ea typeface="Roboto Light"/>
                <a:cs typeface="Roboto Light"/>
                <a:sym typeface="Roboto Light"/>
              </a:rPr>
              <a:t>PSA</a:t>
            </a:r>
            <a:endParaRPr sz="600">
              <a:solidFill>
                <a:srgbClr val="000000"/>
              </a:solidFill>
              <a:latin typeface="Roboto Light"/>
              <a:ea typeface="Roboto Light"/>
              <a:cs typeface="Roboto Light"/>
              <a:sym typeface="Roboto Light"/>
            </a:endParaRPr>
          </a:p>
        </p:txBody>
      </p:sp>
      <p:sp>
        <p:nvSpPr>
          <p:cNvPr id="2300" name="Google Shape;2300;g3693f7da1e3_0_3824"/>
          <p:cNvSpPr/>
          <p:nvPr/>
        </p:nvSpPr>
        <p:spPr>
          <a:xfrm>
            <a:off x="3483175" y="1338563"/>
            <a:ext cx="1065300" cy="541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Perform pick denial</a:t>
            </a:r>
            <a:endParaRPr sz="800">
              <a:solidFill>
                <a:schemeClr val="lt2"/>
              </a:solidFill>
              <a:latin typeface="Roboto Light"/>
              <a:ea typeface="Roboto Light"/>
              <a:cs typeface="Roboto Light"/>
              <a:sym typeface="Roboto Light"/>
            </a:endParaRPr>
          </a:p>
        </p:txBody>
      </p:sp>
      <p:sp>
        <p:nvSpPr>
          <p:cNvPr id="2301" name="Google Shape;2301;g3693f7da1e3_0_3824"/>
          <p:cNvSpPr/>
          <p:nvPr/>
        </p:nvSpPr>
        <p:spPr>
          <a:xfrm>
            <a:off x="5126675" y="1338563"/>
            <a:ext cx="1065300" cy="541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Adjust pick qty using exception codes</a:t>
            </a:r>
            <a:endParaRPr sz="800">
              <a:solidFill>
                <a:schemeClr val="lt2"/>
              </a:solidFill>
              <a:latin typeface="Roboto Light"/>
              <a:ea typeface="Roboto Light"/>
              <a:cs typeface="Roboto Light"/>
              <a:sym typeface="Roboto Light"/>
            </a:endParaRPr>
          </a:p>
        </p:txBody>
      </p:sp>
      <p:sp>
        <p:nvSpPr>
          <p:cNvPr id="2302" name="Google Shape;2302;g3693f7da1e3_0_3824"/>
          <p:cNvSpPr/>
          <p:nvPr/>
        </p:nvSpPr>
        <p:spPr>
          <a:xfrm>
            <a:off x="6473675" y="2108800"/>
            <a:ext cx="1189525" cy="1061200"/>
          </a:xfrm>
          <a:prstGeom prst="flowChartDecision">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Alternate stock exists?</a:t>
            </a:r>
            <a:endParaRPr sz="600">
              <a:latin typeface="Roboto Light"/>
              <a:ea typeface="Roboto Light"/>
              <a:cs typeface="Roboto Light"/>
              <a:sym typeface="Roboto Light"/>
            </a:endParaRPr>
          </a:p>
        </p:txBody>
      </p:sp>
      <p:sp>
        <p:nvSpPr>
          <p:cNvPr id="2303" name="Google Shape;2303;g3693f7da1e3_0_3824"/>
          <p:cNvSpPr/>
          <p:nvPr/>
        </p:nvSpPr>
        <p:spPr>
          <a:xfrm>
            <a:off x="7826775" y="3193088"/>
            <a:ext cx="1065300" cy="541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Staging cannot be proceeded</a:t>
            </a:r>
            <a:endParaRPr sz="800">
              <a:solidFill>
                <a:schemeClr val="lt2"/>
              </a:solidFill>
              <a:latin typeface="Roboto Light"/>
              <a:ea typeface="Roboto Light"/>
              <a:cs typeface="Roboto Light"/>
              <a:sym typeface="Roboto Light"/>
            </a:endParaRPr>
          </a:p>
        </p:txBody>
      </p:sp>
      <p:cxnSp>
        <p:nvCxnSpPr>
          <p:cNvPr id="2304" name="Google Shape;2304;g3693f7da1e3_0_3824"/>
          <p:cNvCxnSpPr>
            <a:stCxn id="2295" idx="3"/>
            <a:endCxn id="2296" idx="1"/>
          </p:cNvCxnSpPr>
          <p:nvPr/>
        </p:nvCxnSpPr>
        <p:spPr>
          <a:xfrm>
            <a:off x="1350800" y="2639388"/>
            <a:ext cx="547500" cy="0"/>
          </a:xfrm>
          <a:prstGeom prst="straightConnector1">
            <a:avLst/>
          </a:prstGeom>
          <a:noFill/>
          <a:ln cap="flat" cmpd="sng" w="9525">
            <a:solidFill>
              <a:srgbClr val="000000"/>
            </a:solidFill>
            <a:prstDash val="solid"/>
            <a:round/>
            <a:headEnd len="med" w="med" type="none"/>
            <a:tailEnd len="med" w="med" type="triangle"/>
          </a:ln>
        </p:spPr>
      </p:cxnSp>
      <p:cxnSp>
        <p:nvCxnSpPr>
          <p:cNvPr id="2305" name="Google Shape;2305;g3693f7da1e3_0_3824"/>
          <p:cNvCxnSpPr>
            <a:stCxn id="2296" idx="0"/>
            <a:endCxn id="2300" idx="1"/>
          </p:cNvCxnSpPr>
          <p:nvPr/>
        </p:nvCxnSpPr>
        <p:spPr>
          <a:xfrm rot="-5400000">
            <a:off x="2738463" y="1364200"/>
            <a:ext cx="499200" cy="990000"/>
          </a:xfrm>
          <a:prstGeom prst="bentConnector2">
            <a:avLst/>
          </a:prstGeom>
          <a:noFill/>
          <a:ln cap="flat" cmpd="sng" w="9525">
            <a:solidFill>
              <a:srgbClr val="000000"/>
            </a:solidFill>
            <a:prstDash val="solid"/>
            <a:round/>
            <a:headEnd len="med" w="med" type="none"/>
            <a:tailEnd len="med" w="med" type="triangle"/>
          </a:ln>
        </p:spPr>
      </p:cxnSp>
      <p:cxnSp>
        <p:nvCxnSpPr>
          <p:cNvPr id="2306" name="Google Shape;2306;g3693f7da1e3_0_3824"/>
          <p:cNvCxnSpPr>
            <a:stCxn id="2296" idx="2"/>
            <a:endCxn id="2297" idx="1"/>
          </p:cNvCxnSpPr>
          <p:nvPr/>
        </p:nvCxnSpPr>
        <p:spPr>
          <a:xfrm flipH="1" rot="-5400000">
            <a:off x="2637513" y="3025550"/>
            <a:ext cx="588000" cy="876900"/>
          </a:xfrm>
          <a:prstGeom prst="bentConnector2">
            <a:avLst/>
          </a:prstGeom>
          <a:noFill/>
          <a:ln cap="flat" cmpd="sng" w="9525">
            <a:solidFill>
              <a:srgbClr val="000000"/>
            </a:solidFill>
            <a:prstDash val="solid"/>
            <a:round/>
            <a:headEnd len="med" w="med" type="none"/>
            <a:tailEnd len="med" w="med" type="triangle"/>
          </a:ln>
        </p:spPr>
      </p:cxnSp>
      <p:cxnSp>
        <p:nvCxnSpPr>
          <p:cNvPr id="2307" name="Google Shape;2307;g3693f7da1e3_0_3824"/>
          <p:cNvCxnSpPr>
            <a:stCxn id="2300" idx="3"/>
            <a:endCxn id="2301" idx="1"/>
          </p:cNvCxnSpPr>
          <p:nvPr/>
        </p:nvCxnSpPr>
        <p:spPr>
          <a:xfrm>
            <a:off x="4548475" y="1609463"/>
            <a:ext cx="578100" cy="0"/>
          </a:xfrm>
          <a:prstGeom prst="straightConnector1">
            <a:avLst/>
          </a:prstGeom>
          <a:noFill/>
          <a:ln cap="flat" cmpd="sng" w="9525">
            <a:solidFill>
              <a:srgbClr val="000000"/>
            </a:solidFill>
            <a:prstDash val="solid"/>
            <a:round/>
            <a:headEnd len="med" w="med" type="none"/>
            <a:tailEnd len="med" w="med" type="triangle"/>
          </a:ln>
        </p:spPr>
      </p:cxnSp>
      <p:cxnSp>
        <p:nvCxnSpPr>
          <p:cNvPr id="2308" name="Google Shape;2308;g3693f7da1e3_0_3824"/>
          <p:cNvCxnSpPr>
            <a:stCxn id="2301" idx="3"/>
            <a:endCxn id="2302" idx="0"/>
          </p:cNvCxnSpPr>
          <p:nvPr/>
        </p:nvCxnSpPr>
        <p:spPr>
          <a:xfrm>
            <a:off x="6191975" y="1609463"/>
            <a:ext cx="876600" cy="499200"/>
          </a:xfrm>
          <a:prstGeom prst="bentConnector2">
            <a:avLst/>
          </a:prstGeom>
          <a:noFill/>
          <a:ln cap="flat" cmpd="sng" w="9525">
            <a:solidFill>
              <a:srgbClr val="000000"/>
            </a:solidFill>
            <a:prstDash val="solid"/>
            <a:round/>
            <a:headEnd len="med" w="med" type="none"/>
            <a:tailEnd len="med" w="med" type="triangle"/>
          </a:ln>
        </p:spPr>
      </p:cxnSp>
      <p:cxnSp>
        <p:nvCxnSpPr>
          <p:cNvPr id="2309" name="Google Shape;2309;g3693f7da1e3_0_3824"/>
          <p:cNvCxnSpPr>
            <a:stCxn id="2302" idx="1"/>
            <a:endCxn id="2295" idx="2"/>
          </p:cNvCxnSpPr>
          <p:nvPr/>
        </p:nvCxnSpPr>
        <p:spPr>
          <a:xfrm flipH="1">
            <a:off x="818075" y="2639400"/>
            <a:ext cx="5655600" cy="270900"/>
          </a:xfrm>
          <a:prstGeom prst="bentConnector4">
            <a:avLst>
              <a:gd fmla="val 2513" name="adj1"/>
              <a:gd fmla="val 675443" name="adj2"/>
            </a:avLst>
          </a:prstGeom>
          <a:noFill/>
          <a:ln cap="flat" cmpd="sng" w="9525">
            <a:solidFill>
              <a:srgbClr val="000000"/>
            </a:solidFill>
            <a:prstDash val="solid"/>
            <a:round/>
            <a:headEnd len="med" w="med" type="none"/>
            <a:tailEnd len="med" w="med" type="triangle"/>
          </a:ln>
        </p:spPr>
      </p:cxnSp>
      <p:sp>
        <p:nvSpPr>
          <p:cNvPr id="2310" name="Google Shape;2310;g3693f7da1e3_0_3824"/>
          <p:cNvSpPr txBox="1"/>
          <p:nvPr/>
        </p:nvSpPr>
        <p:spPr>
          <a:xfrm>
            <a:off x="2557175" y="1349275"/>
            <a:ext cx="675900" cy="2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Yes</a:t>
            </a:r>
            <a:endParaRPr sz="600">
              <a:solidFill>
                <a:srgbClr val="000000"/>
              </a:solidFill>
              <a:latin typeface="Roboto Light"/>
              <a:ea typeface="Roboto Light"/>
              <a:cs typeface="Roboto Light"/>
              <a:sym typeface="Roboto Light"/>
            </a:endParaRPr>
          </a:p>
        </p:txBody>
      </p:sp>
      <p:sp>
        <p:nvSpPr>
          <p:cNvPr id="2311" name="Google Shape;2311;g3693f7da1e3_0_3824"/>
          <p:cNvSpPr txBox="1"/>
          <p:nvPr/>
        </p:nvSpPr>
        <p:spPr>
          <a:xfrm>
            <a:off x="2652100" y="3560800"/>
            <a:ext cx="435600" cy="12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No</a:t>
            </a:r>
            <a:endParaRPr sz="600">
              <a:solidFill>
                <a:srgbClr val="000000"/>
              </a:solidFill>
              <a:latin typeface="Roboto Light"/>
              <a:ea typeface="Roboto Light"/>
              <a:cs typeface="Roboto Light"/>
              <a:sym typeface="Roboto Light"/>
            </a:endParaRPr>
          </a:p>
        </p:txBody>
      </p:sp>
      <p:cxnSp>
        <p:nvCxnSpPr>
          <p:cNvPr id="2312" name="Google Shape;2312;g3693f7da1e3_0_3824"/>
          <p:cNvCxnSpPr>
            <a:stCxn id="2297" idx="3"/>
            <a:endCxn id="2298" idx="1"/>
          </p:cNvCxnSpPr>
          <p:nvPr/>
        </p:nvCxnSpPr>
        <p:spPr>
          <a:xfrm>
            <a:off x="4435150" y="3757963"/>
            <a:ext cx="740100" cy="0"/>
          </a:xfrm>
          <a:prstGeom prst="straightConnector1">
            <a:avLst/>
          </a:prstGeom>
          <a:noFill/>
          <a:ln cap="flat" cmpd="sng" w="9525">
            <a:solidFill>
              <a:srgbClr val="000000"/>
            </a:solidFill>
            <a:prstDash val="solid"/>
            <a:round/>
            <a:headEnd len="med" w="med" type="none"/>
            <a:tailEnd len="med" w="med" type="triangle"/>
          </a:ln>
        </p:spPr>
      </p:cxnSp>
      <p:sp>
        <p:nvSpPr>
          <p:cNvPr id="2313" name="Google Shape;2313;g3693f7da1e3_0_3824"/>
          <p:cNvSpPr txBox="1"/>
          <p:nvPr/>
        </p:nvSpPr>
        <p:spPr>
          <a:xfrm>
            <a:off x="7763100" y="2439150"/>
            <a:ext cx="414900" cy="13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No</a:t>
            </a:r>
            <a:endParaRPr sz="600">
              <a:solidFill>
                <a:srgbClr val="000000"/>
              </a:solidFill>
              <a:latin typeface="Roboto Light"/>
              <a:ea typeface="Roboto Light"/>
              <a:cs typeface="Roboto Light"/>
              <a:sym typeface="Roboto Light"/>
            </a:endParaRPr>
          </a:p>
        </p:txBody>
      </p:sp>
      <p:sp>
        <p:nvSpPr>
          <p:cNvPr id="2314" name="Google Shape;2314;g3693f7da1e3_0_3824"/>
          <p:cNvSpPr txBox="1"/>
          <p:nvPr/>
        </p:nvSpPr>
        <p:spPr>
          <a:xfrm rot="-5400000">
            <a:off x="5786700" y="2798425"/>
            <a:ext cx="7401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Yes</a:t>
            </a:r>
            <a:endParaRPr sz="600">
              <a:solidFill>
                <a:srgbClr val="000000"/>
              </a:solidFill>
              <a:latin typeface="Roboto Light"/>
              <a:ea typeface="Roboto Light"/>
              <a:cs typeface="Roboto Light"/>
              <a:sym typeface="Roboto Light"/>
            </a:endParaRPr>
          </a:p>
        </p:txBody>
      </p:sp>
      <p:sp>
        <p:nvSpPr>
          <p:cNvPr id="2315" name="Google Shape;2315;g3693f7da1e3_0_3824"/>
          <p:cNvSpPr txBox="1"/>
          <p:nvPr>
            <p:ph type="title"/>
          </p:nvPr>
        </p:nvSpPr>
        <p:spPr>
          <a:xfrm>
            <a:off x="405014" y="52810"/>
            <a:ext cx="6211200" cy="405000"/>
          </a:xfrm>
          <a:prstGeom prst="rect">
            <a:avLst/>
          </a:prstGeom>
        </p:spPr>
        <p:txBody>
          <a:bodyPr anchorCtr="0" anchor="t" bIns="0" lIns="180000" spcFirstLastPara="1" rIns="180000" wrap="square" tIns="72000">
            <a:noAutofit/>
          </a:bodyPr>
          <a:lstStyle/>
          <a:p>
            <a:pPr indent="0" lvl="0" marL="0" rtl="0" algn="l">
              <a:spcBef>
                <a:spcPts val="0"/>
              </a:spcBef>
              <a:spcAft>
                <a:spcPts val="0"/>
              </a:spcAft>
              <a:buNone/>
            </a:pPr>
            <a:r>
              <a:rPr lang="en-US"/>
              <a:t>L3 Chemical Core Process Flow Diagram </a:t>
            </a:r>
            <a:br>
              <a:rPr lang="en-US"/>
            </a:br>
            <a:r>
              <a:rPr lang="en-US">
                <a:solidFill>
                  <a:schemeClr val="dk1"/>
                </a:solidFill>
                <a:latin typeface="Open Sans"/>
                <a:ea typeface="Open Sans"/>
                <a:cs typeface="Open Sans"/>
                <a:sym typeface="Open Sans"/>
              </a:rPr>
              <a:t>Process Order integration with EWM</a:t>
            </a:r>
            <a:endParaRPr/>
          </a:p>
        </p:txBody>
      </p:sp>
      <p:sp>
        <p:nvSpPr>
          <p:cNvPr id="2316" name="Google Shape;2316;g3693f7da1e3_0_3824"/>
          <p:cNvSpPr txBox="1"/>
          <p:nvPr/>
        </p:nvSpPr>
        <p:spPr>
          <a:xfrm>
            <a:off x="521500" y="71430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Record and manage exception</a:t>
            </a:r>
            <a:endParaRPr sz="1200">
              <a:solidFill>
                <a:schemeClr val="dk1"/>
              </a:solidFill>
              <a:latin typeface="Roboto Light"/>
              <a:ea typeface="Roboto Light"/>
              <a:cs typeface="Roboto Light"/>
              <a:sym typeface="Roboto Light"/>
            </a:endParaRPr>
          </a:p>
        </p:txBody>
      </p:sp>
      <p:cxnSp>
        <p:nvCxnSpPr>
          <p:cNvPr id="2317" name="Google Shape;2317;g3693f7da1e3_0_3824"/>
          <p:cNvCxnSpPr>
            <a:stCxn id="2302" idx="3"/>
            <a:endCxn id="2303" idx="0"/>
          </p:cNvCxnSpPr>
          <p:nvPr/>
        </p:nvCxnSpPr>
        <p:spPr>
          <a:xfrm>
            <a:off x="7663200" y="2639400"/>
            <a:ext cx="696300" cy="553800"/>
          </a:xfrm>
          <a:prstGeom prst="bent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1" name="Shape 2321"/>
        <p:cNvGrpSpPr/>
        <p:nvPr/>
      </p:nvGrpSpPr>
      <p:grpSpPr>
        <a:xfrm>
          <a:off x="0" y="0"/>
          <a:ext cx="0" cy="0"/>
          <a:chOff x="0" y="0"/>
          <a:chExt cx="0" cy="0"/>
        </a:xfrm>
      </p:grpSpPr>
      <p:sp>
        <p:nvSpPr>
          <p:cNvPr id="2322" name="Google Shape;2322;g3693f7da1e3_0_3851"/>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2323" name="Google Shape;2323;g3693f7da1e3_0_3851"/>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324" name="Google Shape;2324;g3693f7da1e3_0_3851"/>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2325" name="Google Shape;2325;g3693f7da1e3_0_3851"/>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2326" name="Google Shape;2326;g3693f7da1e3_0_3851"/>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30" name="Shape 2330"/>
        <p:cNvGrpSpPr/>
        <p:nvPr/>
      </p:nvGrpSpPr>
      <p:grpSpPr>
        <a:xfrm>
          <a:off x="0" y="0"/>
          <a:ext cx="0" cy="0"/>
          <a:chOff x="0" y="0"/>
          <a:chExt cx="0" cy="0"/>
        </a:xfrm>
      </p:grpSpPr>
      <p:pic>
        <p:nvPicPr>
          <p:cNvPr id="2331" name="Google Shape;2331;g3693f7da1e3_0_3859"/>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2332" name="Google Shape;2332;g3693f7da1e3_0_3859"/>
          <p:cNvSpPr txBox="1"/>
          <p:nvPr>
            <p:ph idx="1" type="body"/>
          </p:nvPr>
        </p:nvSpPr>
        <p:spPr>
          <a:xfrm>
            <a:off x="812700" y="2464024"/>
            <a:ext cx="3236400" cy="416700"/>
          </a:xfrm>
          <a:prstGeom prst="rect">
            <a:avLst/>
          </a:prstGeom>
          <a:noFill/>
          <a:ln>
            <a:noFill/>
          </a:ln>
        </p:spPr>
        <p:txBody>
          <a:bodyPr anchorCtr="0" anchor="t" bIns="0" lIns="0" spcFirstLastPara="1" rIns="0" wrap="square" tIns="0">
            <a:noAutofit/>
          </a:bodyPr>
          <a:lstStyle/>
          <a:p>
            <a:pPr indent="0" lvl="0" marL="457200" rtl="0" algn="l">
              <a:lnSpc>
                <a:spcPct val="95238"/>
              </a:lnSpc>
              <a:spcBef>
                <a:spcPts val="0"/>
              </a:spcBef>
              <a:spcAft>
                <a:spcPts val="0"/>
              </a:spcAft>
              <a:buNone/>
            </a:pPr>
            <a:r>
              <a:rPr b="1" i="1" lang="en-US" sz="1400">
                <a:latin typeface="Roboto"/>
                <a:ea typeface="Roboto"/>
                <a:cs typeface="Roboto"/>
                <a:sym typeface="Roboto"/>
              </a:rPr>
              <a:t>Consumption for production</a:t>
            </a:r>
            <a:endParaRPr/>
          </a:p>
        </p:txBody>
      </p:sp>
      <p:sp>
        <p:nvSpPr>
          <p:cNvPr id="2333" name="Google Shape;2333;g3693f7da1e3_0_3859"/>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Product and Production Master Data</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2334" name="Google Shape;2334;g3693f7da1e3_0_3859"/>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2335" name="Google Shape;2335;g3693f7da1e3_0_3859"/>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2336" name="Google Shape;2336;g3693f7da1e3_0_3859"/>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2337" name="Google Shape;2337;g3693f7da1e3_0_3859"/>
          <p:cNvGrpSpPr/>
          <p:nvPr/>
        </p:nvGrpSpPr>
        <p:grpSpPr>
          <a:xfrm>
            <a:off x="7495354" y="188417"/>
            <a:ext cx="1395087" cy="441585"/>
            <a:chOff x="5991694" y="1720305"/>
            <a:chExt cx="1929047" cy="618207"/>
          </a:xfrm>
        </p:grpSpPr>
        <p:sp>
          <p:nvSpPr>
            <p:cNvPr id="2338" name="Google Shape;2338;g3693f7da1e3_0_3859"/>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9" name="Google Shape;2339;g3693f7da1e3_0_3859"/>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0" name="Google Shape;2340;g3693f7da1e3_0_3859"/>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1" name="Google Shape;2341;g3693f7da1e3_0_3859"/>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2" name="Google Shape;2342;g3693f7da1e3_0_3859"/>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3" name="Google Shape;2343;g3693f7da1e3_0_3859"/>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4" name="Google Shape;2344;g3693f7da1e3_0_3859"/>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5" name="Google Shape;2345;g3693f7da1e3_0_3859"/>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6" name="Google Shape;2346;g3693f7da1e3_0_3859"/>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7" name="Google Shape;2347;g3693f7da1e3_0_3859"/>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8" name="Google Shape;2348;g3693f7da1e3_0_3859"/>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9" name="Google Shape;2349;g3693f7da1e3_0_3859"/>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0" name="Google Shape;2350;g3693f7da1e3_0_3859"/>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55" name="Shape 2355"/>
        <p:cNvGrpSpPr/>
        <p:nvPr/>
      </p:nvGrpSpPr>
      <p:grpSpPr>
        <a:xfrm>
          <a:off x="0" y="0"/>
          <a:ext cx="0" cy="0"/>
          <a:chOff x="0" y="0"/>
          <a:chExt cx="0" cy="0"/>
        </a:xfrm>
      </p:grpSpPr>
      <p:sp>
        <p:nvSpPr>
          <p:cNvPr id="2356" name="Google Shape;2356;g3693f7da1e3_0_3882"/>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Recap</a:t>
            </a:r>
            <a:r>
              <a:rPr lang="en-US"/>
              <a:t> </a:t>
            </a: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357" name="Google Shape;2357;g3693f7da1e3_0_3882"/>
          <p:cNvSpPr txBox="1"/>
          <p:nvPr/>
        </p:nvSpPr>
        <p:spPr>
          <a:xfrm>
            <a:off x="771450" y="65875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for production</a:t>
            </a:r>
            <a:endParaRPr sz="1200">
              <a:solidFill>
                <a:schemeClr val="dk1"/>
              </a:solidFill>
              <a:latin typeface="Roboto Light"/>
              <a:ea typeface="Roboto Light"/>
              <a:cs typeface="Roboto Light"/>
              <a:sym typeface="Roboto Light"/>
            </a:endParaRPr>
          </a:p>
        </p:txBody>
      </p:sp>
      <p:pic>
        <p:nvPicPr>
          <p:cNvPr id="2358" name="Google Shape;2358;g3693f7da1e3_0_3882"/>
          <p:cNvPicPr preferRelativeResize="0"/>
          <p:nvPr/>
        </p:nvPicPr>
        <p:blipFill>
          <a:blip r:embed="rId3">
            <a:alphaModFix/>
          </a:blip>
          <a:stretch>
            <a:fillRect/>
          </a:stretch>
        </p:blipFill>
        <p:spPr>
          <a:xfrm>
            <a:off x="228500" y="958725"/>
            <a:ext cx="8613699" cy="4037675"/>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63" name="Shape 2363"/>
        <p:cNvGrpSpPr/>
        <p:nvPr/>
      </p:nvGrpSpPr>
      <p:grpSpPr>
        <a:xfrm>
          <a:off x="0" y="0"/>
          <a:ext cx="0" cy="0"/>
          <a:chOff x="0" y="0"/>
          <a:chExt cx="0" cy="0"/>
        </a:xfrm>
      </p:grpSpPr>
      <p:sp>
        <p:nvSpPr>
          <p:cNvPr id="2364" name="Google Shape;2364;g3693f7da1e3_0_3889"/>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365" name="Google Shape;2365;g3693f7da1e3_0_3889"/>
          <p:cNvSpPr txBox="1"/>
          <p:nvPr/>
        </p:nvSpPr>
        <p:spPr>
          <a:xfrm>
            <a:off x="771450" y="65875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for production</a:t>
            </a:r>
            <a:endParaRPr sz="1200">
              <a:solidFill>
                <a:schemeClr val="dk1"/>
              </a:solidFill>
              <a:latin typeface="Roboto Light"/>
              <a:ea typeface="Roboto Light"/>
              <a:cs typeface="Roboto Light"/>
              <a:sym typeface="Roboto Light"/>
            </a:endParaRPr>
          </a:p>
        </p:txBody>
      </p:sp>
      <p:cxnSp>
        <p:nvCxnSpPr>
          <p:cNvPr id="2366" name="Google Shape;2366;g3693f7da1e3_0_3889"/>
          <p:cNvCxnSpPr/>
          <p:nvPr/>
        </p:nvCxnSpPr>
        <p:spPr>
          <a:xfrm>
            <a:off x="3081675" y="1080925"/>
            <a:ext cx="0" cy="3599400"/>
          </a:xfrm>
          <a:prstGeom prst="straightConnector1">
            <a:avLst/>
          </a:prstGeom>
          <a:noFill/>
          <a:ln cap="flat" cmpd="sng" w="9525">
            <a:solidFill>
              <a:schemeClr val="dk2"/>
            </a:solidFill>
            <a:prstDash val="solid"/>
            <a:round/>
            <a:headEnd len="med" w="med" type="none"/>
            <a:tailEnd len="med" w="med" type="none"/>
          </a:ln>
        </p:spPr>
      </p:cxnSp>
      <p:cxnSp>
        <p:nvCxnSpPr>
          <p:cNvPr id="2367" name="Google Shape;2367;g3693f7da1e3_0_3889"/>
          <p:cNvCxnSpPr/>
          <p:nvPr/>
        </p:nvCxnSpPr>
        <p:spPr>
          <a:xfrm>
            <a:off x="6436475" y="1080925"/>
            <a:ext cx="0" cy="3599400"/>
          </a:xfrm>
          <a:prstGeom prst="straightConnector1">
            <a:avLst/>
          </a:prstGeom>
          <a:noFill/>
          <a:ln cap="flat" cmpd="sng" w="9525">
            <a:solidFill>
              <a:schemeClr val="dk2"/>
            </a:solidFill>
            <a:prstDash val="solid"/>
            <a:round/>
            <a:headEnd len="med" w="med" type="none"/>
            <a:tailEnd len="med" w="med" type="none"/>
          </a:ln>
        </p:spPr>
      </p:cxnSp>
      <p:sp>
        <p:nvSpPr>
          <p:cNvPr id="2368" name="Google Shape;2368;g3693f7da1e3_0_3889"/>
          <p:cNvSpPr txBox="1"/>
          <p:nvPr/>
        </p:nvSpPr>
        <p:spPr>
          <a:xfrm>
            <a:off x="132675" y="986425"/>
            <a:ext cx="1849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Backflush consumption	</a:t>
            </a:r>
            <a:endParaRPr sz="1200">
              <a:solidFill>
                <a:schemeClr val="dk1"/>
              </a:solidFill>
              <a:latin typeface="Roboto Light"/>
              <a:ea typeface="Roboto Light"/>
              <a:cs typeface="Roboto Light"/>
              <a:sym typeface="Roboto Light"/>
            </a:endParaRPr>
          </a:p>
        </p:txBody>
      </p:sp>
      <p:sp>
        <p:nvSpPr>
          <p:cNvPr id="2369" name="Google Shape;2369;g3693f7da1e3_0_3889"/>
          <p:cNvSpPr txBox="1"/>
          <p:nvPr/>
        </p:nvSpPr>
        <p:spPr>
          <a:xfrm>
            <a:off x="3225913" y="1019775"/>
            <a:ext cx="18498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consumption	</a:t>
            </a:r>
            <a:endParaRPr sz="1200">
              <a:solidFill>
                <a:schemeClr val="dk1"/>
              </a:solidFill>
              <a:latin typeface="Roboto Light"/>
              <a:ea typeface="Roboto Light"/>
              <a:cs typeface="Roboto Light"/>
              <a:sym typeface="Roboto Light"/>
            </a:endParaRPr>
          </a:p>
        </p:txBody>
      </p:sp>
      <p:sp>
        <p:nvSpPr>
          <p:cNvPr id="2370" name="Google Shape;2370;g3693f7da1e3_0_3889"/>
          <p:cNvSpPr txBox="1"/>
          <p:nvPr/>
        </p:nvSpPr>
        <p:spPr>
          <a:xfrm>
            <a:off x="6648150" y="1019775"/>
            <a:ext cx="23385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triggered by MES</a:t>
            </a:r>
            <a:endParaRPr sz="1200">
              <a:solidFill>
                <a:schemeClr val="dk1"/>
              </a:solidFill>
              <a:latin typeface="Roboto Light"/>
              <a:ea typeface="Roboto Light"/>
              <a:cs typeface="Roboto Light"/>
              <a:sym typeface="Roboto Light"/>
            </a:endParaRPr>
          </a:p>
        </p:txBody>
      </p:sp>
      <p:sp>
        <p:nvSpPr>
          <p:cNvPr id="2371" name="Google Shape;2371;g3693f7da1e3_0_3889"/>
          <p:cNvSpPr/>
          <p:nvPr/>
        </p:nvSpPr>
        <p:spPr>
          <a:xfrm>
            <a:off x="868100" y="15960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cxnSp>
        <p:nvCxnSpPr>
          <p:cNvPr id="2372" name="Google Shape;2372;g3693f7da1e3_0_3889"/>
          <p:cNvCxnSpPr/>
          <p:nvPr/>
        </p:nvCxnSpPr>
        <p:spPr>
          <a:xfrm>
            <a:off x="227100" y="2813925"/>
            <a:ext cx="2610600" cy="5700"/>
          </a:xfrm>
          <a:prstGeom prst="straightConnector1">
            <a:avLst/>
          </a:prstGeom>
          <a:noFill/>
          <a:ln cap="flat" cmpd="sng" w="9525">
            <a:solidFill>
              <a:schemeClr val="dk2"/>
            </a:solidFill>
            <a:prstDash val="dash"/>
            <a:round/>
            <a:headEnd len="med" w="med" type="none"/>
            <a:tailEnd len="med" w="med" type="none"/>
          </a:ln>
        </p:spPr>
      </p:cxnSp>
      <p:sp>
        <p:nvSpPr>
          <p:cNvPr id="2373" name="Google Shape;2373;g3693f7da1e3_0_3889"/>
          <p:cNvSpPr/>
          <p:nvPr/>
        </p:nvSpPr>
        <p:spPr>
          <a:xfrm>
            <a:off x="2171200" y="2981525"/>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2374" name="Google Shape;2374;g3693f7da1e3_0_3889"/>
          <p:cNvSpPr/>
          <p:nvPr/>
        </p:nvSpPr>
        <p:spPr>
          <a:xfrm>
            <a:off x="868100" y="34981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Auto consumption of components</a:t>
            </a:r>
            <a:endParaRPr sz="800">
              <a:solidFill>
                <a:schemeClr val="lt2"/>
              </a:solidFill>
              <a:latin typeface="Roboto Light"/>
              <a:ea typeface="Roboto Light"/>
              <a:cs typeface="Roboto Light"/>
              <a:sym typeface="Roboto Light"/>
            </a:endParaRPr>
          </a:p>
        </p:txBody>
      </p:sp>
      <p:cxnSp>
        <p:nvCxnSpPr>
          <p:cNvPr id="2375" name="Google Shape;2375;g3693f7da1e3_0_3889"/>
          <p:cNvCxnSpPr/>
          <p:nvPr/>
        </p:nvCxnSpPr>
        <p:spPr>
          <a:xfrm>
            <a:off x="1503050" y="2076633"/>
            <a:ext cx="0" cy="1421400"/>
          </a:xfrm>
          <a:prstGeom prst="straightConnector1">
            <a:avLst/>
          </a:prstGeom>
          <a:noFill/>
          <a:ln cap="flat" cmpd="sng" w="9525">
            <a:solidFill>
              <a:schemeClr val="dk2"/>
            </a:solidFill>
            <a:prstDash val="solid"/>
            <a:round/>
            <a:headEnd len="med" w="med" type="none"/>
            <a:tailEnd len="med" w="med" type="triangle"/>
          </a:ln>
        </p:spPr>
      </p:cxnSp>
      <p:cxnSp>
        <p:nvCxnSpPr>
          <p:cNvPr id="2376" name="Google Shape;2376;g3693f7da1e3_0_3889"/>
          <p:cNvCxnSpPr/>
          <p:nvPr/>
        </p:nvCxnSpPr>
        <p:spPr>
          <a:xfrm rot="10800000">
            <a:off x="1071400" y="2086375"/>
            <a:ext cx="11100" cy="1405200"/>
          </a:xfrm>
          <a:prstGeom prst="straightConnector1">
            <a:avLst/>
          </a:prstGeom>
          <a:noFill/>
          <a:ln cap="flat" cmpd="sng" w="9525">
            <a:solidFill>
              <a:schemeClr val="dk2"/>
            </a:solidFill>
            <a:prstDash val="solid"/>
            <a:round/>
            <a:headEnd len="med" w="med" type="none"/>
            <a:tailEnd len="med" w="med" type="triangle"/>
          </a:ln>
        </p:spPr>
      </p:cxnSp>
      <p:cxnSp>
        <p:nvCxnSpPr>
          <p:cNvPr id="2377" name="Google Shape;2377;g3693f7da1e3_0_3889"/>
          <p:cNvCxnSpPr>
            <a:stCxn id="2373" idx="2"/>
            <a:endCxn id="2374" idx="3"/>
          </p:cNvCxnSpPr>
          <p:nvPr/>
        </p:nvCxnSpPr>
        <p:spPr>
          <a:xfrm rot="5400000">
            <a:off x="1909600" y="3114575"/>
            <a:ext cx="485700" cy="762000"/>
          </a:xfrm>
          <a:prstGeom prst="bentConnector2">
            <a:avLst/>
          </a:prstGeom>
          <a:noFill/>
          <a:ln cap="flat" cmpd="sng" w="9525">
            <a:solidFill>
              <a:schemeClr val="dk2"/>
            </a:solidFill>
            <a:prstDash val="dash"/>
            <a:round/>
            <a:headEnd len="med" w="med" type="none"/>
            <a:tailEnd len="med" w="med" type="triangle"/>
          </a:ln>
        </p:spPr>
      </p:cxnSp>
      <p:sp>
        <p:nvSpPr>
          <p:cNvPr id="2378" name="Google Shape;2378;g3693f7da1e3_0_3889"/>
          <p:cNvSpPr txBox="1"/>
          <p:nvPr/>
        </p:nvSpPr>
        <p:spPr>
          <a:xfrm rot="-5400000">
            <a:off x="597650" y="2373225"/>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Confirmation update in EWM</a:t>
            </a:r>
            <a:endParaRPr sz="600">
              <a:solidFill>
                <a:schemeClr val="dk1"/>
              </a:solidFill>
              <a:latin typeface="Roboto Light"/>
              <a:ea typeface="Roboto Light"/>
              <a:cs typeface="Roboto Light"/>
              <a:sym typeface="Roboto Light"/>
            </a:endParaRPr>
          </a:p>
        </p:txBody>
      </p:sp>
      <p:sp>
        <p:nvSpPr>
          <p:cNvPr id="2379" name="Google Shape;2379;g3693f7da1e3_0_3889"/>
          <p:cNvSpPr txBox="1"/>
          <p:nvPr/>
        </p:nvSpPr>
        <p:spPr>
          <a:xfrm rot="-5400000">
            <a:off x="7750" y="2541175"/>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380" name="Google Shape;2380;g3693f7da1e3_0_3889"/>
          <p:cNvSpPr/>
          <p:nvPr/>
        </p:nvSpPr>
        <p:spPr>
          <a:xfrm>
            <a:off x="4039538" y="3464771"/>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Process order update</a:t>
            </a:r>
            <a:endParaRPr sz="800">
              <a:solidFill>
                <a:schemeClr val="lt2"/>
              </a:solidFill>
              <a:latin typeface="Roboto Light"/>
              <a:ea typeface="Roboto Light"/>
              <a:cs typeface="Roboto Light"/>
              <a:sym typeface="Roboto Light"/>
            </a:endParaRPr>
          </a:p>
        </p:txBody>
      </p:sp>
      <p:cxnSp>
        <p:nvCxnSpPr>
          <p:cNvPr id="2381" name="Google Shape;2381;g3693f7da1e3_0_3889"/>
          <p:cNvCxnSpPr/>
          <p:nvPr/>
        </p:nvCxnSpPr>
        <p:spPr>
          <a:xfrm>
            <a:off x="3309263" y="2944888"/>
            <a:ext cx="2805000" cy="0"/>
          </a:xfrm>
          <a:prstGeom prst="straightConnector1">
            <a:avLst/>
          </a:prstGeom>
          <a:noFill/>
          <a:ln cap="flat" cmpd="sng" w="9525">
            <a:solidFill>
              <a:schemeClr val="dk2"/>
            </a:solidFill>
            <a:prstDash val="dash"/>
            <a:round/>
            <a:headEnd len="med" w="med" type="none"/>
            <a:tailEnd len="med" w="med" type="none"/>
          </a:ln>
        </p:spPr>
      </p:cxnSp>
      <p:sp>
        <p:nvSpPr>
          <p:cNvPr id="2382" name="Google Shape;2382;g3693f7da1e3_0_3889"/>
          <p:cNvSpPr/>
          <p:nvPr/>
        </p:nvSpPr>
        <p:spPr>
          <a:xfrm>
            <a:off x="5453313" y="1603088"/>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2383" name="Google Shape;2383;g3693f7da1e3_0_3889"/>
          <p:cNvSpPr/>
          <p:nvPr/>
        </p:nvSpPr>
        <p:spPr>
          <a:xfrm>
            <a:off x="3970538" y="1498400"/>
            <a:ext cx="1041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Perform Manual consumption per process order</a:t>
            </a:r>
            <a:endParaRPr sz="800">
              <a:solidFill>
                <a:schemeClr val="lt2"/>
              </a:solidFill>
              <a:latin typeface="Roboto Light"/>
              <a:ea typeface="Roboto Light"/>
              <a:cs typeface="Roboto Light"/>
              <a:sym typeface="Roboto Light"/>
            </a:endParaRPr>
          </a:p>
        </p:txBody>
      </p:sp>
      <p:cxnSp>
        <p:nvCxnSpPr>
          <p:cNvPr id="2384" name="Google Shape;2384;g3693f7da1e3_0_3889"/>
          <p:cNvCxnSpPr>
            <a:stCxn id="2382" idx="1"/>
            <a:endCxn id="2383" idx="3"/>
          </p:cNvCxnSpPr>
          <p:nvPr/>
        </p:nvCxnSpPr>
        <p:spPr>
          <a:xfrm rot="10800000">
            <a:off x="5011713" y="1738688"/>
            <a:ext cx="441600" cy="0"/>
          </a:xfrm>
          <a:prstGeom prst="straightConnector1">
            <a:avLst/>
          </a:prstGeom>
          <a:noFill/>
          <a:ln cap="flat" cmpd="sng" w="9525">
            <a:solidFill>
              <a:schemeClr val="dk2"/>
            </a:solidFill>
            <a:prstDash val="dash"/>
            <a:round/>
            <a:headEnd len="med" w="med" type="none"/>
            <a:tailEnd len="med" w="med" type="triangle"/>
          </a:ln>
        </p:spPr>
      </p:cxnSp>
      <p:cxnSp>
        <p:nvCxnSpPr>
          <p:cNvPr id="2385" name="Google Shape;2385;g3693f7da1e3_0_3889"/>
          <p:cNvCxnSpPr>
            <a:stCxn id="2383" idx="2"/>
            <a:endCxn id="2380" idx="0"/>
          </p:cNvCxnSpPr>
          <p:nvPr/>
        </p:nvCxnSpPr>
        <p:spPr>
          <a:xfrm>
            <a:off x="4491188" y="1979000"/>
            <a:ext cx="0" cy="1485900"/>
          </a:xfrm>
          <a:prstGeom prst="straightConnector1">
            <a:avLst/>
          </a:prstGeom>
          <a:noFill/>
          <a:ln cap="flat" cmpd="sng" w="9525">
            <a:solidFill>
              <a:schemeClr val="dk2"/>
            </a:solidFill>
            <a:prstDash val="solid"/>
            <a:round/>
            <a:headEnd len="med" w="med" type="none"/>
            <a:tailEnd len="med" w="med" type="triangle"/>
          </a:ln>
        </p:spPr>
      </p:cxnSp>
      <p:sp>
        <p:nvSpPr>
          <p:cNvPr id="2386" name="Google Shape;2386;g3693f7da1e3_0_3889"/>
          <p:cNvSpPr txBox="1"/>
          <p:nvPr/>
        </p:nvSpPr>
        <p:spPr>
          <a:xfrm rot="-5400000">
            <a:off x="3399663" y="247320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387" name="Google Shape;2387;g3693f7da1e3_0_3889"/>
          <p:cNvSpPr/>
          <p:nvPr/>
        </p:nvSpPr>
        <p:spPr>
          <a:xfrm>
            <a:off x="5363913" y="346478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cxnSp>
        <p:nvCxnSpPr>
          <p:cNvPr id="2388" name="Google Shape;2388;g3693f7da1e3_0_3889"/>
          <p:cNvCxnSpPr>
            <a:stCxn id="2380" idx="3"/>
            <a:endCxn id="2387" idx="1"/>
          </p:cNvCxnSpPr>
          <p:nvPr/>
        </p:nvCxnSpPr>
        <p:spPr>
          <a:xfrm>
            <a:off x="4942838" y="3705071"/>
            <a:ext cx="421200" cy="0"/>
          </a:xfrm>
          <a:prstGeom prst="straightConnector1">
            <a:avLst/>
          </a:prstGeom>
          <a:noFill/>
          <a:ln cap="flat" cmpd="sng" w="9525">
            <a:solidFill>
              <a:schemeClr val="dk2"/>
            </a:solidFill>
            <a:prstDash val="solid"/>
            <a:round/>
            <a:headEnd len="med" w="med" type="none"/>
            <a:tailEnd len="med" w="med" type="triangle"/>
          </a:ln>
        </p:spPr>
      </p:cxnSp>
      <p:sp>
        <p:nvSpPr>
          <p:cNvPr id="2389" name="Google Shape;2389;g3693f7da1e3_0_3889"/>
          <p:cNvSpPr/>
          <p:nvPr/>
        </p:nvSpPr>
        <p:spPr>
          <a:xfrm>
            <a:off x="7200400" y="1498400"/>
            <a:ext cx="1041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MES or external system</a:t>
            </a:r>
            <a:endParaRPr sz="800">
              <a:solidFill>
                <a:schemeClr val="lt2"/>
              </a:solidFill>
              <a:latin typeface="Roboto Light"/>
              <a:ea typeface="Roboto Light"/>
              <a:cs typeface="Roboto Light"/>
              <a:sym typeface="Roboto Light"/>
            </a:endParaRPr>
          </a:p>
        </p:txBody>
      </p:sp>
      <p:cxnSp>
        <p:nvCxnSpPr>
          <p:cNvPr id="2390" name="Google Shape;2390;g3693f7da1e3_0_3889"/>
          <p:cNvCxnSpPr/>
          <p:nvPr/>
        </p:nvCxnSpPr>
        <p:spPr>
          <a:xfrm>
            <a:off x="6626375" y="2595625"/>
            <a:ext cx="2326500" cy="18900"/>
          </a:xfrm>
          <a:prstGeom prst="straightConnector1">
            <a:avLst/>
          </a:prstGeom>
          <a:noFill/>
          <a:ln cap="flat" cmpd="sng" w="9525">
            <a:solidFill>
              <a:schemeClr val="dk2"/>
            </a:solidFill>
            <a:prstDash val="dash"/>
            <a:round/>
            <a:headEnd len="med" w="med" type="none"/>
            <a:tailEnd len="med" w="med" type="none"/>
          </a:ln>
        </p:spPr>
      </p:cxnSp>
      <p:sp>
        <p:nvSpPr>
          <p:cNvPr id="2391" name="Google Shape;2391;g3693f7da1e3_0_3889"/>
          <p:cNvSpPr/>
          <p:nvPr/>
        </p:nvSpPr>
        <p:spPr>
          <a:xfrm>
            <a:off x="7236100" y="2769025"/>
            <a:ext cx="1005600" cy="223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API</a:t>
            </a:r>
            <a:endParaRPr sz="600">
              <a:solidFill>
                <a:schemeClr val="lt2"/>
              </a:solidFill>
              <a:latin typeface="Roboto Light"/>
              <a:ea typeface="Roboto Light"/>
              <a:cs typeface="Roboto Light"/>
              <a:sym typeface="Roboto Light"/>
            </a:endParaRPr>
          </a:p>
        </p:txBody>
      </p:sp>
      <p:sp>
        <p:nvSpPr>
          <p:cNvPr id="2392" name="Google Shape;2392;g3693f7da1e3_0_3889"/>
          <p:cNvSpPr/>
          <p:nvPr/>
        </p:nvSpPr>
        <p:spPr>
          <a:xfrm>
            <a:off x="6569650" y="3291625"/>
            <a:ext cx="2338500" cy="988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800">
                <a:solidFill>
                  <a:schemeClr val="lt1"/>
                </a:solidFill>
                <a:latin typeface="Roboto"/>
                <a:ea typeface="Roboto"/>
                <a:cs typeface="Roboto"/>
                <a:sym typeface="Roboto"/>
              </a:rPr>
              <a:t>1. /SCWM/MFG_CONSUME_ITEMS_EXT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2. /SCWM/MFG_REVERSE_ITEMS_EXT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3. /SCWM/MFG_CONSUME_HU_EXT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4. /SCWM/MFG_REVERSE_HU_EXT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lang="en-US" sz="800">
                <a:solidFill>
                  <a:schemeClr val="lt1"/>
                </a:solidFill>
                <a:latin typeface="Roboto Light"/>
                <a:ea typeface="Roboto Light"/>
                <a:cs typeface="Roboto Light"/>
                <a:sym typeface="Roboto Light"/>
              </a:rPr>
              <a:t>5. /SCWM/MFG_READ_STOCK_EXT</a:t>
            </a:r>
            <a:endParaRPr sz="800">
              <a:solidFill>
                <a:schemeClr val="lt1"/>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1"/>
                </a:solidFill>
                <a:latin typeface="Roboto Light"/>
                <a:ea typeface="Roboto Light"/>
                <a:cs typeface="Roboto Light"/>
                <a:sym typeface="Roboto Light"/>
              </a:rPr>
              <a:t>6. /SCWM/MFG_STAGE_EXT</a:t>
            </a:r>
            <a:endParaRPr sz="800">
              <a:solidFill>
                <a:schemeClr val="lt1"/>
              </a:solidFill>
              <a:latin typeface="Roboto Light"/>
              <a:ea typeface="Roboto Light"/>
              <a:cs typeface="Roboto Light"/>
              <a:sym typeface="Roboto Light"/>
            </a:endParaRPr>
          </a:p>
        </p:txBody>
      </p:sp>
      <p:cxnSp>
        <p:nvCxnSpPr>
          <p:cNvPr id="2393" name="Google Shape;2393;g3693f7da1e3_0_3889"/>
          <p:cNvCxnSpPr>
            <a:stCxn id="2389" idx="2"/>
            <a:endCxn id="2391" idx="0"/>
          </p:cNvCxnSpPr>
          <p:nvPr/>
        </p:nvCxnSpPr>
        <p:spPr>
          <a:xfrm>
            <a:off x="7721050" y="1979000"/>
            <a:ext cx="18000" cy="789900"/>
          </a:xfrm>
          <a:prstGeom prst="straightConnector1">
            <a:avLst/>
          </a:prstGeom>
          <a:noFill/>
          <a:ln cap="flat" cmpd="sng" w="9525">
            <a:solidFill>
              <a:schemeClr val="dk2"/>
            </a:solidFill>
            <a:prstDash val="solid"/>
            <a:round/>
            <a:headEnd len="med" w="med" type="none"/>
            <a:tailEnd len="med" w="med" type="triangle"/>
          </a:ln>
        </p:spPr>
      </p:cxnSp>
      <p:cxnSp>
        <p:nvCxnSpPr>
          <p:cNvPr id="2394" name="Google Shape;2394;g3693f7da1e3_0_3889"/>
          <p:cNvCxnSpPr>
            <a:stCxn id="2391" idx="2"/>
            <a:endCxn id="2392" idx="0"/>
          </p:cNvCxnSpPr>
          <p:nvPr/>
        </p:nvCxnSpPr>
        <p:spPr>
          <a:xfrm>
            <a:off x="7738900" y="2992225"/>
            <a:ext cx="0" cy="299400"/>
          </a:xfrm>
          <a:prstGeom prst="straightConnector1">
            <a:avLst/>
          </a:prstGeom>
          <a:noFill/>
          <a:ln cap="flat" cmpd="sng" w="9525">
            <a:solidFill>
              <a:schemeClr val="dk2"/>
            </a:solidFill>
            <a:prstDash val="solid"/>
            <a:round/>
            <a:headEnd len="med" w="med" type="none"/>
            <a:tailEnd len="med" w="med" type="triangle"/>
          </a:ln>
        </p:spPr>
      </p:cxnSp>
      <p:sp>
        <p:nvSpPr>
          <p:cNvPr id="2395" name="Google Shape;2395;g3693f7da1e3_0_3889"/>
          <p:cNvSpPr txBox="1"/>
          <p:nvPr/>
        </p:nvSpPr>
        <p:spPr>
          <a:xfrm>
            <a:off x="6569650" y="4354800"/>
            <a:ext cx="18051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Roboto Light"/>
                <a:ea typeface="Roboto Light"/>
                <a:cs typeface="Roboto Light"/>
                <a:sym typeface="Roboto Light"/>
              </a:rPr>
              <a:t>*Custom development</a:t>
            </a:r>
            <a:endParaRPr sz="1000">
              <a:solidFill>
                <a:schemeClr val="dk1"/>
              </a:solidFill>
              <a:latin typeface="Roboto Light"/>
              <a:ea typeface="Roboto Light"/>
              <a:cs typeface="Roboto Light"/>
              <a:sym typeface="Roboto Light"/>
            </a:endParaRPr>
          </a:p>
        </p:txBody>
      </p:sp>
      <p:sp>
        <p:nvSpPr>
          <p:cNvPr id="2396" name="Google Shape;2396;g3693f7da1e3_0_3889"/>
          <p:cNvSpPr/>
          <p:nvPr/>
        </p:nvSpPr>
        <p:spPr>
          <a:xfrm>
            <a:off x="8241688" y="2149863"/>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cxnSp>
        <p:nvCxnSpPr>
          <p:cNvPr id="2397" name="Google Shape;2397;g3693f7da1e3_0_3889"/>
          <p:cNvCxnSpPr>
            <a:stCxn id="2396" idx="0"/>
            <a:endCxn id="2389" idx="3"/>
          </p:cNvCxnSpPr>
          <p:nvPr/>
        </p:nvCxnSpPr>
        <p:spPr>
          <a:xfrm flipH="1" rot="5400000">
            <a:off x="8217238" y="1763163"/>
            <a:ext cx="411300" cy="362100"/>
          </a:xfrm>
          <a:prstGeom prst="bentConnector2">
            <a:avLst/>
          </a:prstGeom>
          <a:noFill/>
          <a:ln cap="flat" cmpd="sng" w="9525">
            <a:solidFill>
              <a:schemeClr val="dk2"/>
            </a:solidFill>
            <a:prstDash val="dash"/>
            <a:round/>
            <a:headEnd len="med" w="med" type="none"/>
            <a:tailEnd len="med" w="med" type="triangle"/>
          </a:ln>
        </p:spPr>
      </p:cxnSp>
      <p:sp>
        <p:nvSpPr>
          <p:cNvPr id="2398" name="Google Shape;2398;g3693f7da1e3_0_3889"/>
          <p:cNvSpPr/>
          <p:nvPr/>
        </p:nvSpPr>
        <p:spPr>
          <a:xfrm>
            <a:off x="1771400" y="4340400"/>
            <a:ext cx="1092300" cy="2232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Roboto Light"/>
                <a:ea typeface="Roboto Light"/>
                <a:cs typeface="Roboto Light"/>
                <a:sym typeface="Roboto Light"/>
              </a:rPr>
              <a:t>EWM/IM</a:t>
            </a:r>
            <a:endParaRPr>
              <a:latin typeface="Roboto Light"/>
              <a:ea typeface="Roboto Light"/>
              <a:cs typeface="Roboto Light"/>
              <a:sym typeface="Roboto Light"/>
            </a:endParaRPr>
          </a:p>
        </p:txBody>
      </p:sp>
      <p:sp>
        <p:nvSpPr>
          <p:cNvPr id="2399" name="Google Shape;2399;g3693f7da1e3_0_3889"/>
          <p:cNvSpPr/>
          <p:nvPr/>
        </p:nvSpPr>
        <p:spPr>
          <a:xfrm>
            <a:off x="5128775" y="4401200"/>
            <a:ext cx="1092300" cy="223200"/>
          </a:xfrm>
          <a:prstGeom prst="rect">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Roboto Light"/>
                <a:ea typeface="Roboto Light"/>
                <a:cs typeface="Roboto Light"/>
                <a:sym typeface="Roboto Light"/>
              </a:rPr>
              <a:t>EWM</a:t>
            </a:r>
            <a:endParaRPr>
              <a:latin typeface="Roboto Light"/>
              <a:ea typeface="Roboto Light"/>
              <a:cs typeface="Roboto Light"/>
              <a:sym typeface="Roboto Light"/>
            </a:endParaRPr>
          </a:p>
        </p:txBody>
      </p:sp>
      <p:sp>
        <p:nvSpPr>
          <p:cNvPr id="2400" name="Google Shape;2400;g3693f7da1e3_0_3889"/>
          <p:cNvSpPr/>
          <p:nvPr/>
        </p:nvSpPr>
        <p:spPr>
          <a:xfrm>
            <a:off x="8152300" y="4430000"/>
            <a:ext cx="903300" cy="1944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a:latin typeface="Roboto Light"/>
                <a:ea typeface="Roboto Light"/>
                <a:cs typeface="Roboto Light"/>
                <a:sym typeface="Roboto Light"/>
              </a:rPr>
              <a:t>EWM/IM</a:t>
            </a:r>
            <a:endParaRPr>
              <a:latin typeface="Roboto Light"/>
              <a:ea typeface="Roboto Light"/>
              <a:cs typeface="Roboto Light"/>
              <a:sym typeface="Roboto Light"/>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05" name="Shape 2405"/>
        <p:cNvGrpSpPr/>
        <p:nvPr/>
      </p:nvGrpSpPr>
      <p:grpSpPr>
        <a:xfrm>
          <a:off x="0" y="0"/>
          <a:ext cx="0" cy="0"/>
          <a:chOff x="0" y="0"/>
          <a:chExt cx="0" cy="0"/>
        </a:xfrm>
      </p:grpSpPr>
      <p:sp>
        <p:nvSpPr>
          <p:cNvPr id="2406" name="Google Shape;2406;g3693f7da1e3_0_3930"/>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407" name="Google Shape;2407;g3693f7da1e3_0_3930"/>
          <p:cNvSpPr txBox="1"/>
          <p:nvPr/>
        </p:nvSpPr>
        <p:spPr>
          <a:xfrm>
            <a:off x="771450" y="65875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for production</a:t>
            </a:r>
            <a:endParaRPr sz="1200">
              <a:solidFill>
                <a:schemeClr val="dk1"/>
              </a:solidFill>
              <a:latin typeface="Roboto Light"/>
              <a:ea typeface="Roboto Light"/>
              <a:cs typeface="Roboto Light"/>
              <a:sym typeface="Roboto Light"/>
            </a:endParaRPr>
          </a:p>
        </p:txBody>
      </p:sp>
      <p:cxnSp>
        <p:nvCxnSpPr>
          <p:cNvPr id="2408" name="Google Shape;2408;g3693f7da1e3_0_3930"/>
          <p:cNvCxnSpPr/>
          <p:nvPr/>
        </p:nvCxnSpPr>
        <p:spPr>
          <a:xfrm>
            <a:off x="3081675" y="1080925"/>
            <a:ext cx="0" cy="3599400"/>
          </a:xfrm>
          <a:prstGeom prst="straightConnector1">
            <a:avLst/>
          </a:prstGeom>
          <a:noFill/>
          <a:ln cap="flat" cmpd="sng" w="9525">
            <a:solidFill>
              <a:schemeClr val="dk2"/>
            </a:solidFill>
            <a:prstDash val="solid"/>
            <a:round/>
            <a:headEnd len="med" w="med" type="none"/>
            <a:tailEnd len="med" w="med" type="none"/>
          </a:ln>
        </p:spPr>
      </p:cxnSp>
      <p:cxnSp>
        <p:nvCxnSpPr>
          <p:cNvPr id="2409" name="Google Shape;2409;g3693f7da1e3_0_3930"/>
          <p:cNvCxnSpPr/>
          <p:nvPr/>
        </p:nvCxnSpPr>
        <p:spPr>
          <a:xfrm>
            <a:off x="6436475" y="1080925"/>
            <a:ext cx="0" cy="3599400"/>
          </a:xfrm>
          <a:prstGeom prst="straightConnector1">
            <a:avLst/>
          </a:prstGeom>
          <a:noFill/>
          <a:ln cap="flat" cmpd="sng" w="9525">
            <a:solidFill>
              <a:schemeClr val="dk2"/>
            </a:solidFill>
            <a:prstDash val="solid"/>
            <a:round/>
            <a:headEnd len="med" w="med" type="none"/>
            <a:tailEnd len="med" w="med" type="none"/>
          </a:ln>
        </p:spPr>
      </p:cxnSp>
      <p:sp>
        <p:nvSpPr>
          <p:cNvPr id="2410" name="Google Shape;2410;g3693f7da1e3_0_3930"/>
          <p:cNvSpPr txBox="1"/>
          <p:nvPr/>
        </p:nvSpPr>
        <p:spPr>
          <a:xfrm>
            <a:off x="132675" y="986425"/>
            <a:ext cx="1849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Backflush consumption	</a:t>
            </a:r>
            <a:endParaRPr sz="1200">
              <a:solidFill>
                <a:schemeClr val="dk1"/>
              </a:solidFill>
              <a:latin typeface="Roboto Light"/>
              <a:ea typeface="Roboto Light"/>
              <a:cs typeface="Roboto Light"/>
              <a:sym typeface="Roboto Light"/>
            </a:endParaRPr>
          </a:p>
        </p:txBody>
      </p:sp>
      <p:sp>
        <p:nvSpPr>
          <p:cNvPr id="2411" name="Google Shape;2411;g3693f7da1e3_0_3930"/>
          <p:cNvSpPr txBox="1"/>
          <p:nvPr/>
        </p:nvSpPr>
        <p:spPr>
          <a:xfrm>
            <a:off x="3225913" y="1019775"/>
            <a:ext cx="18498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consumption	</a:t>
            </a:r>
            <a:endParaRPr sz="1200">
              <a:solidFill>
                <a:schemeClr val="dk1"/>
              </a:solidFill>
              <a:latin typeface="Roboto Light"/>
              <a:ea typeface="Roboto Light"/>
              <a:cs typeface="Roboto Light"/>
              <a:sym typeface="Roboto Light"/>
            </a:endParaRPr>
          </a:p>
        </p:txBody>
      </p:sp>
      <p:sp>
        <p:nvSpPr>
          <p:cNvPr id="2412" name="Google Shape;2412;g3693f7da1e3_0_3930"/>
          <p:cNvSpPr txBox="1"/>
          <p:nvPr/>
        </p:nvSpPr>
        <p:spPr>
          <a:xfrm>
            <a:off x="6648150" y="1019775"/>
            <a:ext cx="23385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triggered by MES</a:t>
            </a:r>
            <a:endParaRPr sz="1200">
              <a:solidFill>
                <a:schemeClr val="dk1"/>
              </a:solidFill>
              <a:latin typeface="Roboto Light"/>
              <a:ea typeface="Roboto Light"/>
              <a:cs typeface="Roboto Light"/>
              <a:sym typeface="Roboto Light"/>
            </a:endParaRPr>
          </a:p>
        </p:txBody>
      </p:sp>
      <p:sp>
        <p:nvSpPr>
          <p:cNvPr id="2413" name="Google Shape;2413;g3693f7da1e3_0_3930"/>
          <p:cNvSpPr/>
          <p:nvPr/>
        </p:nvSpPr>
        <p:spPr>
          <a:xfrm>
            <a:off x="868100" y="15960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cxnSp>
        <p:nvCxnSpPr>
          <p:cNvPr id="2414" name="Google Shape;2414;g3693f7da1e3_0_3930"/>
          <p:cNvCxnSpPr/>
          <p:nvPr/>
        </p:nvCxnSpPr>
        <p:spPr>
          <a:xfrm>
            <a:off x="227100" y="2813925"/>
            <a:ext cx="2610600" cy="5700"/>
          </a:xfrm>
          <a:prstGeom prst="straightConnector1">
            <a:avLst/>
          </a:prstGeom>
          <a:noFill/>
          <a:ln cap="flat" cmpd="sng" w="9525">
            <a:solidFill>
              <a:schemeClr val="dk2"/>
            </a:solidFill>
            <a:prstDash val="dash"/>
            <a:round/>
            <a:headEnd len="med" w="med" type="none"/>
            <a:tailEnd len="med" w="med" type="none"/>
          </a:ln>
        </p:spPr>
      </p:cxnSp>
      <p:sp>
        <p:nvSpPr>
          <p:cNvPr id="2415" name="Google Shape;2415;g3693f7da1e3_0_3930"/>
          <p:cNvSpPr/>
          <p:nvPr/>
        </p:nvSpPr>
        <p:spPr>
          <a:xfrm>
            <a:off x="2171200" y="2981525"/>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2416" name="Google Shape;2416;g3693f7da1e3_0_3930"/>
          <p:cNvSpPr/>
          <p:nvPr/>
        </p:nvSpPr>
        <p:spPr>
          <a:xfrm>
            <a:off x="868100" y="34981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Auto consumption of components</a:t>
            </a:r>
            <a:endParaRPr sz="800">
              <a:solidFill>
                <a:schemeClr val="lt2"/>
              </a:solidFill>
              <a:latin typeface="Roboto Light"/>
              <a:ea typeface="Roboto Light"/>
              <a:cs typeface="Roboto Light"/>
              <a:sym typeface="Roboto Light"/>
            </a:endParaRPr>
          </a:p>
        </p:txBody>
      </p:sp>
      <p:cxnSp>
        <p:nvCxnSpPr>
          <p:cNvPr id="2417" name="Google Shape;2417;g3693f7da1e3_0_3930"/>
          <p:cNvCxnSpPr/>
          <p:nvPr/>
        </p:nvCxnSpPr>
        <p:spPr>
          <a:xfrm>
            <a:off x="1503050" y="2076633"/>
            <a:ext cx="0" cy="1421400"/>
          </a:xfrm>
          <a:prstGeom prst="straightConnector1">
            <a:avLst/>
          </a:prstGeom>
          <a:noFill/>
          <a:ln cap="flat" cmpd="sng" w="9525">
            <a:solidFill>
              <a:schemeClr val="dk2"/>
            </a:solidFill>
            <a:prstDash val="solid"/>
            <a:round/>
            <a:headEnd len="med" w="med" type="none"/>
            <a:tailEnd len="med" w="med" type="triangle"/>
          </a:ln>
        </p:spPr>
      </p:cxnSp>
      <p:cxnSp>
        <p:nvCxnSpPr>
          <p:cNvPr id="2418" name="Google Shape;2418;g3693f7da1e3_0_3930"/>
          <p:cNvCxnSpPr/>
          <p:nvPr/>
        </p:nvCxnSpPr>
        <p:spPr>
          <a:xfrm rot="10800000">
            <a:off x="1071400" y="2086375"/>
            <a:ext cx="11100" cy="1405200"/>
          </a:xfrm>
          <a:prstGeom prst="straightConnector1">
            <a:avLst/>
          </a:prstGeom>
          <a:noFill/>
          <a:ln cap="flat" cmpd="sng" w="9525">
            <a:solidFill>
              <a:schemeClr val="dk2"/>
            </a:solidFill>
            <a:prstDash val="solid"/>
            <a:round/>
            <a:headEnd len="med" w="med" type="none"/>
            <a:tailEnd len="med" w="med" type="triangle"/>
          </a:ln>
        </p:spPr>
      </p:cxnSp>
      <p:cxnSp>
        <p:nvCxnSpPr>
          <p:cNvPr id="2419" name="Google Shape;2419;g3693f7da1e3_0_3930"/>
          <p:cNvCxnSpPr>
            <a:stCxn id="2415" idx="2"/>
            <a:endCxn id="2416" idx="3"/>
          </p:cNvCxnSpPr>
          <p:nvPr/>
        </p:nvCxnSpPr>
        <p:spPr>
          <a:xfrm rot="5400000">
            <a:off x="1909600" y="3114575"/>
            <a:ext cx="485700" cy="762000"/>
          </a:xfrm>
          <a:prstGeom prst="bentConnector2">
            <a:avLst/>
          </a:prstGeom>
          <a:noFill/>
          <a:ln cap="flat" cmpd="sng" w="9525">
            <a:solidFill>
              <a:schemeClr val="dk2"/>
            </a:solidFill>
            <a:prstDash val="dash"/>
            <a:round/>
            <a:headEnd len="med" w="med" type="none"/>
            <a:tailEnd len="med" w="med" type="triangle"/>
          </a:ln>
        </p:spPr>
      </p:cxnSp>
      <p:sp>
        <p:nvSpPr>
          <p:cNvPr id="2420" name="Google Shape;2420;g3693f7da1e3_0_3930"/>
          <p:cNvSpPr txBox="1"/>
          <p:nvPr/>
        </p:nvSpPr>
        <p:spPr>
          <a:xfrm rot="-5400000">
            <a:off x="597650" y="2373225"/>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Confirmation update in EWM</a:t>
            </a:r>
            <a:endParaRPr sz="600">
              <a:solidFill>
                <a:schemeClr val="dk1"/>
              </a:solidFill>
              <a:latin typeface="Roboto Light"/>
              <a:ea typeface="Roboto Light"/>
              <a:cs typeface="Roboto Light"/>
              <a:sym typeface="Roboto Light"/>
            </a:endParaRPr>
          </a:p>
        </p:txBody>
      </p:sp>
      <p:sp>
        <p:nvSpPr>
          <p:cNvPr id="2421" name="Google Shape;2421;g3693f7da1e3_0_3930"/>
          <p:cNvSpPr txBox="1"/>
          <p:nvPr/>
        </p:nvSpPr>
        <p:spPr>
          <a:xfrm rot="-5400000">
            <a:off x="7750" y="2541175"/>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422" name="Google Shape;2422;g3693f7da1e3_0_3930"/>
          <p:cNvSpPr/>
          <p:nvPr/>
        </p:nvSpPr>
        <p:spPr>
          <a:xfrm>
            <a:off x="4039538" y="3464771"/>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Process order update</a:t>
            </a:r>
            <a:endParaRPr sz="800">
              <a:solidFill>
                <a:schemeClr val="lt2"/>
              </a:solidFill>
              <a:latin typeface="Roboto Light"/>
              <a:ea typeface="Roboto Light"/>
              <a:cs typeface="Roboto Light"/>
              <a:sym typeface="Roboto Light"/>
            </a:endParaRPr>
          </a:p>
        </p:txBody>
      </p:sp>
      <p:cxnSp>
        <p:nvCxnSpPr>
          <p:cNvPr id="2423" name="Google Shape;2423;g3693f7da1e3_0_3930"/>
          <p:cNvCxnSpPr/>
          <p:nvPr/>
        </p:nvCxnSpPr>
        <p:spPr>
          <a:xfrm>
            <a:off x="3309263" y="2944888"/>
            <a:ext cx="2805000" cy="0"/>
          </a:xfrm>
          <a:prstGeom prst="straightConnector1">
            <a:avLst/>
          </a:prstGeom>
          <a:noFill/>
          <a:ln cap="flat" cmpd="sng" w="9525">
            <a:solidFill>
              <a:schemeClr val="dk2"/>
            </a:solidFill>
            <a:prstDash val="dash"/>
            <a:round/>
            <a:headEnd len="med" w="med" type="none"/>
            <a:tailEnd len="med" w="med" type="none"/>
          </a:ln>
        </p:spPr>
      </p:cxnSp>
      <p:sp>
        <p:nvSpPr>
          <p:cNvPr id="2424" name="Google Shape;2424;g3693f7da1e3_0_3930"/>
          <p:cNvSpPr/>
          <p:nvPr/>
        </p:nvSpPr>
        <p:spPr>
          <a:xfrm>
            <a:off x="5453313" y="1603088"/>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2425" name="Google Shape;2425;g3693f7da1e3_0_3930"/>
          <p:cNvSpPr/>
          <p:nvPr/>
        </p:nvSpPr>
        <p:spPr>
          <a:xfrm>
            <a:off x="3970538" y="1498400"/>
            <a:ext cx="1041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Perform Manual consumption per process order</a:t>
            </a:r>
            <a:endParaRPr sz="800">
              <a:solidFill>
                <a:schemeClr val="lt2"/>
              </a:solidFill>
              <a:latin typeface="Roboto Light"/>
              <a:ea typeface="Roboto Light"/>
              <a:cs typeface="Roboto Light"/>
              <a:sym typeface="Roboto Light"/>
            </a:endParaRPr>
          </a:p>
        </p:txBody>
      </p:sp>
      <p:cxnSp>
        <p:nvCxnSpPr>
          <p:cNvPr id="2426" name="Google Shape;2426;g3693f7da1e3_0_3930"/>
          <p:cNvCxnSpPr>
            <a:stCxn id="2424" idx="1"/>
            <a:endCxn id="2425" idx="3"/>
          </p:cNvCxnSpPr>
          <p:nvPr/>
        </p:nvCxnSpPr>
        <p:spPr>
          <a:xfrm rot="10800000">
            <a:off x="5011713" y="1738688"/>
            <a:ext cx="441600" cy="0"/>
          </a:xfrm>
          <a:prstGeom prst="straightConnector1">
            <a:avLst/>
          </a:prstGeom>
          <a:noFill/>
          <a:ln cap="flat" cmpd="sng" w="9525">
            <a:solidFill>
              <a:schemeClr val="dk2"/>
            </a:solidFill>
            <a:prstDash val="dash"/>
            <a:round/>
            <a:headEnd len="med" w="med" type="none"/>
            <a:tailEnd len="med" w="med" type="triangle"/>
          </a:ln>
        </p:spPr>
      </p:cxnSp>
      <p:cxnSp>
        <p:nvCxnSpPr>
          <p:cNvPr id="2427" name="Google Shape;2427;g3693f7da1e3_0_3930"/>
          <p:cNvCxnSpPr>
            <a:stCxn id="2425" idx="2"/>
            <a:endCxn id="2422" idx="0"/>
          </p:cNvCxnSpPr>
          <p:nvPr/>
        </p:nvCxnSpPr>
        <p:spPr>
          <a:xfrm>
            <a:off x="4491188" y="1979000"/>
            <a:ext cx="0" cy="1485900"/>
          </a:xfrm>
          <a:prstGeom prst="straightConnector1">
            <a:avLst/>
          </a:prstGeom>
          <a:noFill/>
          <a:ln cap="flat" cmpd="sng" w="9525">
            <a:solidFill>
              <a:schemeClr val="dk2"/>
            </a:solidFill>
            <a:prstDash val="solid"/>
            <a:round/>
            <a:headEnd len="med" w="med" type="none"/>
            <a:tailEnd len="med" w="med" type="triangle"/>
          </a:ln>
        </p:spPr>
      </p:cxnSp>
      <p:sp>
        <p:nvSpPr>
          <p:cNvPr id="2428" name="Google Shape;2428;g3693f7da1e3_0_3930"/>
          <p:cNvSpPr txBox="1"/>
          <p:nvPr/>
        </p:nvSpPr>
        <p:spPr>
          <a:xfrm rot="-5400000">
            <a:off x="3399663" y="247320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429" name="Google Shape;2429;g3693f7da1e3_0_3930"/>
          <p:cNvSpPr/>
          <p:nvPr/>
        </p:nvSpPr>
        <p:spPr>
          <a:xfrm>
            <a:off x="5363913" y="346478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cxnSp>
        <p:nvCxnSpPr>
          <p:cNvPr id="2430" name="Google Shape;2430;g3693f7da1e3_0_3930"/>
          <p:cNvCxnSpPr>
            <a:stCxn id="2422" idx="3"/>
            <a:endCxn id="2429" idx="1"/>
          </p:cNvCxnSpPr>
          <p:nvPr/>
        </p:nvCxnSpPr>
        <p:spPr>
          <a:xfrm>
            <a:off x="4942838" y="3705071"/>
            <a:ext cx="421200" cy="0"/>
          </a:xfrm>
          <a:prstGeom prst="straightConnector1">
            <a:avLst/>
          </a:prstGeom>
          <a:noFill/>
          <a:ln cap="flat" cmpd="sng" w="9525">
            <a:solidFill>
              <a:schemeClr val="dk2"/>
            </a:solidFill>
            <a:prstDash val="solid"/>
            <a:round/>
            <a:headEnd len="med" w="med" type="none"/>
            <a:tailEnd len="med" w="med" type="triangle"/>
          </a:ln>
        </p:spPr>
      </p:cxnSp>
      <p:sp>
        <p:nvSpPr>
          <p:cNvPr id="2431" name="Google Shape;2431;g3693f7da1e3_0_3930"/>
          <p:cNvSpPr/>
          <p:nvPr/>
        </p:nvSpPr>
        <p:spPr>
          <a:xfrm>
            <a:off x="7200400" y="1498400"/>
            <a:ext cx="1041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MES or external system</a:t>
            </a:r>
            <a:endParaRPr sz="800">
              <a:solidFill>
                <a:schemeClr val="lt2"/>
              </a:solidFill>
              <a:latin typeface="Roboto Light"/>
              <a:ea typeface="Roboto Light"/>
              <a:cs typeface="Roboto Light"/>
              <a:sym typeface="Roboto Light"/>
            </a:endParaRPr>
          </a:p>
        </p:txBody>
      </p:sp>
      <p:cxnSp>
        <p:nvCxnSpPr>
          <p:cNvPr id="2432" name="Google Shape;2432;g3693f7da1e3_0_3930"/>
          <p:cNvCxnSpPr/>
          <p:nvPr/>
        </p:nvCxnSpPr>
        <p:spPr>
          <a:xfrm>
            <a:off x="6626375" y="2595625"/>
            <a:ext cx="2326500" cy="18900"/>
          </a:xfrm>
          <a:prstGeom prst="straightConnector1">
            <a:avLst/>
          </a:prstGeom>
          <a:noFill/>
          <a:ln cap="flat" cmpd="sng" w="9525">
            <a:solidFill>
              <a:schemeClr val="dk2"/>
            </a:solidFill>
            <a:prstDash val="dash"/>
            <a:round/>
            <a:headEnd len="med" w="med" type="none"/>
            <a:tailEnd len="med" w="med" type="none"/>
          </a:ln>
        </p:spPr>
      </p:cxnSp>
      <p:sp>
        <p:nvSpPr>
          <p:cNvPr id="2433" name="Google Shape;2433;g3693f7da1e3_0_3930"/>
          <p:cNvSpPr/>
          <p:nvPr/>
        </p:nvSpPr>
        <p:spPr>
          <a:xfrm>
            <a:off x="7236100" y="2769025"/>
            <a:ext cx="1005600" cy="223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API</a:t>
            </a:r>
            <a:endParaRPr sz="600">
              <a:solidFill>
                <a:schemeClr val="lt2"/>
              </a:solidFill>
              <a:latin typeface="Roboto Light"/>
              <a:ea typeface="Roboto Light"/>
              <a:cs typeface="Roboto Light"/>
              <a:sym typeface="Roboto Light"/>
            </a:endParaRPr>
          </a:p>
        </p:txBody>
      </p:sp>
      <p:sp>
        <p:nvSpPr>
          <p:cNvPr id="2434" name="Google Shape;2434;g3693f7da1e3_0_3930"/>
          <p:cNvSpPr/>
          <p:nvPr/>
        </p:nvSpPr>
        <p:spPr>
          <a:xfrm>
            <a:off x="6569650" y="3291625"/>
            <a:ext cx="2338500" cy="988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800">
                <a:solidFill>
                  <a:schemeClr val="lt1"/>
                </a:solidFill>
                <a:latin typeface="Roboto"/>
                <a:ea typeface="Roboto"/>
                <a:cs typeface="Roboto"/>
                <a:sym typeface="Roboto"/>
              </a:rPr>
              <a:t>1. /SCWM/MFG_CONSUME_ITEMS_EXT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2. /SCWM/MFG_REVERSE_ITEMS_EXT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3. /SCWM/MFG_CONSUME_HU_EXT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b="1" lang="en-US" sz="800">
                <a:solidFill>
                  <a:schemeClr val="lt1"/>
                </a:solidFill>
                <a:latin typeface="Roboto"/>
                <a:ea typeface="Roboto"/>
                <a:cs typeface="Roboto"/>
                <a:sym typeface="Roboto"/>
              </a:rPr>
              <a:t>4. /SCWM/MFG_REVERSE_HU_EXT</a:t>
            </a:r>
            <a:endParaRPr b="1" sz="800">
              <a:solidFill>
                <a:schemeClr val="lt1"/>
              </a:solidFill>
              <a:latin typeface="Roboto"/>
              <a:ea typeface="Roboto"/>
              <a:cs typeface="Roboto"/>
              <a:sym typeface="Roboto"/>
            </a:endParaRPr>
          </a:p>
          <a:p>
            <a:pPr indent="0" lvl="0" marL="0" rtl="0" algn="l">
              <a:spcBef>
                <a:spcPts val="0"/>
              </a:spcBef>
              <a:spcAft>
                <a:spcPts val="0"/>
              </a:spcAft>
              <a:buNone/>
            </a:pPr>
            <a:r>
              <a:rPr lang="en-US" sz="800">
                <a:solidFill>
                  <a:schemeClr val="lt1"/>
                </a:solidFill>
                <a:latin typeface="Roboto Light"/>
                <a:ea typeface="Roboto Light"/>
                <a:cs typeface="Roboto Light"/>
                <a:sym typeface="Roboto Light"/>
              </a:rPr>
              <a:t>5. /SCWM/MFG_READ_STOCK_EXT</a:t>
            </a:r>
            <a:endParaRPr sz="800">
              <a:solidFill>
                <a:schemeClr val="lt1"/>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1"/>
                </a:solidFill>
                <a:latin typeface="Roboto Light"/>
                <a:ea typeface="Roboto Light"/>
                <a:cs typeface="Roboto Light"/>
                <a:sym typeface="Roboto Light"/>
              </a:rPr>
              <a:t>6. /SCWM/MFG_STAGE_EXT</a:t>
            </a:r>
            <a:endParaRPr sz="800">
              <a:solidFill>
                <a:schemeClr val="lt1"/>
              </a:solidFill>
              <a:latin typeface="Roboto Light"/>
              <a:ea typeface="Roboto Light"/>
              <a:cs typeface="Roboto Light"/>
              <a:sym typeface="Roboto Light"/>
            </a:endParaRPr>
          </a:p>
        </p:txBody>
      </p:sp>
      <p:cxnSp>
        <p:nvCxnSpPr>
          <p:cNvPr id="2435" name="Google Shape;2435;g3693f7da1e3_0_3930"/>
          <p:cNvCxnSpPr>
            <a:stCxn id="2431" idx="2"/>
            <a:endCxn id="2433" idx="0"/>
          </p:cNvCxnSpPr>
          <p:nvPr/>
        </p:nvCxnSpPr>
        <p:spPr>
          <a:xfrm>
            <a:off x="7721050" y="1979000"/>
            <a:ext cx="18000" cy="789900"/>
          </a:xfrm>
          <a:prstGeom prst="straightConnector1">
            <a:avLst/>
          </a:prstGeom>
          <a:noFill/>
          <a:ln cap="flat" cmpd="sng" w="9525">
            <a:solidFill>
              <a:schemeClr val="dk2"/>
            </a:solidFill>
            <a:prstDash val="solid"/>
            <a:round/>
            <a:headEnd len="med" w="med" type="none"/>
            <a:tailEnd len="med" w="med" type="triangle"/>
          </a:ln>
        </p:spPr>
      </p:cxnSp>
      <p:cxnSp>
        <p:nvCxnSpPr>
          <p:cNvPr id="2436" name="Google Shape;2436;g3693f7da1e3_0_3930"/>
          <p:cNvCxnSpPr>
            <a:stCxn id="2433" idx="2"/>
            <a:endCxn id="2434" idx="0"/>
          </p:cNvCxnSpPr>
          <p:nvPr/>
        </p:nvCxnSpPr>
        <p:spPr>
          <a:xfrm>
            <a:off x="7738900" y="2992225"/>
            <a:ext cx="0" cy="299400"/>
          </a:xfrm>
          <a:prstGeom prst="straightConnector1">
            <a:avLst/>
          </a:prstGeom>
          <a:noFill/>
          <a:ln cap="flat" cmpd="sng" w="9525">
            <a:solidFill>
              <a:schemeClr val="dk2"/>
            </a:solidFill>
            <a:prstDash val="solid"/>
            <a:round/>
            <a:headEnd len="med" w="med" type="none"/>
            <a:tailEnd len="med" w="med" type="triangle"/>
          </a:ln>
        </p:spPr>
      </p:cxnSp>
      <p:sp>
        <p:nvSpPr>
          <p:cNvPr id="2437" name="Google Shape;2437;g3693f7da1e3_0_3930"/>
          <p:cNvSpPr txBox="1"/>
          <p:nvPr/>
        </p:nvSpPr>
        <p:spPr>
          <a:xfrm>
            <a:off x="6569650" y="4354800"/>
            <a:ext cx="18051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Roboto Light"/>
                <a:ea typeface="Roboto Light"/>
                <a:cs typeface="Roboto Light"/>
                <a:sym typeface="Roboto Light"/>
              </a:rPr>
              <a:t>*Custom development</a:t>
            </a:r>
            <a:endParaRPr sz="1000">
              <a:solidFill>
                <a:schemeClr val="dk1"/>
              </a:solidFill>
              <a:latin typeface="Roboto Light"/>
              <a:ea typeface="Roboto Light"/>
              <a:cs typeface="Roboto Light"/>
              <a:sym typeface="Roboto Light"/>
            </a:endParaRPr>
          </a:p>
        </p:txBody>
      </p:sp>
      <p:sp>
        <p:nvSpPr>
          <p:cNvPr id="2438" name="Google Shape;2438;g3693f7da1e3_0_3930"/>
          <p:cNvSpPr/>
          <p:nvPr/>
        </p:nvSpPr>
        <p:spPr>
          <a:xfrm>
            <a:off x="8241688" y="2149863"/>
            <a:ext cx="724500" cy="271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cxnSp>
        <p:nvCxnSpPr>
          <p:cNvPr id="2439" name="Google Shape;2439;g3693f7da1e3_0_3930"/>
          <p:cNvCxnSpPr>
            <a:stCxn id="2438" idx="0"/>
            <a:endCxn id="2431" idx="3"/>
          </p:cNvCxnSpPr>
          <p:nvPr/>
        </p:nvCxnSpPr>
        <p:spPr>
          <a:xfrm flipH="1" rot="5400000">
            <a:off x="8217238" y="1763163"/>
            <a:ext cx="411300" cy="362100"/>
          </a:xfrm>
          <a:prstGeom prst="bentConnector2">
            <a:avLst/>
          </a:prstGeom>
          <a:noFill/>
          <a:ln cap="flat" cmpd="sng" w="9525">
            <a:solidFill>
              <a:schemeClr val="dk2"/>
            </a:solidFill>
            <a:prstDash val="dash"/>
            <a:round/>
            <a:headEnd len="med" w="med" type="none"/>
            <a:tailEnd len="med" w="med" type="triangle"/>
          </a:ln>
        </p:spPr>
      </p:cxnSp>
      <p:sp>
        <p:nvSpPr>
          <p:cNvPr id="2440" name="Google Shape;2440;g3693f7da1e3_0_3930"/>
          <p:cNvSpPr/>
          <p:nvPr/>
        </p:nvSpPr>
        <p:spPr>
          <a:xfrm>
            <a:off x="1771400" y="4340400"/>
            <a:ext cx="1092300" cy="2232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Roboto Light"/>
                <a:ea typeface="Roboto Light"/>
                <a:cs typeface="Roboto Light"/>
                <a:sym typeface="Roboto Light"/>
              </a:rPr>
              <a:t>EWM/IM</a:t>
            </a:r>
            <a:endParaRPr>
              <a:latin typeface="Roboto Light"/>
              <a:ea typeface="Roboto Light"/>
              <a:cs typeface="Roboto Light"/>
              <a:sym typeface="Roboto Light"/>
            </a:endParaRPr>
          </a:p>
        </p:txBody>
      </p:sp>
      <p:sp>
        <p:nvSpPr>
          <p:cNvPr id="2441" name="Google Shape;2441;g3693f7da1e3_0_3930"/>
          <p:cNvSpPr/>
          <p:nvPr/>
        </p:nvSpPr>
        <p:spPr>
          <a:xfrm>
            <a:off x="5128775" y="4401200"/>
            <a:ext cx="1092300" cy="223200"/>
          </a:xfrm>
          <a:prstGeom prst="rect">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Roboto Light"/>
                <a:ea typeface="Roboto Light"/>
                <a:cs typeface="Roboto Light"/>
                <a:sym typeface="Roboto Light"/>
              </a:rPr>
              <a:t>EWM</a:t>
            </a:r>
            <a:endParaRPr>
              <a:latin typeface="Roboto Light"/>
              <a:ea typeface="Roboto Light"/>
              <a:cs typeface="Roboto Light"/>
              <a:sym typeface="Roboto Light"/>
            </a:endParaRPr>
          </a:p>
        </p:txBody>
      </p:sp>
      <p:sp>
        <p:nvSpPr>
          <p:cNvPr id="2442" name="Google Shape;2442;g3693f7da1e3_0_3930"/>
          <p:cNvSpPr/>
          <p:nvPr/>
        </p:nvSpPr>
        <p:spPr>
          <a:xfrm>
            <a:off x="8152300" y="4430000"/>
            <a:ext cx="903300" cy="1944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a:latin typeface="Roboto Light"/>
                <a:ea typeface="Roboto Light"/>
                <a:cs typeface="Roboto Light"/>
                <a:sym typeface="Roboto Light"/>
              </a:rPr>
              <a:t>EWM/IM</a:t>
            </a:r>
            <a:endParaRPr>
              <a:latin typeface="Roboto Light"/>
              <a:ea typeface="Roboto Light"/>
              <a:cs typeface="Roboto Light"/>
              <a:sym typeface="Roboto Light"/>
            </a:endParaRPr>
          </a:p>
        </p:txBody>
      </p:sp>
      <p:sp>
        <p:nvSpPr>
          <p:cNvPr id="2443" name="Google Shape;2443;g3693f7da1e3_0_3930"/>
          <p:cNvSpPr/>
          <p:nvPr/>
        </p:nvSpPr>
        <p:spPr>
          <a:xfrm>
            <a:off x="3183175" y="972625"/>
            <a:ext cx="3151800" cy="3757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48" name="Shape 2448"/>
        <p:cNvGrpSpPr/>
        <p:nvPr/>
      </p:nvGrpSpPr>
      <p:grpSpPr>
        <a:xfrm>
          <a:off x="0" y="0"/>
          <a:ext cx="0" cy="0"/>
          <a:chOff x="0" y="0"/>
          <a:chExt cx="0" cy="0"/>
        </a:xfrm>
      </p:grpSpPr>
      <p:sp>
        <p:nvSpPr>
          <p:cNvPr id="2449" name="Google Shape;2449;g3693f7da1e3_0_3972"/>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450" name="Google Shape;2450;g3693f7da1e3_0_3972"/>
          <p:cNvSpPr txBox="1"/>
          <p:nvPr/>
        </p:nvSpPr>
        <p:spPr>
          <a:xfrm>
            <a:off x="771450" y="658750"/>
            <a:ext cx="29883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Consumption for production</a:t>
            </a:r>
            <a:endParaRPr sz="1200">
              <a:solidFill>
                <a:schemeClr val="dk1"/>
              </a:solidFill>
              <a:latin typeface="Roboto Light"/>
              <a:ea typeface="Roboto Light"/>
              <a:cs typeface="Roboto Light"/>
              <a:sym typeface="Roboto Light"/>
            </a:endParaRPr>
          </a:p>
        </p:txBody>
      </p:sp>
      <p:sp>
        <p:nvSpPr>
          <p:cNvPr id="2451" name="Google Shape;2451;g3693f7da1e3_0_3972"/>
          <p:cNvSpPr/>
          <p:nvPr/>
        </p:nvSpPr>
        <p:spPr>
          <a:xfrm>
            <a:off x="865875" y="1408624"/>
            <a:ext cx="738900" cy="3960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Stock available in PSA</a:t>
            </a:r>
            <a:endParaRPr sz="600">
              <a:solidFill>
                <a:schemeClr val="lt2"/>
              </a:solidFill>
              <a:latin typeface="Roboto Light"/>
              <a:ea typeface="Roboto Light"/>
              <a:cs typeface="Roboto Light"/>
              <a:sym typeface="Roboto Light"/>
            </a:endParaRPr>
          </a:p>
        </p:txBody>
      </p:sp>
      <p:sp>
        <p:nvSpPr>
          <p:cNvPr id="2452" name="Google Shape;2452;g3693f7da1e3_0_3972"/>
          <p:cNvSpPr/>
          <p:nvPr/>
        </p:nvSpPr>
        <p:spPr>
          <a:xfrm>
            <a:off x="1721300" y="2232850"/>
            <a:ext cx="1821900" cy="6423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Goto path: </a:t>
            </a:r>
            <a:endParaRPr sz="800">
              <a:solidFill>
                <a:schemeClr val="lt2"/>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03-Outbound process </a:t>
            </a:r>
            <a:endParaRPr sz="800">
              <a:solidFill>
                <a:schemeClr val="lt2"/>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05-Consumption</a:t>
            </a:r>
            <a:endParaRPr sz="800">
              <a:solidFill>
                <a:schemeClr val="lt2"/>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01-Consumption by MO</a:t>
            </a:r>
            <a:endParaRPr sz="800">
              <a:solidFill>
                <a:schemeClr val="lt2"/>
              </a:solidFill>
              <a:latin typeface="Roboto Light"/>
              <a:ea typeface="Roboto Light"/>
              <a:cs typeface="Roboto Light"/>
              <a:sym typeface="Roboto Light"/>
            </a:endParaRPr>
          </a:p>
        </p:txBody>
      </p:sp>
      <p:sp>
        <p:nvSpPr>
          <p:cNvPr id="2453" name="Google Shape;2453;g3693f7da1e3_0_3972"/>
          <p:cNvSpPr/>
          <p:nvPr/>
        </p:nvSpPr>
        <p:spPr>
          <a:xfrm>
            <a:off x="3904175" y="1237175"/>
            <a:ext cx="903300" cy="738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RF/Fiori</a:t>
            </a:r>
            <a:endParaRPr sz="600">
              <a:latin typeface="Roboto Light"/>
              <a:ea typeface="Roboto Light"/>
              <a:cs typeface="Roboto Light"/>
              <a:sym typeface="Roboto Light"/>
            </a:endParaRPr>
          </a:p>
        </p:txBody>
      </p:sp>
      <p:sp>
        <p:nvSpPr>
          <p:cNvPr id="2454" name="Google Shape;2454;g3693f7da1e3_0_3972"/>
          <p:cNvSpPr/>
          <p:nvPr/>
        </p:nvSpPr>
        <p:spPr>
          <a:xfrm>
            <a:off x="5356400" y="2232850"/>
            <a:ext cx="1821900" cy="6423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App: Consumption for production</a:t>
            </a:r>
            <a:endParaRPr sz="800">
              <a:solidFill>
                <a:schemeClr val="lt2"/>
              </a:solidFill>
              <a:latin typeface="Roboto Light"/>
              <a:ea typeface="Roboto Light"/>
              <a:cs typeface="Roboto Light"/>
              <a:sym typeface="Roboto Light"/>
            </a:endParaRPr>
          </a:p>
        </p:txBody>
      </p:sp>
      <p:sp>
        <p:nvSpPr>
          <p:cNvPr id="2455" name="Google Shape;2455;g3693f7da1e3_0_3972"/>
          <p:cNvSpPr/>
          <p:nvPr/>
        </p:nvSpPr>
        <p:spPr>
          <a:xfrm>
            <a:off x="3826450" y="3248100"/>
            <a:ext cx="1205400" cy="3960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Enter process order number</a:t>
            </a:r>
            <a:endParaRPr sz="800">
              <a:solidFill>
                <a:schemeClr val="lt2"/>
              </a:solidFill>
              <a:latin typeface="Roboto Light"/>
              <a:ea typeface="Roboto Light"/>
              <a:cs typeface="Roboto Light"/>
              <a:sym typeface="Roboto Light"/>
            </a:endParaRPr>
          </a:p>
        </p:txBody>
      </p:sp>
      <p:sp>
        <p:nvSpPr>
          <p:cNvPr id="2456" name="Google Shape;2456;g3693f7da1e3_0_3972"/>
          <p:cNvSpPr/>
          <p:nvPr/>
        </p:nvSpPr>
        <p:spPr>
          <a:xfrm>
            <a:off x="3571000" y="3927700"/>
            <a:ext cx="1716300" cy="4632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Scan/Enter the HU/Prod </a:t>
            </a:r>
            <a:endParaRPr sz="800">
              <a:solidFill>
                <a:schemeClr val="lt2"/>
              </a:solidFill>
              <a:latin typeface="Roboto Light"/>
              <a:ea typeface="Roboto Light"/>
              <a:cs typeface="Roboto Light"/>
              <a:sym typeface="Roboto Light"/>
            </a:endParaRPr>
          </a:p>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Scan/Enter the qty to be consumed(Full/partial)-Next</a:t>
            </a:r>
            <a:endParaRPr sz="800">
              <a:solidFill>
                <a:schemeClr val="lt2"/>
              </a:solidFill>
              <a:latin typeface="Roboto Light"/>
              <a:ea typeface="Roboto Light"/>
              <a:cs typeface="Roboto Light"/>
              <a:sym typeface="Roboto Light"/>
            </a:endParaRPr>
          </a:p>
        </p:txBody>
      </p:sp>
      <p:sp>
        <p:nvSpPr>
          <p:cNvPr id="2457" name="Google Shape;2457;g3693f7da1e3_0_3972"/>
          <p:cNvSpPr/>
          <p:nvPr/>
        </p:nvSpPr>
        <p:spPr>
          <a:xfrm>
            <a:off x="5886475" y="3961800"/>
            <a:ext cx="1205400" cy="3960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Consumption posted</a:t>
            </a:r>
            <a:endParaRPr sz="800">
              <a:solidFill>
                <a:schemeClr val="lt2"/>
              </a:solidFill>
              <a:latin typeface="Roboto Light"/>
              <a:ea typeface="Roboto Light"/>
              <a:cs typeface="Roboto Light"/>
              <a:sym typeface="Roboto Light"/>
            </a:endParaRPr>
          </a:p>
        </p:txBody>
      </p:sp>
      <p:cxnSp>
        <p:nvCxnSpPr>
          <p:cNvPr id="2458" name="Google Shape;2458;g3693f7da1e3_0_3972"/>
          <p:cNvCxnSpPr>
            <a:stCxn id="2451" idx="3"/>
            <a:endCxn id="2453" idx="1"/>
          </p:cNvCxnSpPr>
          <p:nvPr/>
        </p:nvCxnSpPr>
        <p:spPr>
          <a:xfrm>
            <a:off x="1604775" y="1606624"/>
            <a:ext cx="2299500" cy="0"/>
          </a:xfrm>
          <a:prstGeom prst="straightConnector1">
            <a:avLst/>
          </a:prstGeom>
          <a:noFill/>
          <a:ln cap="flat" cmpd="sng" w="9525">
            <a:solidFill>
              <a:schemeClr val="dk2"/>
            </a:solidFill>
            <a:prstDash val="solid"/>
            <a:round/>
            <a:headEnd len="med" w="med" type="none"/>
            <a:tailEnd len="med" w="med" type="triangle"/>
          </a:ln>
        </p:spPr>
      </p:cxnSp>
      <p:cxnSp>
        <p:nvCxnSpPr>
          <p:cNvPr id="2459" name="Google Shape;2459;g3693f7da1e3_0_3972"/>
          <p:cNvCxnSpPr>
            <a:stCxn id="2453" idx="2"/>
            <a:endCxn id="2452" idx="3"/>
          </p:cNvCxnSpPr>
          <p:nvPr/>
        </p:nvCxnSpPr>
        <p:spPr>
          <a:xfrm rot="5400000">
            <a:off x="3660575" y="1858625"/>
            <a:ext cx="577800" cy="812700"/>
          </a:xfrm>
          <a:prstGeom prst="bentConnector2">
            <a:avLst/>
          </a:prstGeom>
          <a:noFill/>
          <a:ln cap="flat" cmpd="sng" w="9525">
            <a:solidFill>
              <a:schemeClr val="dk2"/>
            </a:solidFill>
            <a:prstDash val="solid"/>
            <a:round/>
            <a:headEnd len="med" w="med" type="none"/>
            <a:tailEnd len="med" w="med" type="triangle"/>
          </a:ln>
        </p:spPr>
      </p:cxnSp>
      <p:cxnSp>
        <p:nvCxnSpPr>
          <p:cNvPr id="2460" name="Google Shape;2460;g3693f7da1e3_0_3972"/>
          <p:cNvCxnSpPr>
            <a:stCxn id="2453" idx="2"/>
            <a:endCxn id="2454" idx="1"/>
          </p:cNvCxnSpPr>
          <p:nvPr/>
        </p:nvCxnSpPr>
        <p:spPr>
          <a:xfrm flipH="1" rot="-5400000">
            <a:off x="4567175" y="1764725"/>
            <a:ext cx="577800" cy="1000500"/>
          </a:xfrm>
          <a:prstGeom prst="bentConnector2">
            <a:avLst/>
          </a:prstGeom>
          <a:noFill/>
          <a:ln cap="flat" cmpd="sng" w="9525">
            <a:solidFill>
              <a:schemeClr val="dk2"/>
            </a:solidFill>
            <a:prstDash val="solid"/>
            <a:round/>
            <a:headEnd len="med" w="med" type="none"/>
            <a:tailEnd len="med" w="med" type="triangle"/>
          </a:ln>
        </p:spPr>
      </p:cxnSp>
      <p:cxnSp>
        <p:nvCxnSpPr>
          <p:cNvPr id="2461" name="Google Shape;2461;g3693f7da1e3_0_3972"/>
          <p:cNvCxnSpPr>
            <a:stCxn id="2452" idx="2"/>
            <a:endCxn id="2455" idx="1"/>
          </p:cNvCxnSpPr>
          <p:nvPr/>
        </p:nvCxnSpPr>
        <p:spPr>
          <a:xfrm flipH="1" rot="-5400000">
            <a:off x="2943950" y="2563450"/>
            <a:ext cx="570900" cy="1194300"/>
          </a:xfrm>
          <a:prstGeom prst="bentConnector2">
            <a:avLst/>
          </a:prstGeom>
          <a:noFill/>
          <a:ln cap="flat" cmpd="sng" w="9525">
            <a:solidFill>
              <a:schemeClr val="dk2"/>
            </a:solidFill>
            <a:prstDash val="solid"/>
            <a:round/>
            <a:headEnd len="med" w="med" type="none"/>
            <a:tailEnd len="med" w="med" type="triangle"/>
          </a:ln>
        </p:spPr>
      </p:cxnSp>
      <p:cxnSp>
        <p:nvCxnSpPr>
          <p:cNvPr id="2462" name="Google Shape;2462;g3693f7da1e3_0_3972"/>
          <p:cNvCxnSpPr>
            <a:stCxn id="2454" idx="2"/>
            <a:endCxn id="2455" idx="3"/>
          </p:cNvCxnSpPr>
          <p:nvPr/>
        </p:nvCxnSpPr>
        <p:spPr>
          <a:xfrm rot="5400000">
            <a:off x="5364200" y="2542900"/>
            <a:ext cx="570900" cy="1235400"/>
          </a:xfrm>
          <a:prstGeom prst="bentConnector2">
            <a:avLst/>
          </a:prstGeom>
          <a:noFill/>
          <a:ln cap="flat" cmpd="sng" w="9525">
            <a:solidFill>
              <a:schemeClr val="dk2"/>
            </a:solidFill>
            <a:prstDash val="solid"/>
            <a:round/>
            <a:headEnd len="med" w="med" type="none"/>
            <a:tailEnd len="med" w="med" type="triangle"/>
          </a:ln>
        </p:spPr>
      </p:cxnSp>
      <p:cxnSp>
        <p:nvCxnSpPr>
          <p:cNvPr id="2463" name="Google Shape;2463;g3693f7da1e3_0_3972"/>
          <p:cNvCxnSpPr>
            <a:stCxn id="2455" idx="2"/>
            <a:endCxn id="2456" idx="0"/>
          </p:cNvCxnSpPr>
          <p:nvPr/>
        </p:nvCxnSpPr>
        <p:spPr>
          <a:xfrm>
            <a:off x="4429150" y="3644100"/>
            <a:ext cx="0" cy="283500"/>
          </a:xfrm>
          <a:prstGeom prst="straightConnector1">
            <a:avLst/>
          </a:prstGeom>
          <a:noFill/>
          <a:ln cap="flat" cmpd="sng" w="9525">
            <a:solidFill>
              <a:schemeClr val="dk2"/>
            </a:solidFill>
            <a:prstDash val="solid"/>
            <a:round/>
            <a:headEnd len="med" w="med" type="none"/>
            <a:tailEnd len="med" w="med" type="triangle"/>
          </a:ln>
        </p:spPr>
      </p:cxnSp>
      <p:cxnSp>
        <p:nvCxnSpPr>
          <p:cNvPr id="2464" name="Google Shape;2464;g3693f7da1e3_0_3972"/>
          <p:cNvCxnSpPr>
            <a:stCxn id="2456" idx="3"/>
            <a:endCxn id="2457" idx="1"/>
          </p:cNvCxnSpPr>
          <p:nvPr/>
        </p:nvCxnSpPr>
        <p:spPr>
          <a:xfrm>
            <a:off x="5287300" y="4159300"/>
            <a:ext cx="599100" cy="600"/>
          </a:xfrm>
          <a:prstGeom prst="straightConnector1">
            <a:avLst/>
          </a:prstGeom>
          <a:noFill/>
          <a:ln cap="flat" cmpd="sng" w="9525">
            <a:solidFill>
              <a:schemeClr val="dk2"/>
            </a:solidFill>
            <a:prstDash val="solid"/>
            <a:round/>
            <a:headEnd len="med" w="med" type="none"/>
            <a:tailEnd len="med" w="med" type="triangle"/>
          </a:ln>
        </p:spPr>
      </p:cxnSp>
      <p:sp>
        <p:nvSpPr>
          <p:cNvPr id="2465" name="Google Shape;2465;g3693f7da1e3_0_3972"/>
          <p:cNvSpPr/>
          <p:nvPr/>
        </p:nvSpPr>
        <p:spPr>
          <a:xfrm>
            <a:off x="7936800" y="2294224"/>
            <a:ext cx="738900" cy="3960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Process order update</a:t>
            </a:r>
            <a:endParaRPr sz="600">
              <a:solidFill>
                <a:schemeClr val="lt2"/>
              </a:solidFill>
              <a:latin typeface="Roboto Light"/>
              <a:ea typeface="Roboto Light"/>
              <a:cs typeface="Roboto Light"/>
              <a:sym typeface="Roboto Light"/>
            </a:endParaRPr>
          </a:p>
        </p:txBody>
      </p:sp>
      <p:cxnSp>
        <p:nvCxnSpPr>
          <p:cNvPr id="2466" name="Google Shape;2466;g3693f7da1e3_0_3972"/>
          <p:cNvCxnSpPr>
            <a:endCxn id="2465" idx="2"/>
          </p:cNvCxnSpPr>
          <p:nvPr/>
        </p:nvCxnSpPr>
        <p:spPr>
          <a:xfrm rot="-5400000">
            <a:off x="6964200" y="2817874"/>
            <a:ext cx="1469700" cy="1214400"/>
          </a:xfrm>
          <a:prstGeom prst="bentConnector3">
            <a:avLst>
              <a:gd fmla="val 500" name="adj1"/>
            </a:avLst>
          </a:prstGeom>
          <a:noFill/>
          <a:ln cap="flat" cmpd="sng" w="9525">
            <a:solidFill>
              <a:schemeClr val="dk2"/>
            </a:solidFill>
            <a:prstDash val="solid"/>
            <a:round/>
            <a:headEnd len="med" w="med" type="none"/>
            <a:tailEnd len="med" w="med" type="none"/>
          </a:ln>
        </p:spPr>
      </p:cxnSp>
      <p:sp>
        <p:nvSpPr>
          <p:cNvPr id="2467" name="Google Shape;2467;g3693f7da1e3_0_3972"/>
          <p:cNvSpPr txBox="1"/>
          <p:nvPr/>
        </p:nvSpPr>
        <p:spPr>
          <a:xfrm rot="-5400000">
            <a:off x="7613500" y="3262625"/>
            <a:ext cx="16104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movement(261) update in process order</a:t>
            </a:r>
            <a:endParaRPr sz="600">
              <a:solidFill>
                <a:schemeClr val="dk1"/>
              </a:solidFill>
              <a:latin typeface="Roboto Light"/>
              <a:ea typeface="Roboto Light"/>
              <a:cs typeface="Roboto Light"/>
              <a:sym typeface="Roboto Light"/>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71" name="Shape 2471"/>
        <p:cNvGrpSpPr/>
        <p:nvPr/>
      </p:nvGrpSpPr>
      <p:grpSpPr>
        <a:xfrm>
          <a:off x="0" y="0"/>
          <a:ext cx="0" cy="0"/>
          <a:chOff x="0" y="0"/>
          <a:chExt cx="0" cy="0"/>
        </a:xfrm>
      </p:grpSpPr>
      <p:sp>
        <p:nvSpPr>
          <p:cNvPr id="2472" name="Google Shape;2472;g3693f7da1e3_0_3995"/>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2473" name="Google Shape;2473;g3693f7da1e3_0_3995"/>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474" name="Google Shape;2474;g3693f7da1e3_0_3995"/>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2475" name="Google Shape;2475;g3693f7da1e3_0_3995"/>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2476" name="Google Shape;2476;g3693f7da1e3_0_3995"/>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80" name="Shape 2480"/>
        <p:cNvGrpSpPr/>
        <p:nvPr/>
      </p:nvGrpSpPr>
      <p:grpSpPr>
        <a:xfrm>
          <a:off x="0" y="0"/>
          <a:ext cx="0" cy="0"/>
          <a:chOff x="0" y="0"/>
          <a:chExt cx="0" cy="0"/>
        </a:xfrm>
      </p:grpSpPr>
      <p:pic>
        <p:nvPicPr>
          <p:cNvPr id="2481" name="Google Shape;2481;g3693f7da1e3_0_4003"/>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2482" name="Google Shape;2482;g3693f7da1e3_0_4003"/>
          <p:cNvSpPr txBox="1"/>
          <p:nvPr>
            <p:ph idx="1" type="body"/>
          </p:nvPr>
        </p:nvSpPr>
        <p:spPr>
          <a:xfrm>
            <a:off x="812700" y="2464024"/>
            <a:ext cx="3236400" cy="416700"/>
          </a:xfrm>
          <a:prstGeom prst="rect">
            <a:avLst/>
          </a:prstGeom>
          <a:noFill/>
          <a:ln>
            <a:noFill/>
          </a:ln>
        </p:spPr>
        <p:txBody>
          <a:bodyPr anchorCtr="0" anchor="t" bIns="0" lIns="0" spcFirstLastPara="1" rIns="0" wrap="square" tIns="0">
            <a:noAutofit/>
          </a:bodyPr>
          <a:lstStyle/>
          <a:p>
            <a:pPr indent="0" lvl="0" marL="457200" rtl="0" algn="l">
              <a:lnSpc>
                <a:spcPct val="95238"/>
              </a:lnSpc>
              <a:spcBef>
                <a:spcPts val="0"/>
              </a:spcBef>
              <a:spcAft>
                <a:spcPts val="0"/>
              </a:spcAft>
              <a:buNone/>
            </a:pPr>
            <a:r>
              <a:rPr b="1" i="1" lang="en-US" sz="1400">
                <a:latin typeface="Roboto"/>
                <a:ea typeface="Roboto"/>
                <a:cs typeface="Roboto"/>
                <a:sym typeface="Roboto"/>
              </a:rPr>
              <a:t>Goods receipt from production (or)</a:t>
            </a:r>
            <a:endParaRPr b="1" i="1" sz="1400">
              <a:latin typeface="Roboto"/>
              <a:ea typeface="Roboto"/>
              <a:cs typeface="Roboto"/>
              <a:sym typeface="Roboto"/>
            </a:endParaRPr>
          </a:p>
          <a:p>
            <a:pPr indent="0" lvl="0" marL="457200" rtl="0" algn="l">
              <a:lnSpc>
                <a:spcPct val="95238"/>
              </a:lnSpc>
              <a:spcBef>
                <a:spcPts val="0"/>
              </a:spcBef>
              <a:spcAft>
                <a:spcPts val="0"/>
              </a:spcAft>
              <a:buNone/>
            </a:pPr>
            <a:r>
              <a:rPr b="1" i="1" lang="en-US" sz="1400">
                <a:latin typeface="Roboto"/>
                <a:ea typeface="Roboto"/>
                <a:cs typeface="Roboto"/>
                <a:sym typeface="Roboto"/>
              </a:rPr>
              <a:t>Production receipt</a:t>
            </a:r>
            <a:endParaRPr b="1" i="1" sz="1400">
              <a:latin typeface="Roboto"/>
              <a:ea typeface="Roboto"/>
              <a:cs typeface="Roboto"/>
              <a:sym typeface="Roboto"/>
            </a:endParaRPr>
          </a:p>
        </p:txBody>
      </p:sp>
      <p:sp>
        <p:nvSpPr>
          <p:cNvPr id="2483" name="Google Shape;2483;g3693f7da1e3_0_4003"/>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Product and Production Master Data</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2484" name="Google Shape;2484;g3693f7da1e3_0_4003"/>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2485" name="Google Shape;2485;g3693f7da1e3_0_4003"/>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2486" name="Google Shape;2486;g3693f7da1e3_0_4003"/>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2487" name="Google Shape;2487;g3693f7da1e3_0_4003"/>
          <p:cNvGrpSpPr/>
          <p:nvPr/>
        </p:nvGrpSpPr>
        <p:grpSpPr>
          <a:xfrm>
            <a:off x="7495354" y="188417"/>
            <a:ext cx="1395087" cy="441585"/>
            <a:chOff x="5991694" y="1720305"/>
            <a:chExt cx="1929047" cy="618207"/>
          </a:xfrm>
        </p:grpSpPr>
        <p:sp>
          <p:nvSpPr>
            <p:cNvPr id="2488" name="Google Shape;2488;g3693f7da1e3_0_4003"/>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9" name="Google Shape;2489;g3693f7da1e3_0_4003"/>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0" name="Google Shape;2490;g3693f7da1e3_0_4003"/>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1" name="Google Shape;2491;g3693f7da1e3_0_4003"/>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2" name="Google Shape;2492;g3693f7da1e3_0_4003"/>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3" name="Google Shape;2493;g3693f7da1e3_0_4003"/>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4" name="Google Shape;2494;g3693f7da1e3_0_4003"/>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5" name="Google Shape;2495;g3693f7da1e3_0_4003"/>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6" name="Google Shape;2496;g3693f7da1e3_0_4003"/>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7" name="Google Shape;2497;g3693f7da1e3_0_4003"/>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8" name="Google Shape;2498;g3693f7da1e3_0_4003"/>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9" name="Google Shape;2499;g3693f7da1e3_0_4003"/>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0" name="Google Shape;2500;g3693f7da1e3_0_4003"/>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05" name="Shape 2505"/>
        <p:cNvGrpSpPr/>
        <p:nvPr/>
      </p:nvGrpSpPr>
      <p:grpSpPr>
        <a:xfrm>
          <a:off x="0" y="0"/>
          <a:ext cx="0" cy="0"/>
          <a:chOff x="0" y="0"/>
          <a:chExt cx="0" cy="0"/>
        </a:xfrm>
      </p:grpSpPr>
      <p:sp>
        <p:nvSpPr>
          <p:cNvPr id="2506" name="Google Shape;2506;g3693f7da1e3_0_4026"/>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Recap</a:t>
            </a:r>
            <a:r>
              <a:rPr lang="en-US"/>
              <a:t> </a:t>
            </a: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507" name="Google Shape;2507;g3693f7da1e3_0_4026"/>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 process flow</a:t>
            </a:r>
            <a:endParaRPr sz="1200">
              <a:solidFill>
                <a:schemeClr val="dk1"/>
              </a:solidFill>
              <a:latin typeface="Roboto Light"/>
              <a:ea typeface="Roboto Light"/>
              <a:cs typeface="Roboto Light"/>
              <a:sym typeface="Roboto Light"/>
            </a:endParaRPr>
          </a:p>
        </p:txBody>
      </p:sp>
      <p:pic>
        <p:nvPicPr>
          <p:cNvPr id="2508" name="Google Shape;2508;g3693f7da1e3_0_4026"/>
          <p:cNvPicPr preferRelativeResize="0"/>
          <p:nvPr/>
        </p:nvPicPr>
        <p:blipFill>
          <a:blip r:embed="rId3">
            <a:alphaModFix/>
          </a:blip>
          <a:stretch>
            <a:fillRect/>
          </a:stretch>
        </p:blipFill>
        <p:spPr>
          <a:xfrm>
            <a:off x="152400" y="1171225"/>
            <a:ext cx="8839199" cy="3203567"/>
          </a:xfrm>
          <a:prstGeom prst="rect">
            <a:avLst/>
          </a:prstGeom>
          <a:noFill/>
          <a:ln>
            <a:noFill/>
          </a:ln>
        </p:spPr>
      </p:pic>
      <p:pic>
        <p:nvPicPr>
          <p:cNvPr id="2509" name="Google Shape;2509;g3693f7da1e3_0_4026"/>
          <p:cNvPicPr preferRelativeResize="0"/>
          <p:nvPr/>
        </p:nvPicPr>
        <p:blipFill>
          <a:blip r:embed="rId4">
            <a:alphaModFix/>
          </a:blip>
          <a:stretch>
            <a:fillRect/>
          </a:stretch>
        </p:blipFill>
        <p:spPr>
          <a:xfrm>
            <a:off x="265992" y="1352025"/>
            <a:ext cx="2768599" cy="1133475"/>
          </a:xfrm>
          <a:prstGeom prst="rect">
            <a:avLst/>
          </a:prstGeom>
          <a:noFill/>
          <a:ln>
            <a:noFill/>
          </a:ln>
        </p:spPr>
      </p:pic>
      <p:pic>
        <p:nvPicPr>
          <p:cNvPr id="2510" name="Google Shape;2510;g3693f7da1e3_0_4026"/>
          <p:cNvPicPr preferRelativeResize="0"/>
          <p:nvPr/>
        </p:nvPicPr>
        <p:blipFill>
          <a:blip r:embed="rId4">
            <a:alphaModFix/>
          </a:blip>
          <a:stretch>
            <a:fillRect/>
          </a:stretch>
        </p:blipFill>
        <p:spPr>
          <a:xfrm>
            <a:off x="218450" y="2036300"/>
            <a:ext cx="2768599" cy="2212400"/>
          </a:xfrm>
          <a:prstGeom prst="rect">
            <a:avLst/>
          </a:prstGeom>
          <a:noFill/>
          <a:ln>
            <a:noFill/>
          </a:ln>
        </p:spPr>
      </p:pic>
      <p:pic>
        <p:nvPicPr>
          <p:cNvPr id="2511" name="Google Shape;2511;g3693f7da1e3_0_4026"/>
          <p:cNvPicPr preferRelativeResize="0"/>
          <p:nvPr/>
        </p:nvPicPr>
        <p:blipFill>
          <a:blip r:embed="rId5">
            <a:alphaModFix/>
          </a:blip>
          <a:stretch>
            <a:fillRect/>
          </a:stretch>
        </p:blipFill>
        <p:spPr>
          <a:xfrm>
            <a:off x="3862825" y="3083025"/>
            <a:ext cx="2652025" cy="508550"/>
          </a:xfrm>
          <a:prstGeom prst="rect">
            <a:avLst/>
          </a:prstGeom>
          <a:noFill/>
          <a:ln>
            <a:noFill/>
          </a:ln>
        </p:spPr>
      </p:pic>
      <p:pic>
        <p:nvPicPr>
          <p:cNvPr id="2512" name="Google Shape;2512;g3693f7da1e3_0_4026"/>
          <p:cNvPicPr preferRelativeResize="0"/>
          <p:nvPr/>
        </p:nvPicPr>
        <p:blipFill>
          <a:blip r:embed="rId6">
            <a:alphaModFix/>
          </a:blip>
          <a:stretch>
            <a:fillRect/>
          </a:stretch>
        </p:blipFill>
        <p:spPr>
          <a:xfrm>
            <a:off x="4227597" y="3502697"/>
            <a:ext cx="2044650" cy="651600"/>
          </a:xfrm>
          <a:prstGeom prst="rect">
            <a:avLst/>
          </a:prstGeom>
          <a:noFill/>
          <a:ln>
            <a:noFill/>
          </a:ln>
        </p:spPr>
      </p:pic>
      <p:pic>
        <p:nvPicPr>
          <p:cNvPr id="2513" name="Google Shape;2513;g3693f7da1e3_0_4026"/>
          <p:cNvPicPr preferRelativeResize="0"/>
          <p:nvPr/>
        </p:nvPicPr>
        <p:blipFill>
          <a:blip r:embed="rId7">
            <a:alphaModFix/>
          </a:blip>
          <a:stretch>
            <a:fillRect/>
          </a:stretch>
        </p:blipFill>
        <p:spPr>
          <a:xfrm>
            <a:off x="4298600" y="2619125"/>
            <a:ext cx="2281025" cy="463900"/>
          </a:xfrm>
          <a:prstGeom prst="rect">
            <a:avLst/>
          </a:prstGeom>
          <a:noFill/>
          <a:ln>
            <a:noFill/>
          </a:ln>
        </p:spPr>
      </p:pic>
      <p:pic>
        <p:nvPicPr>
          <p:cNvPr id="2514" name="Google Shape;2514;g3693f7da1e3_0_4026"/>
          <p:cNvPicPr preferRelativeResize="0"/>
          <p:nvPr/>
        </p:nvPicPr>
        <p:blipFill>
          <a:blip r:embed="rId8">
            <a:alphaModFix/>
          </a:blip>
          <a:stretch>
            <a:fillRect/>
          </a:stretch>
        </p:blipFill>
        <p:spPr>
          <a:xfrm>
            <a:off x="4605975" y="2036302"/>
            <a:ext cx="1666275" cy="578400"/>
          </a:xfrm>
          <a:prstGeom prst="rect">
            <a:avLst/>
          </a:prstGeom>
          <a:noFill/>
          <a:ln>
            <a:noFill/>
          </a:ln>
        </p:spPr>
      </p:pic>
      <p:pic>
        <p:nvPicPr>
          <p:cNvPr id="2515" name="Google Shape;2515;g3693f7da1e3_0_4026"/>
          <p:cNvPicPr preferRelativeResize="0"/>
          <p:nvPr/>
        </p:nvPicPr>
        <p:blipFill>
          <a:blip r:embed="rId9">
            <a:alphaModFix/>
          </a:blip>
          <a:stretch>
            <a:fillRect/>
          </a:stretch>
        </p:blipFill>
        <p:spPr>
          <a:xfrm>
            <a:off x="680750" y="1545662"/>
            <a:ext cx="465659" cy="508550"/>
          </a:xfrm>
          <a:prstGeom prst="rect">
            <a:avLst/>
          </a:prstGeom>
          <a:noFill/>
          <a:ln>
            <a:noFill/>
          </a:ln>
        </p:spPr>
      </p:pic>
      <p:pic>
        <p:nvPicPr>
          <p:cNvPr id="2516" name="Google Shape;2516;g3693f7da1e3_0_4026"/>
          <p:cNvPicPr preferRelativeResize="0"/>
          <p:nvPr/>
        </p:nvPicPr>
        <p:blipFill>
          <a:blip r:embed="rId10">
            <a:alphaModFix/>
          </a:blip>
          <a:stretch>
            <a:fillRect/>
          </a:stretch>
        </p:blipFill>
        <p:spPr>
          <a:xfrm>
            <a:off x="529425" y="2079650"/>
            <a:ext cx="941900" cy="249325"/>
          </a:xfrm>
          <a:prstGeom prst="rect">
            <a:avLst/>
          </a:prstGeom>
          <a:noFill/>
          <a:ln>
            <a:noFill/>
          </a:ln>
        </p:spPr>
      </p:pic>
      <p:cxnSp>
        <p:nvCxnSpPr>
          <p:cNvPr id="2517" name="Google Shape;2517;g3693f7da1e3_0_4026"/>
          <p:cNvCxnSpPr>
            <a:stCxn id="2511" idx="1"/>
            <a:endCxn id="2511" idx="3"/>
          </p:cNvCxnSpPr>
          <p:nvPr/>
        </p:nvCxnSpPr>
        <p:spPr>
          <a:xfrm>
            <a:off x="3862825" y="3337300"/>
            <a:ext cx="2652000" cy="0"/>
          </a:xfrm>
          <a:prstGeom prst="straightConnector1">
            <a:avLst/>
          </a:prstGeom>
          <a:noFill/>
          <a:ln cap="flat" cmpd="sng" w="9525">
            <a:solidFill>
              <a:srgbClr val="888888"/>
            </a:solidFill>
            <a:prstDash val="dash"/>
            <a:round/>
            <a:headEnd len="med" w="med" type="none"/>
            <a:tailEnd len="med" w="med" type="triangle"/>
          </a:ln>
        </p:spPr>
      </p:cxnSp>
      <p:pic>
        <p:nvPicPr>
          <p:cNvPr id="2518" name="Google Shape;2518;g3693f7da1e3_0_4026"/>
          <p:cNvPicPr preferRelativeResize="0"/>
          <p:nvPr/>
        </p:nvPicPr>
        <p:blipFill>
          <a:blip r:embed="rId11">
            <a:alphaModFix/>
          </a:blip>
          <a:stretch>
            <a:fillRect/>
          </a:stretch>
        </p:blipFill>
        <p:spPr>
          <a:xfrm>
            <a:off x="5242950" y="1567967"/>
            <a:ext cx="1288634" cy="463908"/>
          </a:xfrm>
          <a:prstGeom prst="rect">
            <a:avLst/>
          </a:prstGeom>
          <a:noFill/>
          <a:ln>
            <a:noFill/>
          </a:ln>
        </p:spPr>
      </p:pic>
      <p:cxnSp>
        <p:nvCxnSpPr>
          <p:cNvPr id="2519" name="Google Shape;2519;g3693f7da1e3_0_4026"/>
          <p:cNvCxnSpPr/>
          <p:nvPr/>
        </p:nvCxnSpPr>
        <p:spPr>
          <a:xfrm rot="-5400000">
            <a:off x="5154075" y="1941800"/>
            <a:ext cx="1466400" cy="1288800"/>
          </a:xfrm>
          <a:prstGeom prst="bentConnector3">
            <a:avLst>
              <a:gd fmla="val 100378" name="adj1"/>
            </a:avLst>
          </a:prstGeom>
          <a:noFill/>
          <a:ln cap="flat" cmpd="sng" w="9525">
            <a:solidFill>
              <a:srgbClr val="888888"/>
            </a:solidFill>
            <a:prstDash val="dash"/>
            <a:round/>
            <a:headEnd len="med" w="med" type="none"/>
            <a:tailEnd len="med" w="med" type="triangle"/>
          </a:ln>
        </p:spPr>
      </p:cxnSp>
      <p:sp>
        <p:nvSpPr>
          <p:cNvPr id="2520" name="Google Shape;2520;g3693f7da1e3_0_4026"/>
          <p:cNvSpPr txBox="1"/>
          <p:nvPr/>
        </p:nvSpPr>
        <p:spPr>
          <a:xfrm>
            <a:off x="732925" y="2291400"/>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pic>
        <p:nvPicPr>
          <p:cNvPr id="2521" name="Google Shape;2521;g3693f7da1e3_0_4026"/>
          <p:cNvPicPr preferRelativeResize="0"/>
          <p:nvPr/>
        </p:nvPicPr>
        <p:blipFill>
          <a:blip r:embed="rId11">
            <a:alphaModFix/>
          </a:blip>
          <a:stretch>
            <a:fillRect/>
          </a:stretch>
        </p:blipFill>
        <p:spPr>
          <a:xfrm>
            <a:off x="2095950" y="1539142"/>
            <a:ext cx="1288634" cy="463908"/>
          </a:xfrm>
          <a:prstGeom prst="rect">
            <a:avLst/>
          </a:prstGeom>
          <a:noFill/>
          <a:ln>
            <a:noFill/>
          </a:ln>
        </p:spPr>
      </p:pic>
      <p:pic>
        <p:nvPicPr>
          <p:cNvPr id="2522" name="Google Shape;2522;g3693f7da1e3_0_4026"/>
          <p:cNvPicPr preferRelativeResize="0"/>
          <p:nvPr/>
        </p:nvPicPr>
        <p:blipFill>
          <a:blip r:embed="rId12">
            <a:alphaModFix/>
          </a:blip>
          <a:stretch>
            <a:fillRect/>
          </a:stretch>
        </p:blipFill>
        <p:spPr>
          <a:xfrm>
            <a:off x="1935400" y="1566225"/>
            <a:ext cx="465650" cy="465650"/>
          </a:xfrm>
          <a:prstGeom prst="rect">
            <a:avLst/>
          </a:prstGeom>
          <a:noFill/>
          <a:ln>
            <a:noFill/>
          </a:ln>
        </p:spPr>
      </p:pic>
      <p:pic>
        <p:nvPicPr>
          <p:cNvPr id="2523" name="Google Shape;2523;g3693f7da1e3_0_4026"/>
          <p:cNvPicPr preferRelativeResize="0"/>
          <p:nvPr/>
        </p:nvPicPr>
        <p:blipFill>
          <a:blip r:embed="rId13">
            <a:alphaModFix/>
          </a:blip>
          <a:stretch>
            <a:fillRect/>
          </a:stretch>
        </p:blipFill>
        <p:spPr>
          <a:xfrm>
            <a:off x="1808499" y="2079650"/>
            <a:ext cx="695975" cy="132875"/>
          </a:xfrm>
          <a:prstGeom prst="rect">
            <a:avLst/>
          </a:prstGeom>
          <a:noFill/>
          <a:ln>
            <a:noFill/>
          </a:ln>
        </p:spPr>
      </p:pic>
      <p:sp>
        <p:nvSpPr>
          <p:cNvPr id="2524" name="Google Shape;2524;g3693f7da1e3_0_4026"/>
          <p:cNvSpPr txBox="1"/>
          <p:nvPr/>
        </p:nvSpPr>
        <p:spPr>
          <a:xfrm>
            <a:off x="1879850" y="2212525"/>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pic>
        <p:nvPicPr>
          <p:cNvPr id="2525" name="Google Shape;2525;g3693f7da1e3_0_4026"/>
          <p:cNvPicPr preferRelativeResize="0"/>
          <p:nvPr/>
        </p:nvPicPr>
        <p:blipFill>
          <a:blip r:embed="rId14">
            <a:alphaModFix/>
          </a:blip>
          <a:stretch>
            <a:fillRect/>
          </a:stretch>
        </p:blipFill>
        <p:spPr>
          <a:xfrm>
            <a:off x="1879853" y="3113646"/>
            <a:ext cx="465650" cy="514029"/>
          </a:xfrm>
          <a:prstGeom prst="rect">
            <a:avLst/>
          </a:prstGeom>
          <a:noFill/>
          <a:ln>
            <a:noFill/>
          </a:ln>
        </p:spPr>
      </p:pic>
      <p:sp>
        <p:nvSpPr>
          <p:cNvPr id="2526" name="Google Shape;2526;g3693f7da1e3_0_4026"/>
          <p:cNvSpPr txBox="1"/>
          <p:nvPr/>
        </p:nvSpPr>
        <p:spPr>
          <a:xfrm>
            <a:off x="1732325" y="3638675"/>
            <a:ext cx="1189500" cy="3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00">
                <a:solidFill>
                  <a:schemeClr val="dk1"/>
                </a:solidFill>
                <a:latin typeface="Open Sans"/>
                <a:ea typeface="Open Sans"/>
                <a:cs typeface="Open Sans"/>
                <a:sym typeface="Open Sans"/>
              </a:rPr>
              <a:t>packing based on packaging specification</a:t>
            </a:r>
            <a:r>
              <a:rPr b="1" lang="en-US" sz="800">
                <a:solidFill>
                  <a:schemeClr val="dk1"/>
                </a:solidFill>
                <a:latin typeface="Roboto"/>
                <a:ea typeface="Roboto"/>
                <a:cs typeface="Roboto"/>
                <a:sym typeface="Roboto"/>
              </a:rPr>
              <a:t> </a:t>
            </a:r>
            <a:endParaRPr b="1" sz="800">
              <a:solidFill>
                <a:schemeClr val="dk1"/>
              </a:solidFill>
              <a:latin typeface="Roboto"/>
              <a:ea typeface="Roboto"/>
              <a:cs typeface="Roboto"/>
              <a:sym typeface="Roboto"/>
            </a:endParaRPr>
          </a:p>
        </p:txBody>
      </p:sp>
      <p:cxnSp>
        <p:nvCxnSpPr>
          <p:cNvPr id="2527" name="Google Shape;2527;g3693f7da1e3_0_4026"/>
          <p:cNvCxnSpPr>
            <a:stCxn id="2525" idx="1"/>
          </p:cNvCxnSpPr>
          <p:nvPr/>
        </p:nvCxnSpPr>
        <p:spPr>
          <a:xfrm rot="10800000">
            <a:off x="1010153" y="2480560"/>
            <a:ext cx="869700" cy="890100"/>
          </a:xfrm>
          <a:prstGeom prst="bentConnector2">
            <a:avLst/>
          </a:prstGeom>
          <a:noFill/>
          <a:ln cap="flat" cmpd="sng" w="9525">
            <a:solidFill>
              <a:srgbClr val="888888"/>
            </a:solidFill>
            <a:prstDash val="dash"/>
            <a:round/>
            <a:headEnd len="med" w="med" type="none"/>
            <a:tailEnd len="med" w="med" type="triangle"/>
          </a:ln>
        </p:spPr>
      </p:cxnSp>
      <p:cxnSp>
        <p:nvCxnSpPr>
          <p:cNvPr id="2528" name="Google Shape;2528;g3693f7da1e3_0_4026"/>
          <p:cNvCxnSpPr>
            <a:stCxn id="2515" idx="3"/>
            <a:endCxn id="2522" idx="1"/>
          </p:cNvCxnSpPr>
          <p:nvPr/>
        </p:nvCxnSpPr>
        <p:spPr>
          <a:xfrm flipH="1" rot="10800000">
            <a:off x="1146409" y="1799037"/>
            <a:ext cx="789000" cy="900"/>
          </a:xfrm>
          <a:prstGeom prst="straightConnector1">
            <a:avLst/>
          </a:prstGeom>
          <a:noFill/>
          <a:ln cap="flat" cmpd="sng" w="9525">
            <a:solidFill>
              <a:srgbClr val="888888"/>
            </a:solidFill>
            <a:prstDash val="dash"/>
            <a:round/>
            <a:headEnd len="med" w="med" type="none"/>
            <a:tailEnd len="med" w="med" type="triangle"/>
          </a:ln>
        </p:spPr>
      </p:cxnSp>
      <p:cxnSp>
        <p:nvCxnSpPr>
          <p:cNvPr id="2529" name="Google Shape;2529;g3693f7da1e3_0_4026"/>
          <p:cNvCxnSpPr>
            <a:stCxn id="2522" idx="3"/>
            <a:endCxn id="2521" idx="3"/>
          </p:cNvCxnSpPr>
          <p:nvPr/>
        </p:nvCxnSpPr>
        <p:spPr>
          <a:xfrm flipH="1" rot="10800000">
            <a:off x="2401050" y="1771150"/>
            <a:ext cx="983400" cy="27900"/>
          </a:xfrm>
          <a:prstGeom prst="straightConnector1">
            <a:avLst/>
          </a:prstGeom>
          <a:noFill/>
          <a:ln cap="flat" cmpd="sng" w="9525">
            <a:solidFill>
              <a:srgbClr val="888888"/>
            </a:solidFill>
            <a:prstDash val="dash"/>
            <a:round/>
            <a:headEnd len="med" w="med" type="none"/>
            <a:tailEnd len="med" w="med" type="triangle"/>
          </a:ln>
        </p:spPr>
      </p:cxnSp>
      <p:sp>
        <p:nvSpPr>
          <p:cNvPr id="2530" name="Google Shape;2530;g3693f7da1e3_0_4026"/>
          <p:cNvSpPr txBox="1"/>
          <p:nvPr/>
        </p:nvSpPr>
        <p:spPr>
          <a:xfrm>
            <a:off x="1879850" y="4109850"/>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35" name="Shape 2535"/>
        <p:cNvGrpSpPr/>
        <p:nvPr/>
      </p:nvGrpSpPr>
      <p:grpSpPr>
        <a:xfrm>
          <a:off x="0" y="0"/>
          <a:ext cx="0" cy="0"/>
          <a:chOff x="0" y="0"/>
          <a:chExt cx="0" cy="0"/>
        </a:xfrm>
      </p:grpSpPr>
      <p:sp>
        <p:nvSpPr>
          <p:cNvPr id="2536" name="Google Shape;2536;g3693f7da1e3_0_4055"/>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537" name="Google Shape;2537;g3693f7da1e3_0_4055"/>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2538" name="Google Shape;2538;g3693f7da1e3_0_4055"/>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2539" name="Google Shape;2539;g3693f7da1e3_0_4055"/>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2540" name="Google Shape;2540;g3693f7da1e3_0_4055"/>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2541" name="Google Shape;2541;g3693f7da1e3_0_4055"/>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542" name="Google Shape;2542;g3693f7da1e3_0_4055"/>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2543" name="Google Shape;2543;g3693f7da1e3_0_4055"/>
          <p:cNvCxnSpPr>
            <a:stCxn id="2542" idx="1"/>
            <a:endCxn id="2541"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2544" name="Google Shape;2544;g3693f7da1e3_0_4055"/>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2545" name="Google Shape;2545;g3693f7da1e3_0_4055"/>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546" name="Google Shape;2546;g3693f7da1e3_0_4055"/>
          <p:cNvCxnSpPr>
            <a:stCxn id="2541" idx="2"/>
            <a:endCxn id="2545"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2547" name="Google Shape;2547;g3693f7da1e3_0_4055"/>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548" name="Google Shape;2548;g3693f7da1e3_0_4055"/>
          <p:cNvCxnSpPr>
            <a:stCxn id="2545" idx="2"/>
            <a:endCxn id="2547"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2549" name="Google Shape;2549;g3693f7da1e3_0_4055"/>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550" name="Google Shape;2550;g3693f7da1e3_0_4055"/>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2551" name="Google Shape;2551;g3693f7da1e3_0_4055"/>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2552" name="Google Shape;2552;g3693f7da1e3_0_4055"/>
          <p:cNvSpPr txBox="1"/>
          <p:nvPr/>
        </p:nvSpPr>
        <p:spPr>
          <a:xfrm rot="-5400000">
            <a:off x="-437075" y="2543738"/>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2553" name="Google Shape;2553;g3693f7da1e3_0_4055"/>
          <p:cNvCxnSpPr>
            <a:stCxn id="2547" idx="3"/>
            <a:endCxn id="2549"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2554" name="Google Shape;2554;g3693f7da1e3_0_4055"/>
          <p:cNvCxnSpPr>
            <a:stCxn id="2550" idx="1"/>
            <a:endCxn id="2551"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2555" name="Google Shape;2555;g3693f7da1e3_0_4055"/>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556" name="Google Shape;2556;g3693f7da1e3_0_4055"/>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2557" name="Google Shape;2557;g3693f7da1e3_0_4055"/>
          <p:cNvCxnSpPr>
            <a:stCxn id="2555" idx="3"/>
            <a:endCxn id="2556"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2558" name="Google Shape;2558;g3693f7da1e3_0_4055"/>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559" name="Google Shape;2559;g3693f7da1e3_0_4055"/>
          <p:cNvCxnSpPr>
            <a:stCxn id="2556" idx="2"/>
            <a:endCxn id="2558"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2560" name="Google Shape;2560;g3693f7da1e3_0_4055"/>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561" name="Google Shape;2561;g3693f7da1e3_0_4055"/>
          <p:cNvCxnSpPr>
            <a:stCxn id="2558" idx="2"/>
            <a:endCxn id="2560"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2562" name="Google Shape;2562;g3693f7da1e3_0_4055"/>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563" name="Google Shape;2563;g3693f7da1e3_0_4055"/>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2564" name="Google Shape;2564;g3693f7da1e3_0_4055"/>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2565" name="Google Shape;2565;g3693f7da1e3_0_4055"/>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2566" name="Google Shape;2566;g3693f7da1e3_0_4055"/>
          <p:cNvCxnSpPr>
            <a:stCxn id="2560" idx="3"/>
            <a:endCxn id="2562"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2567" name="Google Shape;2567;g3693f7da1e3_0_4055"/>
          <p:cNvCxnSpPr>
            <a:stCxn id="2565" idx="1"/>
            <a:endCxn id="2563"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2568" name="Google Shape;2568;g3693f7da1e3_0_4055"/>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569" name="Google Shape;2569;g3693f7da1e3_0_4055"/>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570" name="Google Shape;2570;g3693f7da1e3_0_4055"/>
          <p:cNvCxnSpPr>
            <a:stCxn id="2551" idx="1"/>
            <a:endCxn id="2569"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2571" name="Google Shape;2571;g3693f7da1e3_0_4055"/>
          <p:cNvCxnSpPr>
            <a:stCxn id="2569" idx="0"/>
            <a:endCxn id="2541"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2572" name="Google Shape;2572;g3693f7da1e3_0_4055"/>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573" name="Google Shape;2573;g3693f7da1e3_0_4055"/>
          <p:cNvCxnSpPr>
            <a:stCxn id="2563" idx="1"/>
            <a:endCxn id="2572"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2574" name="Google Shape;2574;g3693f7da1e3_0_4055"/>
          <p:cNvCxnSpPr>
            <a:stCxn id="2572" idx="0"/>
            <a:endCxn id="2555"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2575" name="Google Shape;2575;g3693f7da1e3_0_4055"/>
          <p:cNvSpPr/>
          <p:nvPr/>
        </p:nvSpPr>
        <p:spPr>
          <a:xfrm>
            <a:off x="2843075" y="3721825"/>
            <a:ext cx="90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Post goods receipt</a:t>
            </a:r>
            <a:endParaRPr sz="800">
              <a:solidFill>
                <a:schemeClr val="lt2"/>
              </a:solidFill>
              <a:latin typeface="Roboto Light"/>
              <a:ea typeface="Roboto Light"/>
              <a:cs typeface="Roboto Light"/>
              <a:sym typeface="Roboto Light"/>
            </a:endParaRPr>
          </a:p>
        </p:txBody>
      </p:sp>
      <p:sp>
        <p:nvSpPr>
          <p:cNvPr id="2576" name="Google Shape;2576;g3693f7da1e3_0_4055"/>
          <p:cNvSpPr/>
          <p:nvPr/>
        </p:nvSpPr>
        <p:spPr>
          <a:xfrm>
            <a:off x="7772400" y="3721837"/>
            <a:ext cx="90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Post goods receipt</a:t>
            </a:r>
            <a:endParaRPr sz="800">
              <a:solidFill>
                <a:schemeClr val="lt2"/>
              </a:solidFill>
              <a:latin typeface="Roboto Light"/>
              <a:ea typeface="Roboto Light"/>
              <a:cs typeface="Roboto Light"/>
              <a:sym typeface="Roboto Light"/>
            </a:endParaRPr>
          </a:p>
        </p:txBody>
      </p:sp>
      <p:cxnSp>
        <p:nvCxnSpPr>
          <p:cNvPr id="2577" name="Google Shape;2577;g3693f7da1e3_0_4055"/>
          <p:cNvCxnSpPr>
            <a:stCxn id="2549" idx="3"/>
            <a:endCxn id="2575"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2578" name="Google Shape;2578;g3693f7da1e3_0_4055"/>
          <p:cNvCxnSpPr>
            <a:stCxn id="2575" idx="2"/>
            <a:endCxn id="2550" idx="0"/>
          </p:cNvCxnSpPr>
          <p:nvPr/>
        </p:nvCxnSpPr>
        <p:spPr>
          <a:xfrm>
            <a:off x="3294725" y="4008325"/>
            <a:ext cx="6900" cy="184500"/>
          </a:xfrm>
          <a:prstGeom prst="straightConnector1">
            <a:avLst/>
          </a:prstGeom>
          <a:noFill/>
          <a:ln cap="flat" cmpd="sng" w="9525">
            <a:solidFill>
              <a:schemeClr val="dk2"/>
            </a:solidFill>
            <a:prstDash val="solid"/>
            <a:round/>
            <a:headEnd len="med" w="med" type="none"/>
            <a:tailEnd len="med" w="med" type="triangle"/>
          </a:ln>
        </p:spPr>
      </p:cxnSp>
      <p:cxnSp>
        <p:nvCxnSpPr>
          <p:cNvPr id="2579" name="Google Shape;2579;g3693f7da1e3_0_4055"/>
          <p:cNvCxnSpPr>
            <a:stCxn id="2562" idx="3"/>
            <a:endCxn id="2576" idx="3"/>
          </p:cNvCxnSpPr>
          <p:nvPr/>
        </p:nvCxnSpPr>
        <p:spPr>
          <a:xfrm>
            <a:off x="8675700" y="3343962"/>
            <a:ext cx="600" cy="5211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2580" name="Google Shape;2580;g3693f7da1e3_0_4055"/>
          <p:cNvCxnSpPr>
            <a:stCxn id="2576" idx="2"/>
            <a:endCxn id="2565" idx="0"/>
          </p:cNvCxnSpPr>
          <p:nvPr/>
        </p:nvCxnSpPr>
        <p:spPr>
          <a:xfrm>
            <a:off x="8224050" y="4008337"/>
            <a:ext cx="0" cy="119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84" name="Shape 2584"/>
        <p:cNvGrpSpPr/>
        <p:nvPr/>
      </p:nvGrpSpPr>
      <p:grpSpPr>
        <a:xfrm>
          <a:off x="0" y="0"/>
          <a:ext cx="0" cy="0"/>
          <a:chOff x="0" y="0"/>
          <a:chExt cx="0" cy="0"/>
        </a:xfrm>
      </p:grpSpPr>
      <p:pic>
        <p:nvPicPr>
          <p:cNvPr id="2585" name="Google Shape;2585;g3693f7da1e3_0_4104"/>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2586" name="Google Shape;2586;g3693f7da1e3_0_4104"/>
          <p:cNvSpPr txBox="1"/>
          <p:nvPr>
            <p:ph idx="1" type="body"/>
          </p:nvPr>
        </p:nvSpPr>
        <p:spPr>
          <a:xfrm>
            <a:off x="812700" y="2464024"/>
            <a:ext cx="3236400" cy="416700"/>
          </a:xfrm>
          <a:prstGeom prst="rect">
            <a:avLst/>
          </a:prstGeom>
          <a:noFill/>
          <a:ln>
            <a:noFill/>
          </a:ln>
        </p:spPr>
        <p:txBody>
          <a:bodyPr anchorCtr="0" anchor="t" bIns="0" lIns="0" spcFirstLastPara="1" rIns="0" wrap="square" tIns="0">
            <a:noAutofit/>
          </a:bodyPr>
          <a:lstStyle/>
          <a:p>
            <a:pPr indent="0" lvl="0" marL="457200" rtl="0" algn="l">
              <a:lnSpc>
                <a:spcPct val="95238"/>
              </a:lnSpc>
              <a:spcBef>
                <a:spcPts val="0"/>
              </a:spcBef>
              <a:spcAft>
                <a:spcPts val="0"/>
              </a:spcAft>
              <a:buNone/>
            </a:pPr>
            <a:r>
              <a:rPr b="1" i="1" lang="en-US" sz="1400">
                <a:latin typeface="Roboto"/>
                <a:ea typeface="Roboto"/>
                <a:cs typeface="Roboto"/>
                <a:sym typeface="Roboto"/>
              </a:rPr>
              <a:t>Goods receipt from production (or)</a:t>
            </a:r>
            <a:endParaRPr b="1" i="1" sz="1400">
              <a:latin typeface="Roboto"/>
              <a:ea typeface="Roboto"/>
              <a:cs typeface="Roboto"/>
              <a:sym typeface="Roboto"/>
            </a:endParaRPr>
          </a:p>
          <a:p>
            <a:pPr indent="0" lvl="0" marL="457200" rtl="0" algn="l">
              <a:lnSpc>
                <a:spcPct val="95238"/>
              </a:lnSpc>
              <a:spcBef>
                <a:spcPts val="0"/>
              </a:spcBef>
              <a:spcAft>
                <a:spcPts val="0"/>
              </a:spcAft>
              <a:buNone/>
            </a:pPr>
            <a:r>
              <a:rPr b="1" i="1" lang="en-US" sz="1400">
                <a:latin typeface="Roboto"/>
                <a:ea typeface="Roboto"/>
                <a:cs typeface="Roboto"/>
                <a:sym typeface="Roboto"/>
              </a:rPr>
              <a:t>Production receipt</a:t>
            </a:r>
            <a:endParaRPr b="1" i="1" sz="1400">
              <a:latin typeface="Roboto"/>
              <a:ea typeface="Roboto"/>
              <a:cs typeface="Roboto"/>
              <a:sym typeface="Roboto"/>
            </a:endParaRPr>
          </a:p>
        </p:txBody>
      </p:sp>
      <p:sp>
        <p:nvSpPr>
          <p:cNvPr id="2587" name="Google Shape;2587;g3693f7da1e3_0_4104"/>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Product and Production Master Data</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2588" name="Google Shape;2588;g3693f7da1e3_0_4104"/>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2589" name="Google Shape;2589;g3693f7da1e3_0_4104"/>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2590" name="Google Shape;2590;g3693f7da1e3_0_4104"/>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2591" name="Google Shape;2591;g3693f7da1e3_0_4104"/>
          <p:cNvGrpSpPr/>
          <p:nvPr/>
        </p:nvGrpSpPr>
        <p:grpSpPr>
          <a:xfrm>
            <a:off x="7495354" y="188417"/>
            <a:ext cx="1395087" cy="441585"/>
            <a:chOff x="5991694" y="1720305"/>
            <a:chExt cx="1929047" cy="618207"/>
          </a:xfrm>
        </p:grpSpPr>
        <p:sp>
          <p:nvSpPr>
            <p:cNvPr id="2592" name="Google Shape;2592;g3693f7da1e3_0_4104"/>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3" name="Google Shape;2593;g3693f7da1e3_0_4104"/>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4" name="Google Shape;2594;g3693f7da1e3_0_4104"/>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5" name="Google Shape;2595;g3693f7da1e3_0_4104"/>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6" name="Google Shape;2596;g3693f7da1e3_0_4104"/>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7" name="Google Shape;2597;g3693f7da1e3_0_4104"/>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8" name="Google Shape;2598;g3693f7da1e3_0_4104"/>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9" name="Google Shape;2599;g3693f7da1e3_0_4104"/>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0" name="Google Shape;2600;g3693f7da1e3_0_4104"/>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1" name="Google Shape;2601;g3693f7da1e3_0_4104"/>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2" name="Google Shape;2602;g3693f7da1e3_0_4104"/>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3" name="Google Shape;2603;g3693f7da1e3_0_4104"/>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4" name="Google Shape;2604;g3693f7da1e3_0_4104"/>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09" name="Shape 2609"/>
        <p:cNvGrpSpPr/>
        <p:nvPr/>
      </p:nvGrpSpPr>
      <p:grpSpPr>
        <a:xfrm>
          <a:off x="0" y="0"/>
          <a:ext cx="0" cy="0"/>
          <a:chOff x="0" y="0"/>
          <a:chExt cx="0" cy="0"/>
        </a:xfrm>
      </p:grpSpPr>
      <p:sp>
        <p:nvSpPr>
          <p:cNvPr id="2610" name="Google Shape;2610;g3693f7da1e3_0_4127"/>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Recap</a:t>
            </a:r>
            <a:r>
              <a:rPr lang="en-US"/>
              <a:t> </a:t>
            </a: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611" name="Google Shape;2611;g3693f7da1e3_0_4127"/>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 process flow</a:t>
            </a:r>
            <a:endParaRPr sz="1200">
              <a:solidFill>
                <a:schemeClr val="dk1"/>
              </a:solidFill>
              <a:latin typeface="Roboto Light"/>
              <a:ea typeface="Roboto Light"/>
              <a:cs typeface="Roboto Light"/>
              <a:sym typeface="Roboto Light"/>
            </a:endParaRPr>
          </a:p>
        </p:txBody>
      </p:sp>
      <p:pic>
        <p:nvPicPr>
          <p:cNvPr id="2612" name="Google Shape;2612;g3693f7da1e3_0_4127"/>
          <p:cNvPicPr preferRelativeResize="0"/>
          <p:nvPr/>
        </p:nvPicPr>
        <p:blipFill>
          <a:blip r:embed="rId3">
            <a:alphaModFix/>
          </a:blip>
          <a:stretch>
            <a:fillRect/>
          </a:stretch>
        </p:blipFill>
        <p:spPr>
          <a:xfrm>
            <a:off x="152400" y="1171225"/>
            <a:ext cx="8839199" cy="3203567"/>
          </a:xfrm>
          <a:prstGeom prst="rect">
            <a:avLst/>
          </a:prstGeom>
          <a:noFill/>
          <a:ln>
            <a:noFill/>
          </a:ln>
        </p:spPr>
      </p:pic>
      <p:pic>
        <p:nvPicPr>
          <p:cNvPr id="2613" name="Google Shape;2613;g3693f7da1e3_0_4127"/>
          <p:cNvPicPr preferRelativeResize="0"/>
          <p:nvPr/>
        </p:nvPicPr>
        <p:blipFill>
          <a:blip r:embed="rId4">
            <a:alphaModFix/>
          </a:blip>
          <a:stretch>
            <a:fillRect/>
          </a:stretch>
        </p:blipFill>
        <p:spPr>
          <a:xfrm>
            <a:off x="265992" y="1352025"/>
            <a:ext cx="2768599" cy="1133475"/>
          </a:xfrm>
          <a:prstGeom prst="rect">
            <a:avLst/>
          </a:prstGeom>
          <a:noFill/>
          <a:ln>
            <a:noFill/>
          </a:ln>
        </p:spPr>
      </p:pic>
      <p:pic>
        <p:nvPicPr>
          <p:cNvPr id="2614" name="Google Shape;2614;g3693f7da1e3_0_4127"/>
          <p:cNvPicPr preferRelativeResize="0"/>
          <p:nvPr/>
        </p:nvPicPr>
        <p:blipFill>
          <a:blip r:embed="rId4">
            <a:alphaModFix/>
          </a:blip>
          <a:stretch>
            <a:fillRect/>
          </a:stretch>
        </p:blipFill>
        <p:spPr>
          <a:xfrm>
            <a:off x="218450" y="2036300"/>
            <a:ext cx="2768599" cy="2212400"/>
          </a:xfrm>
          <a:prstGeom prst="rect">
            <a:avLst/>
          </a:prstGeom>
          <a:noFill/>
          <a:ln>
            <a:noFill/>
          </a:ln>
        </p:spPr>
      </p:pic>
      <p:pic>
        <p:nvPicPr>
          <p:cNvPr id="2615" name="Google Shape;2615;g3693f7da1e3_0_4127"/>
          <p:cNvPicPr preferRelativeResize="0"/>
          <p:nvPr/>
        </p:nvPicPr>
        <p:blipFill>
          <a:blip r:embed="rId5">
            <a:alphaModFix/>
          </a:blip>
          <a:stretch>
            <a:fillRect/>
          </a:stretch>
        </p:blipFill>
        <p:spPr>
          <a:xfrm>
            <a:off x="3862825" y="3083025"/>
            <a:ext cx="2652025" cy="508550"/>
          </a:xfrm>
          <a:prstGeom prst="rect">
            <a:avLst/>
          </a:prstGeom>
          <a:noFill/>
          <a:ln>
            <a:noFill/>
          </a:ln>
        </p:spPr>
      </p:pic>
      <p:pic>
        <p:nvPicPr>
          <p:cNvPr id="2616" name="Google Shape;2616;g3693f7da1e3_0_4127"/>
          <p:cNvPicPr preferRelativeResize="0"/>
          <p:nvPr/>
        </p:nvPicPr>
        <p:blipFill>
          <a:blip r:embed="rId6">
            <a:alphaModFix/>
          </a:blip>
          <a:stretch>
            <a:fillRect/>
          </a:stretch>
        </p:blipFill>
        <p:spPr>
          <a:xfrm>
            <a:off x="4227597" y="3502697"/>
            <a:ext cx="2044650" cy="651600"/>
          </a:xfrm>
          <a:prstGeom prst="rect">
            <a:avLst/>
          </a:prstGeom>
          <a:noFill/>
          <a:ln>
            <a:noFill/>
          </a:ln>
        </p:spPr>
      </p:pic>
      <p:pic>
        <p:nvPicPr>
          <p:cNvPr id="2617" name="Google Shape;2617;g3693f7da1e3_0_4127"/>
          <p:cNvPicPr preferRelativeResize="0"/>
          <p:nvPr/>
        </p:nvPicPr>
        <p:blipFill>
          <a:blip r:embed="rId7">
            <a:alphaModFix/>
          </a:blip>
          <a:stretch>
            <a:fillRect/>
          </a:stretch>
        </p:blipFill>
        <p:spPr>
          <a:xfrm>
            <a:off x="4298600" y="2619125"/>
            <a:ext cx="2281025" cy="463900"/>
          </a:xfrm>
          <a:prstGeom prst="rect">
            <a:avLst/>
          </a:prstGeom>
          <a:noFill/>
          <a:ln>
            <a:noFill/>
          </a:ln>
        </p:spPr>
      </p:pic>
      <p:pic>
        <p:nvPicPr>
          <p:cNvPr id="2618" name="Google Shape;2618;g3693f7da1e3_0_4127"/>
          <p:cNvPicPr preferRelativeResize="0"/>
          <p:nvPr/>
        </p:nvPicPr>
        <p:blipFill>
          <a:blip r:embed="rId8">
            <a:alphaModFix/>
          </a:blip>
          <a:stretch>
            <a:fillRect/>
          </a:stretch>
        </p:blipFill>
        <p:spPr>
          <a:xfrm>
            <a:off x="4605975" y="2036302"/>
            <a:ext cx="1666275" cy="578400"/>
          </a:xfrm>
          <a:prstGeom prst="rect">
            <a:avLst/>
          </a:prstGeom>
          <a:noFill/>
          <a:ln>
            <a:noFill/>
          </a:ln>
        </p:spPr>
      </p:pic>
      <p:pic>
        <p:nvPicPr>
          <p:cNvPr id="2619" name="Google Shape;2619;g3693f7da1e3_0_4127"/>
          <p:cNvPicPr preferRelativeResize="0"/>
          <p:nvPr/>
        </p:nvPicPr>
        <p:blipFill>
          <a:blip r:embed="rId9">
            <a:alphaModFix/>
          </a:blip>
          <a:stretch>
            <a:fillRect/>
          </a:stretch>
        </p:blipFill>
        <p:spPr>
          <a:xfrm>
            <a:off x="680750" y="1545662"/>
            <a:ext cx="465659" cy="508550"/>
          </a:xfrm>
          <a:prstGeom prst="rect">
            <a:avLst/>
          </a:prstGeom>
          <a:noFill/>
          <a:ln>
            <a:noFill/>
          </a:ln>
        </p:spPr>
      </p:pic>
      <p:pic>
        <p:nvPicPr>
          <p:cNvPr id="2620" name="Google Shape;2620;g3693f7da1e3_0_4127"/>
          <p:cNvPicPr preferRelativeResize="0"/>
          <p:nvPr/>
        </p:nvPicPr>
        <p:blipFill>
          <a:blip r:embed="rId10">
            <a:alphaModFix/>
          </a:blip>
          <a:stretch>
            <a:fillRect/>
          </a:stretch>
        </p:blipFill>
        <p:spPr>
          <a:xfrm>
            <a:off x="529425" y="2079650"/>
            <a:ext cx="941900" cy="249325"/>
          </a:xfrm>
          <a:prstGeom prst="rect">
            <a:avLst/>
          </a:prstGeom>
          <a:noFill/>
          <a:ln>
            <a:noFill/>
          </a:ln>
        </p:spPr>
      </p:pic>
      <p:cxnSp>
        <p:nvCxnSpPr>
          <p:cNvPr id="2621" name="Google Shape;2621;g3693f7da1e3_0_4127"/>
          <p:cNvCxnSpPr>
            <a:stCxn id="2615" idx="1"/>
            <a:endCxn id="2615" idx="3"/>
          </p:cNvCxnSpPr>
          <p:nvPr/>
        </p:nvCxnSpPr>
        <p:spPr>
          <a:xfrm>
            <a:off x="3862825" y="3337300"/>
            <a:ext cx="2652000" cy="0"/>
          </a:xfrm>
          <a:prstGeom prst="straightConnector1">
            <a:avLst/>
          </a:prstGeom>
          <a:noFill/>
          <a:ln cap="flat" cmpd="sng" w="9525">
            <a:solidFill>
              <a:srgbClr val="888888"/>
            </a:solidFill>
            <a:prstDash val="dash"/>
            <a:round/>
            <a:headEnd len="med" w="med" type="none"/>
            <a:tailEnd len="med" w="med" type="triangle"/>
          </a:ln>
        </p:spPr>
      </p:cxnSp>
      <p:pic>
        <p:nvPicPr>
          <p:cNvPr id="2622" name="Google Shape;2622;g3693f7da1e3_0_4127"/>
          <p:cNvPicPr preferRelativeResize="0"/>
          <p:nvPr/>
        </p:nvPicPr>
        <p:blipFill>
          <a:blip r:embed="rId11">
            <a:alphaModFix/>
          </a:blip>
          <a:stretch>
            <a:fillRect/>
          </a:stretch>
        </p:blipFill>
        <p:spPr>
          <a:xfrm>
            <a:off x="5242950" y="1567967"/>
            <a:ext cx="1288634" cy="463908"/>
          </a:xfrm>
          <a:prstGeom prst="rect">
            <a:avLst/>
          </a:prstGeom>
          <a:noFill/>
          <a:ln>
            <a:noFill/>
          </a:ln>
        </p:spPr>
      </p:pic>
      <p:cxnSp>
        <p:nvCxnSpPr>
          <p:cNvPr id="2623" name="Google Shape;2623;g3693f7da1e3_0_4127"/>
          <p:cNvCxnSpPr/>
          <p:nvPr/>
        </p:nvCxnSpPr>
        <p:spPr>
          <a:xfrm rot="-5400000">
            <a:off x="5154075" y="1941800"/>
            <a:ext cx="1466400" cy="1288800"/>
          </a:xfrm>
          <a:prstGeom prst="bentConnector3">
            <a:avLst>
              <a:gd fmla="val 100378" name="adj1"/>
            </a:avLst>
          </a:prstGeom>
          <a:noFill/>
          <a:ln cap="flat" cmpd="sng" w="9525">
            <a:solidFill>
              <a:srgbClr val="888888"/>
            </a:solidFill>
            <a:prstDash val="dash"/>
            <a:round/>
            <a:headEnd len="med" w="med" type="none"/>
            <a:tailEnd len="med" w="med" type="triangle"/>
          </a:ln>
        </p:spPr>
      </p:cxnSp>
      <p:sp>
        <p:nvSpPr>
          <p:cNvPr id="2624" name="Google Shape;2624;g3693f7da1e3_0_4127"/>
          <p:cNvSpPr txBox="1"/>
          <p:nvPr/>
        </p:nvSpPr>
        <p:spPr>
          <a:xfrm>
            <a:off x="732925" y="2291400"/>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pic>
        <p:nvPicPr>
          <p:cNvPr id="2625" name="Google Shape;2625;g3693f7da1e3_0_4127"/>
          <p:cNvPicPr preferRelativeResize="0"/>
          <p:nvPr/>
        </p:nvPicPr>
        <p:blipFill>
          <a:blip r:embed="rId11">
            <a:alphaModFix/>
          </a:blip>
          <a:stretch>
            <a:fillRect/>
          </a:stretch>
        </p:blipFill>
        <p:spPr>
          <a:xfrm>
            <a:off x="2095950" y="1539142"/>
            <a:ext cx="1288634" cy="463908"/>
          </a:xfrm>
          <a:prstGeom prst="rect">
            <a:avLst/>
          </a:prstGeom>
          <a:noFill/>
          <a:ln>
            <a:noFill/>
          </a:ln>
        </p:spPr>
      </p:pic>
      <p:pic>
        <p:nvPicPr>
          <p:cNvPr id="2626" name="Google Shape;2626;g3693f7da1e3_0_4127"/>
          <p:cNvPicPr preferRelativeResize="0"/>
          <p:nvPr/>
        </p:nvPicPr>
        <p:blipFill>
          <a:blip r:embed="rId12">
            <a:alphaModFix/>
          </a:blip>
          <a:stretch>
            <a:fillRect/>
          </a:stretch>
        </p:blipFill>
        <p:spPr>
          <a:xfrm>
            <a:off x="1935400" y="1566225"/>
            <a:ext cx="465650" cy="465650"/>
          </a:xfrm>
          <a:prstGeom prst="rect">
            <a:avLst/>
          </a:prstGeom>
          <a:noFill/>
          <a:ln>
            <a:noFill/>
          </a:ln>
        </p:spPr>
      </p:pic>
      <p:pic>
        <p:nvPicPr>
          <p:cNvPr id="2627" name="Google Shape;2627;g3693f7da1e3_0_4127"/>
          <p:cNvPicPr preferRelativeResize="0"/>
          <p:nvPr/>
        </p:nvPicPr>
        <p:blipFill>
          <a:blip r:embed="rId13">
            <a:alphaModFix/>
          </a:blip>
          <a:stretch>
            <a:fillRect/>
          </a:stretch>
        </p:blipFill>
        <p:spPr>
          <a:xfrm>
            <a:off x="1808499" y="2079650"/>
            <a:ext cx="695975" cy="132875"/>
          </a:xfrm>
          <a:prstGeom prst="rect">
            <a:avLst/>
          </a:prstGeom>
          <a:noFill/>
          <a:ln>
            <a:noFill/>
          </a:ln>
        </p:spPr>
      </p:pic>
      <p:sp>
        <p:nvSpPr>
          <p:cNvPr id="2628" name="Google Shape;2628;g3693f7da1e3_0_4127"/>
          <p:cNvSpPr txBox="1"/>
          <p:nvPr/>
        </p:nvSpPr>
        <p:spPr>
          <a:xfrm>
            <a:off x="1879850" y="2212525"/>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pic>
        <p:nvPicPr>
          <p:cNvPr id="2629" name="Google Shape;2629;g3693f7da1e3_0_4127"/>
          <p:cNvPicPr preferRelativeResize="0"/>
          <p:nvPr/>
        </p:nvPicPr>
        <p:blipFill>
          <a:blip r:embed="rId14">
            <a:alphaModFix/>
          </a:blip>
          <a:stretch>
            <a:fillRect/>
          </a:stretch>
        </p:blipFill>
        <p:spPr>
          <a:xfrm>
            <a:off x="1879853" y="3113646"/>
            <a:ext cx="465650" cy="514029"/>
          </a:xfrm>
          <a:prstGeom prst="rect">
            <a:avLst/>
          </a:prstGeom>
          <a:noFill/>
          <a:ln>
            <a:noFill/>
          </a:ln>
        </p:spPr>
      </p:pic>
      <p:sp>
        <p:nvSpPr>
          <p:cNvPr id="2630" name="Google Shape;2630;g3693f7da1e3_0_4127"/>
          <p:cNvSpPr txBox="1"/>
          <p:nvPr/>
        </p:nvSpPr>
        <p:spPr>
          <a:xfrm>
            <a:off x="1732325" y="3638675"/>
            <a:ext cx="1189500" cy="3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00">
                <a:solidFill>
                  <a:schemeClr val="dk1"/>
                </a:solidFill>
                <a:latin typeface="Open Sans"/>
                <a:ea typeface="Open Sans"/>
                <a:cs typeface="Open Sans"/>
                <a:sym typeface="Open Sans"/>
              </a:rPr>
              <a:t>packing based on packaging specification</a:t>
            </a:r>
            <a:r>
              <a:rPr b="1" lang="en-US" sz="800">
                <a:solidFill>
                  <a:schemeClr val="dk1"/>
                </a:solidFill>
                <a:latin typeface="Roboto"/>
                <a:ea typeface="Roboto"/>
                <a:cs typeface="Roboto"/>
                <a:sym typeface="Roboto"/>
              </a:rPr>
              <a:t> </a:t>
            </a:r>
            <a:endParaRPr b="1" sz="800">
              <a:solidFill>
                <a:schemeClr val="dk1"/>
              </a:solidFill>
              <a:latin typeface="Roboto"/>
              <a:ea typeface="Roboto"/>
              <a:cs typeface="Roboto"/>
              <a:sym typeface="Roboto"/>
            </a:endParaRPr>
          </a:p>
        </p:txBody>
      </p:sp>
      <p:cxnSp>
        <p:nvCxnSpPr>
          <p:cNvPr id="2631" name="Google Shape;2631;g3693f7da1e3_0_4127"/>
          <p:cNvCxnSpPr>
            <a:stCxn id="2629" idx="1"/>
          </p:cNvCxnSpPr>
          <p:nvPr/>
        </p:nvCxnSpPr>
        <p:spPr>
          <a:xfrm rot="10800000">
            <a:off x="1010153" y="2480560"/>
            <a:ext cx="869700" cy="890100"/>
          </a:xfrm>
          <a:prstGeom prst="bentConnector2">
            <a:avLst/>
          </a:prstGeom>
          <a:noFill/>
          <a:ln cap="flat" cmpd="sng" w="9525">
            <a:solidFill>
              <a:srgbClr val="888888"/>
            </a:solidFill>
            <a:prstDash val="dash"/>
            <a:round/>
            <a:headEnd len="med" w="med" type="none"/>
            <a:tailEnd len="med" w="med" type="triangle"/>
          </a:ln>
        </p:spPr>
      </p:cxnSp>
      <p:cxnSp>
        <p:nvCxnSpPr>
          <p:cNvPr id="2632" name="Google Shape;2632;g3693f7da1e3_0_4127"/>
          <p:cNvCxnSpPr>
            <a:stCxn id="2619" idx="3"/>
            <a:endCxn id="2626" idx="1"/>
          </p:cNvCxnSpPr>
          <p:nvPr/>
        </p:nvCxnSpPr>
        <p:spPr>
          <a:xfrm flipH="1" rot="10800000">
            <a:off x="1146409" y="1799037"/>
            <a:ext cx="789000" cy="900"/>
          </a:xfrm>
          <a:prstGeom prst="straightConnector1">
            <a:avLst/>
          </a:prstGeom>
          <a:noFill/>
          <a:ln cap="flat" cmpd="sng" w="9525">
            <a:solidFill>
              <a:srgbClr val="888888"/>
            </a:solidFill>
            <a:prstDash val="dash"/>
            <a:round/>
            <a:headEnd len="med" w="med" type="none"/>
            <a:tailEnd len="med" w="med" type="triangle"/>
          </a:ln>
        </p:spPr>
      </p:cxnSp>
      <p:cxnSp>
        <p:nvCxnSpPr>
          <p:cNvPr id="2633" name="Google Shape;2633;g3693f7da1e3_0_4127"/>
          <p:cNvCxnSpPr>
            <a:stCxn id="2626" idx="3"/>
            <a:endCxn id="2625" idx="3"/>
          </p:cNvCxnSpPr>
          <p:nvPr/>
        </p:nvCxnSpPr>
        <p:spPr>
          <a:xfrm flipH="1" rot="10800000">
            <a:off x="2401050" y="1771150"/>
            <a:ext cx="983400" cy="27900"/>
          </a:xfrm>
          <a:prstGeom prst="straightConnector1">
            <a:avLst/>
          </a:prstGeom>
          <a:noFill/>
          <a:ln cap="flat" cmpd="sng" w="9525">
            <a:solidFill>
              <a:srgbClr val="888888"/>
            </a:solidFill>
            <a:prstDash val="dash"/>
            <a:round/>
            <a:headEnd len="med" w="med" type="none"/>
            <a:tailEnd len="med" w="med" type="triangle"/>
          </a:ln>
        </p:spPr>
      </p:cxnSp>
      <p:sp>
        <p:nvSpPr>
          <p:cNvPr id="2634" name="Google Shape;2634;g3693f7da1e3_0_4127"/>
          <p:cNvSpPr txBox="1"/>
          <p:nvPr/>
        </p:nvSpPr>
        <p:spPr>
          <a:xfrm>
            <a:off x="1879850" y="4109850"/>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39" name="Shape 2639"/>
        <p:cNvGrpSpPr/>
        <p:nvPr/>
      </p:nvGrpSpPr>
      <p:grpSpPr>
        <a:xfrm>
          <a:off x="0" y="0"/>
          <a:ext cx="0" cy="0"/>
          <a:chOff x="0" y="0"/>
          <a:chExt cx="0" cy="0"/>
        </a:xfrm>
      </p:grpSpPr>
      <p:sp>
        <p:nvSpPr>
          <p:cNvPr id="2640" name="Google Shape;2640;g3693f7da1e3_0_4156"/>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641" name="Google Shape;2641;g3693f7da1e3_0_4156"/>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2642" name="Google Shape;2642;g3693f7da1e3_0_4156"/>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2643" name="Google Shape;2643;g3693f7da1e3_0_4156"/>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2644" name="Google Shape;2644;g3693f7da1e3_0_4156"/>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2645" name="Google Shape;2645;g3693f7da1e3_0_4156"/>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646" name="Google Shape;2646;g3693f7da1e3_0_4156"/>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2647" name="Google Shape;2647;g3693f7da1e3_0_4156"/>
          <p:cNvCxnSpPr>
            <a:stCxn id="2646" idx="1"/>
            <a:endCxn id="2645"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2648" name="Google Shape;2648;g3693f7da1e3_0_4156"/>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2649" name="Google Shape;2649;g3693f7da1e3_0_4156"/>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650" name="Google Shape;2650;g3693f7da1e3_0_4156"/>
          <p:cNvCxnSpPr>
            <a:stCxn id="2645" idx="2"/>
            <a:endCxn id="2649"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2651" name="Google Shape;2651;g3693f7da1e3_0_4156"/>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652" name="Google Shape;2652;g3693f7da1e3_0_4156"/>
          <p:cNvCxnSpPr>
            <a:stCxn id="2649" idx="2"/>
            <a:endCxn id="2651"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2653" name="Google Shape;2653;g3693f7da1e3_0_4156"/>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654" name="Google Shape;2654;g3693f7da1e3_0_4156"/>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2655" name="Google Shape;2655;g3693f7da1e3_0_4156"/>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2656" name="Google Shape;2656;g3693f7da1e3_0_4156"/>
          <p:cNvSpPr txBox="1"/>
          <p:nvPr/>
        </p:nvSpPr>
        <p:spPr>
          <a:xfrm rot="-5400000">
            <a:off x="-437075" y="2543738"/>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2657" name="Google Shape;2657;g3693f7da1e3_0_4156"/>
          <p:cNvCxnSpPr>
            <a:stCxn id="2651" idx="3"/>
            <a:endCxn id="2653"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2658" name="Google Shape;2658;g3693f7da1e3_0_4156"/>
          <p:cNvCxnSpPr>
            <a:stCxn id="2654" idx="1"/>
            <a:endCxn id="2655"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2659" name="Google Shape;2659;g3693f7da1e3_0_4156"/>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660" name="Google Shape;2660;g3693f7da1e3_0_4156"/>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2661" name="Google Shape;2661;g3693f7da1e3_0_4156"/>
          <p:cNvCxnSpPr>
            <a:stCxn id="2659" idx="3"/>
            <a:endCxn id="2660"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2662" name="Google Shape;2662;g3693f7da1e3_0_4156"/>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663" name="Google Shape;2663;g3693f7da1e3_0_4156"/>
          <p:cNvCxnSpPr>
            <a:stCxn id="2660" idx="2"/>
            <a:endCxn id="2662"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2664" name="Google Shape;2664;g3693f7da1e3_0_4156"/>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665" name="Google Shape;2665;g3693f7da1e3_0_4156"/>
          <p:cNvCxnSpPr>
            <a:stCxn id="2662" idx="2"/>
            <a:endCxn id="2664"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2666" name="Google Shape;2666;g3693f7da1e3_0_4156"/>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667" name="Google Shape;2667;g3693f7da1e3_0_4156"/>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2668" name="Google Shape;2668;g3693f7da1e3_0_4156"/>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2669" name="Google Shape;2669;g3693f7da1e3_0_4156"/>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2670" name="Google Shape;2670;g3693f7da1e3_0_4156"/>
          <p:cNvCxnSpPr>
            <a:stCxn id="2664" idx="3"/>
            <a:endCxn id="2666"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2671" name="Google Shape;2671;g3693f7da1e3_0_4156"/>
          <p:cNvCxnSpPr>
            <a:stCxn id="2669" idx="1"/>
            <a:endCxn id="2667"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2672" name="Google Shape;2672;g3693f7da1e3_0_4156"/>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673" name="Google Shape;2673;g3693f7da1e3_0_4156"/>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674" name="Google Shape;2674;g3693f7da1e3_0_4156"/>
          <p:cNvCxnSpPr>
            <a:stCxn id="2655" idx="1"/>
            <a:endCxn id="2673"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2675" name="Google Shape;2675;g3693f7da1e3_0_4156"/>
          <p:cNvCxnSpPr>
            <a:stCxn id="2673" idx="0"/>
            <a:endCxn id="2645"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2676" name="Google Shape;2676;g3693f7da1e3_0_4156"/>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677" name="Google Shape;2677;g3693f7da1e3_0_4156"/>
          <p:cNvCxnSpPr>
            <a:stCxn id="2667" idx="1"/>
            <a:endCxn id="2676"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2678" name="Google Shape;2678;g3693f7da1e3_0_4156"/>
          <p:cNvCxnSpPr>
            <a:stCxn id="2676" idx="0"/>
            <a:endCxn id="2659"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2679" name="Google Shape;2679;g3693f7da1e3_0_4156"/>
          <p:cNvSpPr/>
          <p:nvPr/>
        </p:nvSpPr>
        <p:spPr>
          <a:xfrm>
            <a:off x="2843075" y="3721825"/>
            <a:ext cx="90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Post goods receipt</a:t>
            </a:r>
            <a:endParaRPr sz="800">
              <a:solidFill>
                <a:schemeClr val="lt2"/>
              </a:solidFill>
              <a:latin typeface="Roboto Light"/>
              <a:ea typeface="Roboto Light"/>
              <a:cs typeface="Roboto Light"/>
              <a:sym typeface="Roboto Light"/>
            </a:endParaRPr>
          </a:p>
        </p:txBody>
      </p:sp>
      <p:sp>
        <p:nvSpPr>
          <p:cNvPr id="2680" name="Google Shape;2680;g3693f7da1e3_0_4156"/>
          <p:cNvSpPr/>
          <p:nvPr/>
        </p:nvSpPr>
        <p:spPr>
          <a:xfrm>
            <a:off x="7772400" y="3721837"/>
            <a:ext cx="90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Post goods receipt</a:t>
            </a:r>
            <a:endParaRPr sz="800">
              <a:solidFill>
                <a:schemeClr val="lt2"/>
              </a:solidFill>
              <a:latin typeface="Roboto Light"/>
              <a:ea typeface="Roboto Light"/>
              <a:cs typeface="Roboto Light"/>
              <a:sym typeface="Roboto Light"/>
            </a:endParaRPr>
          </a:p>
        </p:txBody>
      </p:sp>
      <p:cxnSp>
        <p:nvCxnSpPr>
          <p:cNvPr id="2681" name="Google Shape;2681;g3693f7da1e3_0_4156"/>
          <p:cNvCxnSpPr>
            <a:stCxn id="2653" idx="3"/>
            <a:endCxn id="2679"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2682" name="Google Shape;2682;g3693f7da1e3_0_4156"/>
          <p:cNvCxnSpPr>
            <a:stCxn id="2679" idx="2"/>
            <a:endCxn id="2654" idx="0"/>
          </p:cNvCxnSpPr>
          <p:nvPr/>
        </p:nvCxnSpPr>
        <p:spPr>
          <a:xfrm>
            <a:off x="3294725" y="4008325"/>
            <a:ext cx="6900" cy="184500"/>
          </a:xfrm>
          <a:prstGeom prst="straightConnector1">
            <a:avLst/>
          </a:prstGeom>
          <a:noFill/>
          <a:ln cap="flat" cmpd="sng" w="9525">
            <a:solidFill>
              <a:schemeClr val="dk2"/>
            </a:solidFill>
            <a:prstDash val="solid"/>
            <a:round/>
            <a:headEnd len="med" w="med" type="none"/>
            <a:tailEnd len="med" w="med" type="triangle"/>
          </a:ln>
        </p:spPr>
      </p:cxnSp>
      <p:cxnSp>
        <p:nvCxnSpPr>
          <p:cNvPr id="2683" name="Google Shape;2683;g3693f7da1e3_0_4156"/>
          <p:cNvCxnSpPr>
            <a:stCxn id="2666" idx="3"/>
            <a:endCxn id="2680" idx="3"/>
          </p:cNvCxnSpPr>
          <p:nvPr/>
        </p:nvCxnSpPr>
        <p:spPr>
          <a:xfrm>
            <a:off x="8675700" y="3343962"/>
            <a:ext cx="600" cy="5211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2684" name="Google Shape;2684;g3693f7da1e3_0_4156"/>
          <p:cNvCxnSpPr>
            <a:stCxn id="2680" idx="2"/>
            <a:endCxn id="2669" idx="0"/>
          </p:cNvCxnSpPr>
          <p:nvPr/>
        </p:nvCxnSpPr>
        <p:spPr>
          <a:xfrm>
            <a:off x="8224050" y="4008337"/>
            <a:ext cx="0" cy="119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89" name="Shape 2689"/>
        <p:cNvGrpSpPr/>
        <p:nvPr/>
      </p:nvGrpSpPr>
      <p:grpSpPr>
        <a:xfrm>
          <a:off x="0" y="0"/>
          <a:ext cx="0" cy="0"/>
          <a:chOff x="0" y="0"/>
          <a:chExt cx="0" cy="0"/>
        </a:xfrm>
      </p:grpSpPr>
      <p:sp>
        <p:nvSpPr>
          <p:cNvPr id="2690" name="Google Shape;2690;g3693f7da1e3_0_4205"/>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691" name="Google Shape;2691;g3693f7da1e3_0_4205"/>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2692" name="Google Shape;2692;g3693f7da1e3_0_4205"/>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2693" name="Google Shape;2693;g3693f7da1e3_0_4205"/>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2694" name="Google Shape;2694;g3693f7da1e3_0_4205"/>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2695" name="Google Shape;2695;g3693f7da1e3_0_4205"/>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696" name="Google Shape;2696;g3693f7da1e3_0_4205"/>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2697" name="Google Shape;2697;g3693f7da1e3_0_4205"/>
          <p:cNvCxnSpPr>
            <a:stCxn id="2696" idx="1"/>
            <a:endCxn id="2695"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2698" name="Google Shape;2698;g3693f7da1e3_0_4205"/>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2699" name="Google Shape;2699;g3693f7da1e3_0_4205"/>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700" name="Google Shape;2700;g3693f7da1e3_0_4205"/>
          <p:cNvCxnSpPr>
            <a:stCxn id="2695" idx="2"/>
            <a:endCxn id="2699"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2701" name="Google Shape;2701;g3693f7da1e3_0_4205"/>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702" name="Google Shape;2702;g3693f7da1e3_0_4205"/>
          <p:cNvCxnSpPr>
            <a:stCxn id="2699" idx="2"/>
            <a:endCxn id="2701"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2703" name="Google Shape;2703;g3693f7da1e3_0_4205"/>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704" name="Google Shape;2704;g3693f7da1e3_0_4205"/>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2705" name="Google Shape;2705;g3693f7da1e3_0_4205"/>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2706" name="Google Shape;2706;g3693f7da1e3_0_4205"/>
          <p:cNvSpPr txBox="1"/>
          <p:nvPr/>
        </p:nvSpPr>
        <p:spPr>
          <a:xfrm rot="-5400000">
            <a:off x="-437075" y="2543738"/>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2707" name="Google Shape;2707;g3693f7da1e3_0_4205"/>
          <p:cNvCxnSpPr>
            <a:stCxn id="2701" idx="3"/>
            <a:endCxn id="2703"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2708" name="Google Shape;2708;g3693f7da1e3_0_4205"/>
          <p:cNvCxnSpPr>
            <a:stCxn id="2704" idx="1"/>
            <a:endCxn id="2705"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2709" name="Google Shape;2709;g3693f7da1e3_0_4205"/>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710" name="Google Shape;2710;g3693f7da1e3_0_4205"/>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2711" name="Google Shape;2711;g3693f7da1e3_0_4205"/>
          <p:cNvCxnSpPr>
            <a:stCxn id="2709" idx="3"/>
            <a:endCxn id="2710"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2712" name="Google Shape;2712;g3693f7da1e3_0_4205"/>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713" name="Google Shape;2713;g3693f7da1e3_0_4205"/>
          <p:cNvCxnSpPr>
            <a:stCxn id="2710" idx="2"/>
            <a:endCxn id="2712"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2714" name="Google Shape;2714;g3693f7da1e3_0_4205"/>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715" name="Google Shape;2715;g3693f7da1e3_0_4205"/>
          <p:cNvCxnSpPr>
            <a:stCxn id="2712" idx="2"/>
            <a:endCxn id="2714"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2716" name="Google Shape;2716;g3693f7da1e3_0_4205"/>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717" name="Google Shape;2717;g3693f7da1e3_0_4205"/>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2718" name="Google Shape;2718;g3693f7da1e3_0_4205"/>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2719" name="Google Shape;2719;g3693f7da1e3_0_4205"/>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2720" name="Google Shape;2720;g3693f7da1e3_0_4205"/>
          <p:cNvCxnSpPr>
            <a:stCxn id="2714" idx="3"/>
            <a:endCxn id="2716"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2721" name="Google Shape;2721;g3693f7da1e3_0_4205"/>
          <p:cNvCxnSpPr>
            <a:stCxn id="2719" idx="1"/>
            <a:endCxn id="2717"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2722" name="Google Shape;2722;g3693f7da1e3_0_4205"/>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723" name="Google Shape;2723;g3693f7da1e3_0_4205"/>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724" name="Google Shape;2724;g3693f7da1e3_0_4205"/>
          <p:cNvCxnSpPr>
            <a:stCxn id="2705" idx="1"/>
            <a:endCxn id="2723"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2725" name="Google Shape;2725;g3693f7da1e3_0_4205"/>
          <p:cNvCxnSpPr>
            <a:stCxn id="2723" idx="0"/>
            <a:endCxn id="2695"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2726" name="Google Shape;2726;g3693f7da1e3_0_4205"/>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727" name="Google Shape;2727;g3693f7da1e3_0_4205"/>
          <p:cNvCxnSpPr>
            <a:stCxn id="2717" idx="1"/>
            <a:endCxn id="2726"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2728" name="Google Shape;2728;g3693f7da1e3_0_4205"/>
          <p:cNvCxnSpPr>
            <a:stCxn id="2726" idx="0"/>
            <a:endCxn id="2709"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2729" name="Google Shape;2729;g3693f7da1e3_0_4205"/>
          <p:cNvSpPr/>
          <p:nvPr/>
        </p:nvSpPr>
        <p:spPr>
          <a:xfrm>
            <a:off x="2757263" y="2975375"/>
            <a:ext cx="1088700" cy="68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730" name="Google Shape;2730;g3693f7da1e3_0_4205"/>
          <p:cNvSpPr/>
          <p:nvPr/>
        </p:nvSpPr>
        <p:spPr>
          <a:xfrm>
            <a:off x="7616850" y="2975375"/>
            <a:ext cx="1161300" cy="68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731" name="Google Shape;2731;g3693f7da1e3_0_4205"/>
          <p:cNvSpPr/>
          <p:nvPr/>
        </p:nvSpPr>
        <p:spPr>
          <a:xfrm>
            <a:off x="2437825" y="3721825"/>
            <a:ext cx="13086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2732" name="Google Shape;2732;g3693f7da1e3_0_4205"/>
          <p:cNvCxnSpPr>
            <a:stCxn id="2703" idx="3"/>
            <a:endCxn id="2731" idx="3"/>
          </p:cNvCxnSpPr>
          <p:nvPr/>
        </p:nvCxnSpPr>
        <p:spPr>
          <a:xfrm>
            <a:off x="3719950" y="3343949"/>
            <a:ext cx="26400" cy="521100"/>
          </a:xfrm>
          <a:prstGeom prst="bentConnector3">
            <a:avLst>
              <a:gd fmla="val 1002273" name="adj1"/>
            </a:avLst>
          </a:prstGeom>
          <a:noFill/>
          <a:ln cap="flat" cmpd="sng" w="9525">
            <a:solidFill>
              <a:schemeClr val="dk2"/>
            </a:solidFill>
            <a:prstDash val="solid"/>
            <a:round/>
            <a:headEnd len="med" w="med" type="none"/>
            <a:tailEnd len="med" w="med" type="triangle"/>
          </a:ln>
        </p:spPr>
      </p:cxnSp>
      <p:cxnSp>
        <p:nvCxnSpPr>
          <p:cNvPr id="2733" name="Google Shape;2733;g3693f7da1e3_0_4205"/>
          <p:cNvCxnSpPr>
            <a:endCxn id="2704" idx="0"/>
          </p:cNvCxnSpPr>
          <p:nvPr/>
        </p:nvCxnSpPr>
        <p:spPr>
          <a:xfrm flipH="1">
            <a:off x="3301625" y="4002624"/>
            <a:ext cx="8400" cy="190200"/>
          </a:xfrm>
          <a:prstGeom prst="straightConnector1">
            <a:avLst/>
          </a:prstGeom>
          <a:noFill/>
          <a:ln cap="flat" cmpd="sng" w="9525">
            <a:solidFill>
              <a:schemeClr val="dk2"/>
            </a:solidFill>
            <a:prstDash val="solid"/>
            <a:round/>
            <a:headEnd len="med" w="med" type="none"/>
            <a:tailEnd len="med" w="med" type="triangle"/>
          </a:ln>
        </p:spPr>
      </p:cxnSp>
      <p:cxnSp>
        <p:nvCxnSpPr>
          <p:cNvPr id="2734" name="Google Shape;2734;g3693f7da1e3_0_4205"/>
          <p:cNvCxnSpPr>
            <a:stCxn id="2716" idx="3"/>
            <a:endCxn id="2735" idx="3"/>
          </p:cNvCxnSpPr>
          <p:nvPr/>
        </p:nvCxnSpPr>
        <p:spPr>
          <a:xfrm>
            <a:off x="8675700" y="3343962"/>
            <a:ext cx="600" cy="4914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2736" name="Google Shape;2736;g3693f7da1e3_0_4205"/>
          <p:cNvCxnSpPr>
            <a:stCxn id="2737" idx="2"/>
            <a:endCxn id="2719" idx="0"/>
          </p:cNvCxnSpPr>
          <p:nvPr/>
        </p:nvCxnSpPr>
        <p:spPr>
          <a:xfrm>
            <a:off x="8224050" y="4008224"/>
            <a:ext cx="0" cy="119100"/>
          </a:xfrm>
          <a:prstGeom prst="straightConnector1">
            <a:avLst/>
          </a:prstGeom>
          <a:noFill/>
          <a:ln cap="flat" cmpd="sng" w="9525">
            <a:solidFill>
              <a:schemeClr val="dk2"/>
            </a:solidFill>
            <a:prstDash val="solid"/>
            <a:round/>
            <a:headEnd len="med" w="med" type="none"/>
            <a:tailEnd len="med" w="med" type="triangle"/>
          </a:ln>
        </p:spPr>
      </p:cxnSp>
      <p:sp>
        <p:nvSpPr>
          <p:cNvPr id="2735" name="Google Shape;2735;g3693f7da1e3_0_4205"/>
          <p:cNvSpPr/>
          <p:nvPr/>
        </p:nvSpPr>
        <p:spPr>
          <a:xfrm>
            <a:off x="7367100" y="3692100"/>
            <a:ext cx="13086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2" name="Shape 2742"/>
        <p:cNvGrpSpPr/>
        <p:nvPr/>
      </p:nvGrpSpPr>
      <p:grpSpPr>
        <a:xfrm>
          <a:off x="0" y="0"/>
          <a:ext cx="0" cy="0"/>
          <a:chOff x="0" y="0"/>
          <a:chExt cx="0" cy="0"/>
        </a:xfrm>
      </p:grpSpPr>
      <p:sp>
        <p:nvSpPr>
          <p:cNvPr id="2743" name="Google Shape;2743;g3693f7da1e3_0_4257"/>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744" name="Google Shape;2744;g3693f7da1e3_0_4257"/>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Packing in Handling units using packaging specification  </a:t>
            </a:r>
            <a:r>
              <a:rPr b="1" i="1" lang="en-US" sz="1200">
                <a:solidFill>
                  <a:schemeClr val="dk1"/>
                </a:solidFill>
                <a:latin typeface="Roboto"/>
                <a:ea typeface="Roboto"/>
                <a:cs typeface="Roboto"/>
                <a:sym typeface="Roboto"/>
              </a:rPr>
              <a:t>Automatic packing</a:t>
            </a:r>
            <a:endParaRPr b="1" i="1" sz="1200">
              <a:solidFill>
                <a:schemeClr val="dk1"/>
              </a:solidFill>
              <a:latin typeface="Roboto"/>
              <a:ea typeface="Roboto"/>
              <a:cs typeface="Roboto"/>
              <a:sym typeface="Roboto"/>
            </a:endParaRPr>
          </a:p>
        </p:txBody>
      </p:sp>
      <p:pic>
        <p:nvPicPr>
          <p:cNvPr id="2745" name="Google Shape;2745;g3693f7da1e3_0_4257"/>
          <p:cNvPicPr preferRelativeResize="0"/>
          <p:nvPr/>
        </p:nvPicPr>
        <p:blipFill rotWithShape="1">
          <a:blip r:embed="rId3">
            <a:alphaModFix/>
          </a:blip>
          <a:srcRect b="0" l="0" r="0" t="0"/>
          <a:stretch/>
        </p:blipFill>
        <p:spPr>
          <a:xfrm>
            <a:off x="2159859" y="2095698"/>
            <a:ext cx="4410372" cy="2781101"/>
          </a:xfrm>
          <a:prstGeom prst="rect">
            <a:avLst/>
          </a:prstGeom>
          <a:noFill/>
          <a:ln>
            <a:noFill/>
          </a:ln>
        </p:spPr>
      </p:pic>
      <p:sp>
        <p:nvSpPr>
          <p:cNvPr id="2746" name="Google Shape;2746;g3693f7da1e3_0_4257"/>
          <p:cNvSpPr txBox="1"/>
          <p:nvPr/>
        </p:nvSpPr>
        <p:spPr>
          <a:xfrm>
            <a:off x="418700" y="1127750"/>
            <a:ext cx="7951500" cy="7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US" sz="1200">
                <a:solidFill>
                  <a:schemeClr val="dk1"/>
                </a:solidFill>
                <a:latin typeface="Roboto Light"/>
                <a:ea typeface="Roboto Light"/>
                <a:cs typeface="Roboto Light"/>
                <a:sym typeface="Roboto Light"/>
              </a:rPr>
              <a:t>A packaging specification is </a:t>
            </a:r>
            <a:r>
              <a:rPr b="1" lang="en-US" sz="1200" u="sng">
                <a:solidFill>
                  <a:schemeClr val="dk1"/>
                </a:solidFill>
                <a:latin typeface="Roboto"/>
                <a:ea typeface="Roboto"/>
                <a:cs typeface="Roboto"/>
                <a:sym typeface="Roboto"/>
              </a:rPr>
              <a:t>master data</a:t>
            </a:r>
            <a:r>
              <a:rPr lang="en-US" sz="1200">
                <a:solidFill>
                  <a:schemeClr val="dk1"/>
                </a:solidFill>
                <a:latin typeface="Roboto Light"/>
                <a:ea typeface="Roboto Light"/>
                <a:cs typeface="Roboto Light"/>
                <a:sym typeface="Roboto Light"/>
              </a:rPr>
              <a:t>. The packaging specification defines all the necessary packing levels for a product in order, for example, to put away or transport the product. </a:t>
            </a:r>
            <a:endParaRPr>
              <a:solidFill>
                <a:schemeClr val="dk1"/>
              </a:solidFill>
            </a:endParaRPr>
          </a:p>
          <a:p>
            <a:pPr indent="0" lvl="0" marL="0" rtl="0" algn="l">
              <a:spcBef>
                <a:spcPts val="0"/>
              </a:spcBef>
              <a:spcAft>
                <a:spcPts val="0"/>
              </a:spcAft>
              <a:buClr>
                <a:schemeClr val="dk1"/>
              </a:buClr>
              <a:buFont typeface="Arial"/>
              <a:buNone/>
            </a:pPr>
            <a:r>
              <a:rPr lang="en-US" sz="1200">
                <a:solidFill>
                  <a:schemeClr val="dk1"/>
                </a:solidFill>
                <a:latin typeface="Roboto Light"/>
                <a:ea typeface="Roboto Light"/>
                <a:cs typeface="Roboto Light"/>
                <a:sym typeface="Roboto Light"/>
              </a:rPr>
              <a:t>For a product, a packaging specification mainly describes in which quantities you can pack the product into which packaging materials in which sequence</a:t>
            </a:r>
            <a:r>
              <a:rPr lang="en-US">
                <a:solidFill>
                  <a:srgbClr val="333333"/>
                </a:solidFill>
              </a:rPr>
              <a:t>.</a:t>
            </a:r>
            <a:endParaRPr sz="1200">
              <a:solidFill>
                <a:schemeClr val="dk1"/>
              </a:solidFill>
              <a:latin typeface="Roboto Light"/>
              <a:ea typeface="Roboto Light"/>
              <a:cs typeface="Roboto Light"/>
              <a:sym typeface="Roboto Light"/>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50" name="Shape 2750"/>
        <p:cNvGrpSpPr/>
        <p:nvPr/>
      </p:nvGrpSpPr>
      <p:grpSpPr>
        <a:xfrm>
          <a:off x="0" y="0"/>
          <a:ext cx="0" cy="0"/>
          <a:chOff x="0" y="0"/>
          <a:chExt cx="0" cy="0"/>
        </a:xfrm>
      </p:grpSpPr>
      <p:sp>
        <p:nvSpPr>
          <p:cNvPr id="2751" name="Google Shape;2751;g3693f7da1e3_0_4265"/>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2752" name="Google Shape;2752;g3693f7da1e3_0_4265"/>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753" name="Google Shape;2753;g3693f7da1e3_0_4265"/>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2754" name="Google Shape;2754;g3693f7da1e3_0_4265"/>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2755" name="Google Shape;2755;g3693f7da1e3_0_4265"/>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0" name="Shape 2760"/>
        <p:cNvGrpSpPr/>
        <p:nvPr/>
      </p:nvGrpSpPr>
      <p:grpSpPr>
        <a:xfrm>
          <a:off x="0" y="0"/>
          <a:ext cx="0" cy="0"/>
          <a:chOff x="0" y="0"/>
          <a:chExt cx="0" cy="0"/>
        </a:xfrm>
      </p:grpSpPr>
      <p:sp>
        <p:nvSpPr>
          <p:cNvPr id="2761" name="Google Shape;2761;g3693f7da1e3_0_4273"/>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762" name="Google Shape;2762;g3693f7da1e3_0_4273"/>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2763" name="Google Shape;2763;g3693f7da1e3_0_4273"/>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2764" name="Google Shape;2764;g3693f7da1e3_0_4273"/>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2765" name="Google Shape;2765;g3693f7da1e3_0_4273"/>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2766" name="Google Shape;2766;g3693f7da1e3_0_4273"/>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767" name="Google Shape;2767;g3693f7da1e3_0_4273"/>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2768" name="Google Shape;2768;g3693f7da1e3_0_4273"/>
          <p:cNvCxnSpPr>
            <a:stCxn id="2767" idx="1"/>
            <a:endCxn id="2766"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2769" name="Google Shape;2769;g3693f7da1e3_0_4273"/>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2770" name="Google Shape;2770;g3693f7da1e3_0_4273"/>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771" name="Google Shape;2771;g3693f7da1e3_0_4273"/>
          <p:cNvCxnSpPr>
            <a:stCxn id="2766" idx="2"/>
            <a:endCxn id="2770"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2772" name="Google Shape;2772;g3693f7da1e3_0_4273"/>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773" name="Google Shape;2773;g3693f7da1e3_0_4273"/>
          <p:cNvCxnSpPr>
            <a:stCxn id="2770" idx="2"/>
            <a:endCxn id="2772"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2774" name="Google Shape;2774;g3693f7da1e3_0_4273"/>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775" name="Google Shape;2775;g3693f7da1e3_0_4273"/>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2776" name="Google Shape;2776;g3693f7da1e3_0_4273"/>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2777" name="Google Shape;2777;g3693f7da1e3_0_4273"/>
          <p:cNvSpPr txBox="1"/>
          <p:nvPr/>
        </p:nvSpPr>
        <p:spPr>
          <a:xfrm rot="-5400000">
            <a:off x="-437075" y="2543763"/>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2778" name="Google Shape;2778;g3693f7da1e3_0_4273"/>
          <p:cNvCxnSpPr>
            <a:stCxn id="2772" idx="3"/>
            <a:endCxn id="2774"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2779" name="Google Shape;2779;g3693f7da1e3_0_4273"/>
          <p:cNvCxnSpPr>
            <a:stCxn id="2775" idx="1"/>
            <a:endCxn id="2776"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2780" name="Google Shape;2780;g3693f7da1e3_0_4273"/>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781" name="Google Shape;2781;g3693f7da1e3_0_4273"/>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2782" name="Google Shape;2782;g3693f7da1e3_0_4273"/>
          <p:cNvCxnSpPr>
            <a:stCxn id="2780" idx="3"/>
            <a:endCxn id="2781"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2783" name="Google Shape;2783;g3693f7da1e3_0_4273"/>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784" name="Google Shape;2784;g3693f7da1e3_0_4273"/>
          <p:cNvCxnSpPr>
            <a:stCxn id="2781" idx="2"/>
            <a:endCxn id="2783"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2785" name="Google Shape;2785;g3693f7da1e3_0_4273"/>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786" name="Google Shape;2786;g3693f7da1e3_0_4273"/>
          <p:cNvCxnSpPr>
            <a:stCxn id="2783" idx="2"/>
            <a:endCxn id="2785"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2787" name="Google Shape;2787;g3693f7da1e3_0_4273"/>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788" name="Google Shape;2788;g3693f7da1e3_0_4273"/>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2789" name="Google Shape;2789;g3693f7da1e3_0_4273"/>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2790" name="Google Shape;2790;g3693f7da1e3_0_4273"/>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2791" name="Google Shape;2791;g3693f7da1e3_0_4273"/>
          <p:cNvCxnSpPr>
            <a:stCxn id="2785" idx="3"/>
            <a:endCxn id="2787"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2792" name="Google Shape;2792;g3693f7da1e3_0_4273"/>
          <p:cNvCxnSpPr>
            <a:stCxn id="2790" idx="1"/>
            <a:endCxn id="2788"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2793" name="Google Shape;2793;g3693f7da1e3_0_4273"/>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794" name="Google Shape;2794;g3693f7da1e3_0_4273"/>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795" name="Google Shape;2795;g3693f7da1e3_0_4273"/>
          <p:cNvCxnSpPr>
            <a:stCxn id="2776" idx="1"/>
            <a:endCxn id="2794"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2796" name="Google Shape;2796;g3693f7da1e3_0_4273"/>
          <p:cNvCxnSpPr>
            <a:stCxn id="2794" idx="0"/>
            <a:endCxn id="2766"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2797" name="Google Shape;2797;g3693f7da1e3_0_4273"/>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798" name="Google Shape;2798;g3693f7da1e3_0_4273"/>
          <p:cNvCxnSpPr>
            <a:stCxn id="2788" idx="1"/>
            <a:endCxn id="2797"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2799" name="Google Shape;2799;g3693f7da1e3_0_4273"/>
          <p:cNvCxnSpPr>
            <a:stCxn id="2797" idx="0"/>
            <a:endCxn id="2780"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2800" name="Google Shape;2800;g3693f7da1e3_0_4273"/>
          <p:cNvSpPr/>
          <p:nvPr/>
        </p:nvSpPr>
        <p:spPr>
          <a:xfrm>
            <a:off x="2332300" y="3672750"/>
            <a:ext cx="1513800" cy="410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801" name="Google Shape;2801;g3693f7da1e3_0_4273"/>
          <p:cNvSpPr/>
          <p:nvPr/>
        </p:nvSpPr>
        <p:spPr>
          <a:xfrm>
            <a:off x="7353600" y="3646725"/>
            <a:ext cx="1451100" cy="410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802" name="Google Shape;2802;g3693f7da1e3_0_4273"/>
          <p:cNvSpPr/>
          <p:nvPr/>
        </p:nvSpPr>
        <p:spPr>
          <a:xfrm>
            <a:off x="2382275" y="3721825"/>
            <a:ext cx="13641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
        <p:nvSpPr>
          <p:cNvPr id="2803" name="Google Shape;2803;g3693f7da1e3_0_4273"/>
          <p:cNvSpPr/>
          <p:nvPr/>
        </p:nvSpPr>
        <p:spPr>
          <a:xfrm>
            <a:off x="7420250" y="3721825"/>
            <a:ext cx="12555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2804" name="Google Shape;2804;g3693f7da1e3_0_4273"/>
          <p:cNvCxnSpPr>
            <a:stCxn id="2774" idx="3"/>
            <a:endCxn id="2802"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2805" name="Google Shape;2805;g3693f7da1e3_0_4273"/>
          <p:cNvCxnSpPr>
            <a:endCxn id="2775" idx="0"/>
          </p:cNvCxnSpPr>
          <p:nvPr/>
        </p:nvCxnSpPr>
        <p:spPr>
          <a:xfrm>
            <a:off x="3298625" y="4008024"/>
            <a:ext cx="3000" cy="184800"/>
          </a:xfrm>
          <a:prstGeom prst="straightConnector1">
            <a:avLst/>
          </a:prstGeom>
          <a:noFill/>
          <a:ln cap="flat" cmpd="sng" w="9525">
            <a:solidFill>
              <a:schemeClr val="dk2"/>
            </a:solidFill>
            <a:prstDash val="solid"/>
            <a:round/>
            <a:headEnd len="med" w="med" type="none"/>
            <a:tailEnd len="med" w="med" type="triangle"/>
          </a:ln>
        </p:spPr>
      </p:cxnSp>
      <p:cxnSp>
        <p:nvCxnSpPr>
          <p:cNvPr id="2806" name="Google Shape;2806;g3693f7da1e3_0_4273"/>
          <p:cNvCxnSpPr>
            <a:stCxn id="2787" idx="3"/>
            <a:endCxn id="2803" idx="3"/>
          </p:cNvCxnSpPr>
          <p:nvPr/>
        </p:nvCxnSpPr>
        <p:spPr>
          <a:xfrm>
            <a:off x="8675700" y="3343962"/>
            <a:ext cx="600" cy="521100"/>
          </a:xfrm>
          <a:prstGeom prst="bentConnector3">
            <a:avLst>
              <a:gd fmla="val 39695833" name="adj1"/>
            </a:avLst>
          </a:prstGeom>
          <a:noFill/>
          <a:ln cap="flat" cmpd="sng" w="9525">
            <a:solidFill>
              <a:schemeClr val="dk2"/>
            </a:solidFill>
            <a:prstDash val="solid"/>
            <a:round/>
            <a:headEnd len="med" w="med" type="none"/>
            <a:tailEnd len="med" w="med" type="triangle"/>
          </a:ln>
        </p:spPr>
      </p:cxnSp>
      <p:cxnSp>
        <p:nvCxnSpPr>
          <p:cNvPr id="2807" name="Google Shape;2807;g3693f7da1e3_0_4273"/>
          <p:cNvCxnSpPr>
            <a:endCxn id="2790" idx="0"/>
          </p:cNvCxnSpPr>
          <p:nvPr/>
        </p:nvCxnSpPr>
        <p:spPr>
          <a:xfrm>
            <a:off x="8214750" y="4008224"/>
            <a:ext cx="9300" cy="119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11" name="Shape 2811"/>
        <p:cNvGrpSpPr/>
        <p:nvPr/>
      </p:nvGrpSpPr>
      <p:grpSpPr>
        <a:xfrm>
          <a:off x="0" y="0"/>
          <a:ext cx="0" cy="0"/>
          <a:chOff x="0" y="0"/>
          <a:chExt cx="0" cy="0"/>
        </a:xfrm>
      </p:grpSpPr>
      <p:pic>
        <p:nvPicPr>
          <p:cNvPr id="2812" name="Google Shape;2812;g3693f7da1e3_0_4324"/>
          <p:cNvPicPr preferRelativeResize="0"/>
          <p:nvPr>
            <p:ph idx="2" type="pic"/>
          </p:nvPr>
        </p:nvPicPr>
        <p:blipFill rotWithShape="1">
          <a:blip r:embed="rId3">
            <a:alphaModFix/>
          </a:blip>
          <a:srcRect b="0" l="8004" r="8004" t="0"/>
          <a:stretch/>
        </p:blipFill>
        <p:spPr>
          <a:xfrm>
            <a:off x="5029057" y="0"/>
            <a:ext cx="4114801" cy="5143500"/>
          </a:xfrm>
          <a:prstGeom prst="rect">
            <a:avLst/>
          </a:prstGeom>
          <a:noFill/>
          <a:ln>
            <a:noFill/>
          </a:ln>
        </p:spPr>
      </p:pic>
      <p:sp>
        <p:nvSpPr>
          <p:cNvPr id="2813" name="Google Shape;2813;g3693f7da1e3_0_4324"/>
          <p:cNvSpPr txBox="1"/>
          <p:nvPr>
            <p:ph idx="1" type="body"/>
          </p:nvPr>
        </p:nvSpPr>
        <p:spPr>
          <a:xfrm>
            <a:off x="812700" y="2464024"/>
            <a:ext cx="3236400" cy="416700"/>
          </a:xfrm>
          <a:prstGeom prst="rect">
            <a:avLst/>
          </a:prstGeom>
          <a:noFill/>
          <a:ln>
            <a:noFill/>
          </a:ln>
        </p:spPr>
        <p:txBody>
          <a:bodyPr anchorCtr="0" anchor="t" bIns="0" lIns="0" spcFirstLastPara="1" rIns="0" wrap="square" tIns="0">
            <a:noAutofit/>
          </a:bodyPr>
          <a:lstStyle/>
          <a:p>
            <a:pPr indent="0" lvl="0" marL="457200" rtl="0" algn="l">
              <a:lnSpc>
                <a:spcPct val="95238"/>
              </a:lnSpc>
              <a:spcBef>
                <a:spcPts val="0"/>
              </a:spcBef>
              <a:spcAft>
                <a:spcPts val="0"/>
              </a:spcAft>
              <a:buNone/>
            </a:pPr>
            <a:r>
              <a:rPr b="1" i="1" lang="en-US" sz="1400">
                <a:latin typeface="Roboto"/>
                <a:ea typeface="Roboto"/>
                <a:cs typeface="Roboto"/>
                <a:sym typeface="Roboto"/>
              </a:rPr>
              <a:t>Goods receipt from production (or)</a:t>
            </a:r>
            <a:endParaRPr b="1" i="1" sz="1400">
              <a:latin typeface="Roboto"/>
              <a:ea typeface="Roboto"/>
              <a:cs typeface="Roboto"/>
              <a:sym typeface="Roboto"/>
            </a:endParaRPr>
          </a:p>
          <a:p>
            <a:pPr indent="0" lvl="0" marL="457200" rtl="0" algn="l">
              <a:lnSpc>
                <a:spcPct val="95238"/>
              </a:lnSpc>
              <a:spcBef>
                <a:spcPts val="0"/>
              </a:spcBef>
              <a:spcAft>
                <a:spcPts val="0"/>
              </a:spcAft>
              <a:buNone/>
            </a:pPr>
            <a:r>
              <a:rPr b="1" i="1" lang="en-US" sz="1400">
                <a:latin typeface="Roboto"/>
                <a:ea typeface="Roboto"/>
                <a:cs typeface="Roboto"/>
                <a:sym typeface="Roboto"/>
              </a:rPr>
              <a:t>Production receipt</a:t>
            </a:r>
            <a:endParaRPr b="1" i="1" sz="1400">
              <a:latin typeface="Roboto"/>
              <a:ea typeface="Roboto"/>
              <a:cs typeface="Roboto"/>
              <a:sym typeface="Roboto"/>
            </a:endParaRPr>
          </a:p>
        </p:txBody>
      </p:sp>
      <p:sp>
        <p:nvSpPr>
          <p:cNvPr id="2814" name="Google Shape;2814;g3693f7da1e3_0_4324"/>
          <p:cNvSpPr txBox="1"/>
          <p:nvPr>
            <p:ph idx="3" type="subTitle"/>
          </p:nvPr>
        </p:nvSpPr>
        <p:spPr>
          <a:xfrm>
            <a:off x="468311" y="807113"/>
            <a:ext cx="3236400" cy="44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400"/>
              </a:spcBef>
              <a:spcAft>
                <a:spcPts val="0"/>
              </a:spcAft>
              <a:buClr>
                <a:schemeClr val="dk1"/>
              </a:buClr>
              <a:buSzPts val="2400"/>
              <a:buFont typeface="Arial"/>
              <a:buNone/>
            </a:pPr>
            <a:r>
              <a:rPr lang="en-US" sz="1400">
                <a:latin typeface="Roboto Light"/>
                <a:ea typeface="Roboto Light"/>
                <a:cs typeface="Roboto Light"/>
                <a:sym typeface="Roboto Light"/>
              </a:rPr>
              <a:t>Product and Production Master Data</a:t>
            </a:r>
            <a:endParaRPr sz="1400">
              <a:latin typeface="Roboto Light"/>
              <a:ea typeface="Roboto Light"/>
              <a:cs typeface="Roboto Light"/>
              <a:sym typeface="Roboto Light"/>
            </a:endParaRPr>
          </a:p>
          <a:p>
            <a:pPr indent="0" lvl="0" marL="0" rtl="0" algn="l">
              <a:lnSpc>
                <a:spcPct val="100000"/>
              </a:lnSpc>
              <a:spcBef>
                <a:spcPts val="400"/>
              </a:spcBef>
              <a:spcAft>
                <a:spcPts val="0"/>
              </a:spcAft>
              <a:buClr>
                <a:schemeClr val="dk1"/>
              </a:buClr>
              <a:buSzPts val="2400"/>
              <a:buFont typeface="Arial"/>
              <a:buNone/>
            </a:pPr>
            <a:r>
              <a:t/>
            </a:r>
            <a:endParaRPr sz="1400">
              <a:latin typeface="Roboto Light"/>
              <a:ea typeface="Roboto Light"/>
              <a:cs typeface="Roboto Light"/>
              <a:sym typeface="Roboto Light"/>
            </a:endParaRPr>
          </a:p>
        </p:txBody>
      </p:sp>
      <p:sp>
        <p:nvSpPr>
          <p:cNvPr id="2815" name="Google Shape;2815;g3693f7da1e3_0_4324"/>
          <p:cNvSpPr txBox="1"/>
          <p:nvPr>
            <p:ph type="title"/>
          </p:nvPr>
        </p:nvSpPr>
        <p:spPr>
          <a:xfrm>
            <a:off x="468329" y="519125"/>
            <a:ext cx="4473300" cy="288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600"/>
              <a:buNone/>
            </a:pPr>
            <a:r>
              <a:rPr lang="en-US"/>
              <a:t>Workshop Agenda</a:t>
            </a:r>
            <a:endParaRPr/>
          </a:p>
        </p:txBody>
      </p:sp>
      <p:pic>
        <p:nvPicPr>
          <p:cNvPr id="2816" name="Google Shape;2816;g3693f7da1e3_0_4324"/>
          <p:cNvPicPr preferRelativeResize="0"/>
          <p:nvPr>
            <p:ph idx="4" type="pic"/>
          </p:nvPr>
        </p:nvPicPr>
        <p:blipFill rotWithShape="1">
          <a:blip r:embed="rId3">
            <a:alphaModFix/>
          </a:blip>
          <a:srcRect b="0" l="27225" r="27225" t="0"/>
          <a:stretch/>
        </p:blipFill>
        <p:spPr>
          <a:xfrm>
            <a:off x="5303500" y="1286842"/>
            <a:ext cx="2795100" cy="3493799"/>
          </a:xfrm>
          <a:prstGeom prst="rect">
            <a:avLst/>
          </a:prstGeom>
          <a:noFill/>
          <a:ln>
            <a:noFill/>
          </a:ln>
        </p:spPr>
      </p:pic>
      <p:pic>
        <p:nvPicPr>
          <p:cNvPr id="2817" name="Google Shape;2817;g3693f7da1e3_0_4324"/>
          <p:cNvPicPr preferRelativeResize="0"/>
          <p:nvPr>
            <p:ph idx="5" type="pic"/>
          </p:nvPr>
        </p:nvPicPr>
        <p:blipFill rotWithShape="1">
          <a:blip r:embed="rId3">
            <a:alphaModFix/>
          </a:blip>
          <a:srcRect b="0" l="24401" r="30049" t="0"/>
          <a:stretch/>
        </p:blipFill>
        <p:spPr>
          <a:xfrm>
            <a:off x="5481122" y="1940343"/>
            <a:ext cx="2142300" cy="2677801"/>
          </a:xfrm>
          <a:prstGeom prst="rect">
            <a:avLst/>
          </a:prstGeom>
          <a:noFill/>
          <a:ln>
            <a:noFill/>
          </a:ln>
        </p:spPr>
      </p:pic>
      <p:grpSp>
        <p:nvGrpSpPr>
          <p:cNvPr id="2818" name="Google Shape;2818;g3693f7da1e3_0_4324"/>
          <p:cNvGrpSpPr/>
          <p:nvPr/>
        </p:nvGrpSpPr>
        <p:grpSpPr>
          <a:xfrm>
            <a:off x="7495354" y="188417"/>
            <a:ext cx="1395087" cy="441585"/>
            <a:chOff x="5991694" y="1720305"/>
            <a:chExt cx="1929047" cy="618207"/>
          </a:xfrm>
        </p:grpSpPr>
        <p:sp>
          <p:nvSpPr>
            <p:cNvPr id="2819" name="Google Shape;2819;g3693f7da1e3_0_4324"/>
            <p:cNvSpPr/>
            <p:nvPr/>
          </p:nvSpPr>
          <p:spPr>
            <a:xfrm>
              <a:off x="5991694" y="2070930"/>
              <a:ext cx="251981" cy="267582"/>
            </a:xfrm>
            <a:custGeom>
              <a:rect b="b" l="l" r="r" t="t"/>
              <a:pathLst>
                <a:path extrusionOk="0" h="267582" w="251981">
                  <a:moveTo>
                    <a:pt x="183719" y="195444"/>
                  </a:moveTo>
                  <a:cubicBezTo>
                    <a:pt x="183719" y="185379"/>
                    <a:pt x="179505" y="177829"/>
                    <a:pt x="170235" y="171958"/>
                  </a:cubicBezTo>
                  <a:cubicBezTo>
                    <a:pt x="160965" y="166925"/>
                    <a:pt x="144953" y="161053"/>
                    <a:pt x="121356" y="155181"/>
                  </a:cubicBezTo>
                  <a:cubicBezTo>
                    <a:pt x="97759" y="149310"/>
                    <a:pt x="79218" y="143438"/>
                    <a:pt x="65734" y="137566"/>
                  </a:cubicBezTo>
                  <a:cubicBezTo>
                    <a:pt x="28653" y="121629"/>
                    <a:pt x="10113" y="99819"/>
                    <a:pt x="10113" y="72977"/>
                  </a:cubicBezTo>
                  <a:cubicBezTo>
                    <a:pt x="10113" y="46135"/>
                    <a:pt x="15169" y="46135"/>
                    <a:pt x="25282" y="35230"/>
                  </a:cubicBezTo>
                  <a:cubicBezTo>
                    <a:pt x="35395" y="24326"/>
                    <a:pt x="49722" y="15938"/>
                    <a:pt x="68263" y="9227"/>
                  </a:cubicBezTo>
                  <a:cubicBezTo>
                    <a:pt x="86803" y="3355"/>
                    <a:pt x="107872" y="0"/>
                    <a:pt x="131469" y="0"/>
                  </a:cubicBezTo>
                  <a:cubicBezTo>
                    <a:pt x="155065" y="0"/>
                    <a:pt x="175291" y="3355"/>
                    <a:pt x="193832" y="10066"/>
                  </a:cubicBezTo>
                  <a:cubicBezTo>
                    <a:pt x="212372" y="16776"/>
                    <a:pt x="226699" y="26003"/>
                    <a:pt x="236812" y="38586"/>
                  </a:cubicBezTo>
                  <a:cubicBezTo>
                    <a:pt x="246925" y="51168"/>
                    <a:pt x="251981" y="64589"/>
                    <a:pt x="251981" y="80527"/>
                  </a:cubicBezTo>
                  <a:lnTo>
                    <a:pt x="184562" y="80527"/>
                  </a:lnTo>
                  <a:cubicBezTo>
                    <a:pt x="184562" y="68783"/>
                    <a:pt x="179505" y="59556"/>
                    <a:pt x="170235" y="52846"/>
                  </a:cubicBezTo>
                  <a:cubicBezTo>
                    <a:pt x="160965" y="46135"/>
                    <a:pt x="147481" y="42780"/>
                    <a:pt x="130626" y="42780"/>
                  </a:cubicBezTo>
                  <a:cubicBezTo>
                    <a:pt x="113771" y="42780"/>
                    <a:pt x="101130" y="45296"/>
                    <a:pt x="91859" y="51168"/>
                  </a:cubicBezTo>
                  <a:cubicBezTo>
                    <a:pt x="82589" y="57040"/>
                    <a:pt x="78375" y="63750"/>
                    <a:pt x="78375" y="72977"/>
                  </a:cubicBezTo>
                  <a:cubicBezTo>
                    <a:pt x="78375" y="82204"/>
                    <a:pt x="83432" y="88915"/>
                    <a:pt x="94388" y="93948"/>
                  </a:cubicBezTo>
                  <a:cubicBezTo>
                    <a:pt x="105343" y="99819"/>
                    <a:pt x="120513" y="104852"/>
                    <a:pt x="141582" y="109885"/>
                  </a:cubicBezTo>
                  <a:cubicBezTo>
                    <a:pt x="180348" y="119112"/>
                    <a:pt x="208159" y="130856"/>
                    <a:pt x="225014" y="144277"/>
                  </a:cubicBezTo>
                  <a:cubicBezTo>
                    <a:pt x="241868" y="157698"/>
                    <a:pt x="251139" y="174474"/>
                    <a:pt x="251139" y="195444"/>
                  </a:cubicBezTo>
                  <a:cubicBezTo>
                    <a:pt x="251139" y="216415"/>
                    <a:pt x="240183" y="235708"/>
                    <a:pt x="219114" y="248290"/>
                  </a:cubicBezTo>
                  <a:cubicBezTo>
                    <a:pt x="198046" y="260872"/>
                    <a:pt x="168549" y="267583"/>
                    <a:pt x="132311" y="267583"/>
                  </a:cubicBezTo>
                  <a:cubicBezTo>
                    <a:pt x="96073" y="267583"/>
                    <a:pt x="84275" y="264228"/>
                    <a:pt x="63206" y="256678"/>
                  </a:cubicBezTo>
                  <a:cubicBezTo>
                    <a:pt x="42137" y="249129"/>
                    <a:pt x="26968" y="239063"/>
                    <a:pt x="16012" y="226481"/>
                  </a:cubicBezTo>
                  <a:cubicBezTo>
                    <a:pt x="5056" y="213899"/>
                    <a:pt x="0" y="198800"/>
                    <a:pt x="0" y="182023"/>
                  </a:cubicBezTo>
                  <a:lnTo>
                    <a:pt x="67420" y="182023"/>
                  </a:lnTo>
                  <a:cubicBezTo>
                    <a:pt x="67420" y="210543"/>
                    <a:pt x="89331" y="224803"/>
                    <a:pt x="132311" y="224803"/>
                  </a:cubicBezTo>
                  <a:cubicBezTo>
                    <a:pt x="175291" y="224803"/>
                    <a:pt x="160965" y="222287"/>
                    <a:pt x="170235" y="217254"/>
                  </a:cubicBezTo>
                  <a:cubicBezTo>
                    <a:pt x="179505" y="212221"/>
                    <a:pt x="183719" y="204671"/>
                    <a:pt x="183719" y="19544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0" name="Google Shape;2820;g3693f7da1e3_0_4324"/>
            <p:cNvSpPr/>
            <p:nvPr/>
          </p:nvSpPr>
          <p:spPr>
            <a:xfrm>
              <a:off x="6280756" y="2074286"/>
              <a:ext cx="250295" cy="260872"/>
            </a:xfrm>
            <a:custGeom>
              <a:rect b="b" l="l" r="r" t="t"/>
              <a:pathLst>
                <a:path extrusionOk="0" h="260872" w="250295">
                  <a:moveTo>
                    <a:pt x="67420" y="169441"/>
                  </a:moveTo>
                  <a:lnTo>
                    <a:pt x="67420" y="260872"/>
                  </a:lnTo>
                  <a:lnTo>
                    <a:pt x="0" y="260872"/>
                  </a:lnTo>
                  <a:lnTo>
                    <a:pt x="0" y="0"/>
                  </a:lnTo>
                  <a:lnTo>
                    <a:pt x="127255" y="0"/>
                  </a:lnTo>
                  <a:cubicBezTo>
                    <a:pt x="151694" y="0"/>
                    <a:pt x="173606" y="3355"/>
                    <a:pt x="192146" y="10905"/>
                  </a:cubicBezTo>
                  <a:cubicBezTo>
                    <a:pt x="210687" y="18454"/>
                    <a:pt x="225014" y="28520"/>
                    <a:pt x="235126" y="41102"/>
                  </a:cubicBezTo>
                  <a:cubicBezTo>
                    <a:pt x="245239" y="54523"/>
                    <a:pt x="250296" y="69622"/>
                    <a:pt x="250296" y="86398"/>
                  </a:cubicBezTo>
                  <a:cubicBezTo>
                    <a:pt x="250296" y="111563"/>
                    <a:pt x="239340" y="131694"/>
                    <a:pt x="217429" y="146793"/>
                  </a:cubicBezTo>
                  <a:cubicBezTo>
                    <a:pt x="195517" y="161892"/>
                    <a:pt x="165178" y="168602"/>
                    <a:pt x="126412" y="168602"/>
                  </a:cubicBezTo>
                  <a:lnTo>
                    <a:pt x="67420" y="168602"/>
                  </a:lnTo>
                  <a:close/>
                  <a:moveTo>
                    <a:pt x="67420" y="125823"/>
                  </a:moveTo>
                  <a:lnTo>
                    <a:pt x="127255" y="125823"/>
                  </a:lnTo>
                  <a:cubicBezTo>
                    <a:pt x="144953" y="125823"/>
                    <a:pt x="158436" y="122467"/>
                    <a:pt x="167707" y="115757"/>
                  </a:cubicBezTo>
                  <a:cubicBezTo>
                    <a:pt x="176977" y="109046"/>
                    <a:pt x="182033" y="99819"/>
                    <a:pt x="182033" y="87237"/>
                  </a:cubicBezTo>
                  <a:cubicBezTo>
                    <a:pt x="182033" y="74655"/>
                    <a:pt x="176977" y="63750"/>
                    <a:pt x="167707" y="56201"/>
                  </a:cubicBezTo>
                  <a:cubicBezTo>
                    <a:pt x="158436" y="48651"/>
                    <a:pt x="144953" y="44457"/>
                    <a:pt x="128940" y="43619"/>
                  </a:cubicBezTo>
                  <a:lnTo>
                    <a:pt x="67420" y="43619"/>
                  </a:lnTo>
                  <a:lnTo>
                    <a:pt x="67420" y="1258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1" name="Google Shape;2821;g3693f7da1e3_0_4324"/>
            <p:cNvSpPr/>
            <p:nvPr/>
          </p:nvSpPr>
          <p:spPr>
            <a:xfrm>
              <a:off x="6499027" y="2074286"/>
              <a:ext cx="306759" cy="260872"/>
            </a:xfrm>
            <a:custGeom>
              <a:rect b="b" l="l" r="r" t="t"/>
              <a:pathLst>
                <a:path extrusionOk="0" h="260872" w="306759">
                  <a:moveTo>
                    <a:pt x="212372" y="207188"/>
                  </a:moveTo>
                  <a:lnTo>
                    <a:pt x="94388" y="207188"/>
                  </a:lnTo>
                  <a:lnTo>
                    <a:pt x="71633" y="260872"/>
                  </a:lnTo>
                  <a:lnTo>
                    <a:pt x="0" y="260872"/>
                  </a:lnTo>
                  <a:lnTo>
                    <a:pt x="122198" y="0"/>
                  </a:lnTo>
                  <a:lnTo>
                    <a:pt x="184562" y="0"/>
                  </a:lnTo>
                  <a:lnTo>
                    <a:pt x="306760" y="260872"/>
                  </a:lnTo>
                  <a:lnTo>
                    <a:pt x="235126" y="260872"/>
                  </a:lnTo>
                  <a:lnTo>
                    <a:pt x="212372" y="207188"/>
                  </a:lnTo>
                  <a:close/>
                  <a:moveTo>
                    <a:pt x="112928" y="163569"/>
                  </a:moveTo>
                  <a:lnTo>
                    <a:pt x="194675" y="163569"/>
                  </a:lnTo>
                  <a:lnTo>
                    <a:pt x="153380" y="66267"/>
                  </a:lnTo>
                  <a:lnTo>
                    <a:pt x="112928" y="1635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2" name="Google Shape;2822;g3693f7da1e3_0_4324"/>
            <p:cNvSpPr/>
            <p:nvPr/>
          </p:nvSpPr>
          <p:spPr>
            <a:xfrm>
              <a:off x="6832755" y="2074286"/>
              <a:ext cx="254509" cy="260872"/>
            </a:xfrm>
            <a:custGeom>
              <a:rect b="b" l="l" r="r" t="t"/>
              <a:pathLst>
                <a:path extrusionOk="0" h="260872" w="254509">
                  <a:moveTo>
                    <a:pt x="121356" y="165247"/>
                  </a:moveTo>
                  <a:lnTo>
                    <a:pt x="67420" y="165247"/>
                  </a:lnTo>
                  <a:lnTo>
                    <a:pt x="67420" y="260872"/>
                  </a:lnTo>
                  <a:lnTo>
                    <a:pt x="0" y="260872"/>
                  </a:lnTo>
                  <a:lnTo>
                    <a:pt x="0" y="0"/>
                  </a:lnTo>
                  <a:lnTo>
                    <a:pt x="121356" y="0"/>
                  </a:lnTo>
                  <a:cubicBezTo>
                    <a:pt x="160122" y="0"/>
                    <a:pt x="189618" y="6711"/>
                    <a:pt x="210687" y="20970"/>
                  </a:cubicBezTo>
                  <a:cubicBezTo>
                    <a:pt x="231755" y="34392"/>
                    <a:pt x="241868" y="53684"/>
                    <a:pt x="241868" y="78849"/>
                  </a:cubicBezTo>
                  <a:cubicBezTo>
                    <a:pt x="241868" y="104013"/>
                    <a:pt x="236812" y="111563"/>
                    <a:pt x="227542" y="123306"/>
                  </a:cubicBezTo>
                  <a:cubicBezTo>
                    <a:pt x="218271" y="135050"/>
                    <a:pt x="203102" y="144277"/>
                    <a:pt x="183719" y="151826"/>
                  </a:cubicBezTo>
                  <a:lnTo>
                    <a:pt x="254510" y="258356"/>
                  </a:lnTo>
                  <a:lnTo>
                    <a:pt x="254510" y="260872"/>
                  </a:lnTo>
                  <a:lnTo>
                    <a:pt x="182033" y="260872"/>
                  </a:lnTo>
                  <a:lnTo>
                    <a:pt x="120513" y="165247"/>
                  </a:lnTo>
                  <a:close/>
                  <a:moveTo>
                    <a:pt x="67420" y="121629"/>
                  </a:moveTo>
                  <a:lnTo>
                    <a:pt x="122198" y="121629"/>
                  </a:lnTo>
                  <a:cubicBezTo>
                    <a:pt x="139053" y="121629"/>
                    <a:pt x="152537" y="118273"/>
                    <a:pt x="161807" y="111563"/>
                  </a:cubicBezTo>
                  <a:cubicBezTo>
                    <a:pt x="171078" y="104852"/>
                    <a:pt x="176134" y="95625"/>
                    <a:pt x="176134" y="83043"/>
                  </a:cubicBezTo>
                  <a:cubicBezTo>
                    <a:pt x="176134" y="70461"/>
                    <a:pt x="171920" y="61234"/>
                    <a:pt x="162650" y="53684"/>
                  </a:cubicBezTo>
                  <a:cubicBezTo>
                    <a:pt x="154223" y="46974"/>
                    <a:pt x="140739" y="42780"/>
                    <a:pt x="122198" y="42780"/>
                  </a:cubicBezTo>
                  <a:lnTo>
                    <a:pt x="68263" y="42780"/>
                  </a:lnTo>
                  <a:lnTo>
                    <a:pt x="68263" y="12079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3" name="Google Shape;2823;g3693f7da1e3_0_4324"/>
            <p:cNvSpPr/>
            <p:nvPr/>
          </p:nvSpPr>
          <p:spPr>
            <a:xfrm>
              <a:off x="7122660" y="2074286"/>
              <a:ext cx="266308" cy="260872"/>
            </a:xfrm>
            <a:custGeom>
              <a:rect b="b" l="l" r="r" t="t"/>
              <a:pathLst>
                <a:path extrusionOk="0" h="260872" w="266308">
                  <a:moveTo>
                    <a:pt x="102815" y="156020"/>
                  </a:moveTo>
                  <a:lnTo>
                    <a:pt x="67420" y="186218"/>
                  </a:lnTo>
                  <a:lnTo>
                    <a:pt x="67420" y="260872"/>
                  </a:lnTo>
                  <a:lnTo>
                    <a:pt x="0" y="260872"/>
                  </a:lnTo>
                  <a:lnTo>
                    <a:pt x="0" y="0"/>
                  </a:lnTo>
                  <a:lnTo>
                    <a:pt x="67420" y="0"/>
                  </a:lnTo>
                  <a:lnTo>
                    <a:pt x="67420" y="118273"/>
                  </a:lnTo>
                  <a:lnTo>
                    <a:pt x="96916" y="85559"/>
                  </a:lnTo>
                  <a:lnTo>
                    <a:pt x="180348" y="0"/>
                  </a:lnTo>
                  <a:lnTo>
                    <a:pt x="262937" y="0"/>
                  </a:lnTo>
                  <a:lnTo>
                    <a:pt x="146638" y="115757"/>
                  </a:lnTo>
                  <a:lnTo>
                    <a:pt x="266308" y="260872"/>
                  </a:lnTo>
                  <a:lnTo>
                    <a:pt x="186247" y="260872"/>
                  </a:lnTo>
                  <a:lnTo>
                    <a:pt x="101972" y="15602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4" name="Google Shape;2824;g3693f7da1e3_0_4324"/>
            <p:cNvSpPr/>
            <p:nvPr/>
          </p:nvSpPr>
          <p:spPr>
            <a:xfrm>
              <a:off x="7641792" y="1720305"/>
              <a:ext cx="40451" cy="257516"/>
            </a:xfrm>
            <a:custGeom>
              <a:rect b="b" l="l" r="r" t="t"/>
              <a:pathLst>
                <a:path extrusionOk="0" h="257516" w="40451">
                  <a:moveTo>
                    <a:pt x="0" y="0"/>
                  </a:moveTo>
                  <a:lnTo>
                    <a:pt x="40452" y="0"/>
                  </a:lnTo>
                  <a:lnTo>
                    <a:pt x="36238" y="257517"/>
                  </a:lnTo>
                  <a:lnTo>
                    <a:pt x="5899" y="257517"/>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5" name="Google Shape;2825;g3693f7da1e3_0_4324"/>
            <p:cNvSpPr/>
            <p:nvPr/>
          </p:nvSpPr>
          <p:spPr>
            <a:xfrm>
              <a:off x="7641792" y="2024795"/>
              <a:ext cx="40451" cy="258355"/>
            </a:xfrm>
            <a:custGeom>
              <a:rect b="b" l="l" r="r" t="t"/>
              <a:pathLst>
                <a:path extrusionOk="0" h="258355" w="40451">
                  <a:moveTo>
                    <a:pt x="40452" y="258356"/>
                  </a:moveTo>
                  <a:lnTo>
                    <a:pt x="0" y="258356"/>
                  </a:lnTo>
                  <a:lnTo>
                    <a:pt x="5056" y="0"/>
                  </a:lnTo>
                  <a:lnTo>
                    <a:pt x="35395" y="0"/>
                  </a:lnTo>
                  <a:lnTo>
                    <a:pt x="40452" y="258356"/>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6" name="Google Shape;2826;g3693f7da1e3_0_4324"/>
            <p:cNvSpPr/>
            <p:nvPr/>
          </p:nvSpPr>
          <p:spPr>
            <a:xfrm rot="10800000">
              <a:off x="7402452" y="1970272"/>
              <a:ext cx="292433" cy="11743"/>
            </a:xfrm>
            <a:custGeom>
              <a:rect b="b" l="l" r="r" t="t"/>
              <a:pathLst>
                <a:path extrusionOk="0" h="11743" w="292433">
                  <a:moveTo>
                    <a:pt x="0" y="0"/>
                  </a:moveTo>
                  <a:lnTo>
                    <a:pt x="292433" y="0"/>
                  </a:lnTo>
                  <a:lnTo>
                    <a:pt x="292433" y="11743"/>
                  </a:lnTo>
                  <a:lnTo>
                    <a:pt x="0" y="11743"/>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7" name="Google Shape;2827;g3693f7da1e3_0_4324"/>
            <p:cNvSpPr/>
            <p:nvPr/>
          </p:nvSpPr>
          <p:spPr>
            <a:xfrm rot="10800000">
              <a:off x="7628308" y="2020601"/>
              <a:ext cx="292433" cy="11743"/>
            </a:xfrm>
            <a:custGeom>
              <a:rect b="b" l="l" r="r" t="t"/>
              <a:pathLst>
                <a:path extrusionOk="0" h="11743" w="292433">
                  <a:moveTo>
                    <a:pt x="0" y="0"/>
                  </a:moveTo>
                  <a:lnTo>
                    <a:pt x="292433" y="0"/>
                  </a:lnTo>
                  <a:lnTo>
                    <a:pt x="292433" y="11743"/>
                  </a:lnTo>
                  <a:lnTo>
                    <a:pt x="0" y="11743"/>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8" name="Google Shape;2828;g3693f7da1e3_0_4324"/>
            <p:cNvSpPr/>
            <p:nvPr/>
          </p:nvSpPr>
          <p:spPr>
            <a:xfrm>
              <a:off x="7603869" y="1788249"/>
              <a:ext cx="270521" cy="193766"/>
            </a:xfrm>
            <a:custGeom>
              <a:rect b="b" l="l" r="r" t="t"/>
              <a:pathLst>
                <a:path extrusionOk="0" h="193766" w="270521">
                  <a:moveTo>
                    <a:pt x="244397" y="0"/>
                  </a:moveTo>
                  <a:lnTo>
                    <a:pt x="75004" y="183701"/>
                  </a:lnTo>
                  <a:lnTo>
                    <a:pt x="41295" y="183701"/>
                  </a:lnTo>
                  <a:cubicBezTo>
                    <a:pt x="41295" y="183701"/>
                    <a:pt x="39609" y="182023"/>
                    <a:pt x="39609" y="182023"/>
                  </a:cubicBezTo>
                  <a:lnTo>
                    <a:pt x="0" y="182023"/>
                  </a:lnTo>
                  <a:lnTo>
                    <a:pt x="1685" y="183701"/>
                  </a:lnTo>
                  <a:cubicBezTo>
                    <a:pt x="8427" y="190412"/>
                    <a:pt x="16855" y="193767"/>
                    <a:pt x="25282" y="193767"/>
                  </a:cubicBezTo>
                  <a:lnTo>
                    <a:pt x="91017" y="193767"/>
                  </a:lnTo>
                  <a:cubicBezTo>
                    <a:pt x="100287" y="193767"/>
                    <a:pt x="108714" y="190412"/>
                    <a:pt x="114614" y="183701"/>
                  </a:cubicBezTo>
                  <a:lnTo>
                    <a:pt x="270522" y="26842"/>
                  </a:lnTo>
                  <a:lnTo>
                    <a:pt x="243554" y="839"/>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9" name="Google Shape;2829;g3693f7da1e3_0_4324"/>
            <p:cNvSpPr/>
            <p:nvPr/>
          </p:nvSpPr>
          <p:spPr>
            <a:xfrm>
              <a:off x="7449646" y="1788249"/>
              <a:ext cx="193831" cy="182023"/>
            </a:xfrm>
            <a:custGeom>
              <a:rect b="b" l="l" r="r" t="t"/>
              <a:pathLst>
                <a:path extrusionOk="0" h="182023" w="193831">
                  <a:moveTo>
                    <a:pt x="26125" y="0"/>
                  </a:moveTo>
                  <a:lnTo>
                    <a:pt x="0" y="26842"/>
                  </a:lnTo>
                  <a:lnTo>
                    <a:pt x="154223" y="182023"/>
                  </a:lnTo>
                  <a:lnTo>
                    <a:pt x="193832" y="182023"/>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0" name="Google Shape;2830;g3693f7da1e3_0_4324"/>
            <p:cNvSpPr/>
            <p:nvPr/>
          </p:nvSpPr>
          <p:spPr>
            <a:xfrm>
              <a:off x="7449646" y="2020601"/>
              <a:ext cx="270521" cy="192928"/>
            </a:xfrm>
            <a:custGeom>
              <a:rect b="b" l="l" r="r" t="t"/>
              <a:pathLst>
                <a:path extrusionOk="0" h="192928" w="270521">
                  <a:moveTo>
                    <a:pt x="230913" y="11743"/>
                  </a:moveTo>
                  <a:lnTo>
                    <a:pt x="270522" y="11743"/>
                  </a:lnTo>
                  <a:lnTo>
                    <a:pt x="268836" y="10066"/>
                  </a:lnTo>
                  <a:cubicBezTo>
                    <a:pt x="262094" y="3355"/>
                    <a:pt x="253667" y="0"/>
                    <a:pt x="245239" y="0"/>
                  </a:cubicBezTo>
                  <a:lnTo>
                    <a:pt x="179505" y="0"/>
                  </a:lnTo>
                  <a:cubicBezTo>
                    <a:pt x="170235" y="0"/>
                    <a:pt x="161807" y="3355"/>
                    <a:pt x="155908" y="10066"/>
                  </a:cubicBezTo>
                  <a:lnTo>
                    <a:pt x="0" y="166925"/>
                  </a:lnTo>
                  <a:lnTo>
                    <a:pt x="26968" y="192928"/>
                  </a:lnTo>
                  <a:lnTo>
                    <a:pt x="196360" y="9227"/>
                  </a:lnTo>
                  <a:lnTo>
                    <a:pt x="230070" y="9227"/>
                  </a:lnTo>
                  <a:cubicBezTo>
                    <a:pt x="230070" y="9227"/>
                    <a:pt x="231755" y="10905"/>
                    <a:pt x="231755" y="10905"/>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1" name="Google Shape;2831;g3693f7da1e3_0_4324"/>
            <p:cNvSpPr/>
            <p:nvPr/>
          </p:nvSpPr>
          <p:spPr>
            <a:xfrm>
              <a:off x="7680559" y="2032345"/>
              <a:ext cx="194674" cy="182023"/>
            </a:xfrm>
            <a:custGeom>
              <a:rect b="b" l="l" r="r" t="t"/>
              <a:pathLst>
                <a:path extrusionOk="0" h="182023" w="194674">
                  <a:moveTo>
                    <a:pt x="167707" y="182023"/>
                  </a:moveTo>
                  <a:lnTo>
                    <a:pt x="194675" y="156020"/>
                  </a:lnTo>
                  <a:lnTo>
                    <a:pt x="39609" y="0"/>
                  </a:lnTo>
                  <a:lnTo>
                    <a:pt x="0" y="0"/>
                  </a:lnTo>
                  <a:lnTo>
                    <a:pt x="167707" y="182023"/>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6" name="Shape 2836"/>
        <p:cNvGrpSpPr/>
        <p:nvPr/>
      </p:nvGrpSpPr>
      <p:grpSpPr>
        <a:xfrm>
          <a:off x="0" y="0"/>
          <a:ext cx="0" cy="0"/>
          <a:chOff x="0" y="0"/>
          <a:chExt cx="0" cy="0"/>
        </a:xfrm>
      </p:grpSpPr>
      <p:sp>
        <p:nvSpPr>
          <p:cNvPr id="2837" name="Google Shape;2837;g3693f7da1e3_0_4347"/>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Recap</a:t>
            </a:r>
            <a:r>
              <a:rPr lang="en-US"/>
              <a:t> </a:t>
            </a: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838" name="Google Shape;2838;g3693f7da1e3_0_4347"/>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 process flow</a:t>
            </a:r>
            <a:endParaRPr sz="1200">
              <a:solidFill>
                <a:schemeClr val="dk1"/>
              </a:solidFill>
              <a:latin typeface="Roboto Light"/>
              <a:ea typeface="Roboto Light"/>
              <a:cs typeface="Roboto Light"/>
              <a:sym typeface="Roboto Light"/>
            </a:endParaRPr>
          </a:p>
        </p:txBody>
      </p:sp>
      <p:pic>
        <p:nvPicPr>
          <p:cNvPr id="2839" name="Google Shape;2839;g3693f7da1e3_0_4347"/>
          <p:cNvPicPr preferRelativeResize="0"/>
          <p:nvPr/>
        </p:nvPicPr>
        <p:blipFill>
          <a:blip r:embed="rId3">
            <a:alphaModFix/>
          </a:blip>
          <a:stretch>
            <a:fillRect/>
          </a:stretch>
        </p:blipFill>
        <p:spPr>
          <a:xfrm>
            <a:off x="152400" y="1171225"/>
            <a:ext cx="8839199" cy="3203567"/>
          </a:xfrm>
          <a:prstGeom prst="rect">
            <a:avLst/>
          </a:prstGeom>
          <a:noFill/>
          <a:ln>
            <a:noFill/>
          </a:ln>
        </p:spPr>
      </p:pic>
      <p:pic>
        <p:nvPicPr>
          <p:cNvPr id="2840" name="Google Shape;2840;g3693f7da1e3_0_4347"/>
          <p:cNvPicPr preferRelativeResize="0"/>
          <p:nvPr/>
        </p:nvPicPr>
        <p:blipFill>
          <a:blip r:embed="rId4">
            <a:alphaModFix/>
          </a:blip>
          <a:stretch>
            <a:fillRect/>
          </a:stretch>
        </p:blipFill>
        <p:spPr>
          <a:xfrm>
            <a:off x="265992" y="1352025"/>
            <a:ext cx="2768599" cy="1133475"/>
          </a:xfrm>
          <a:prstGeom prst="rect">
            <a:avLst/>
          </a:prstGeom>
          <a:noFill/>
          <a:ln>
            <a:noFill/>
          </a:ln>
        </p:spPr>
      </p:pic>
      <p:pic>
        <p:nvPicPr>
          <p:cNvPr id="2841" name="Google Shape;2841;g3693f7da1e3_0_4347"/>
          <p:cNvPicPr preferRelativeResize="0"/>
          <p:nvPr/>
        </p:nvPicPr>
        <p:blipFill>
          <a:blip r:embed="rId4">
            <a:alphaModFix/>
          </a:blip>
          <a:stretch>
            <a:fillRect/>
          </a:stretch>
        </p:blipFill>
        <p:spPr>
          <a:xfrm>
            <a:off x="218450" y="2036300"/>
            <a:ext cx="2768599" cy="2212400"/>
          </a:xfrm>
          <a:prstGeom prst="rect">
            <a:avLst/>
          </a:prstGeom>
          <a:noFill/>
          <a:ln>
            <a:noFill/>
          </a:ln>
        </p:spPr>
      </p:pic>
      <p:pic>
        <p:nvPicPr>
          <p:cNvPr id="2842" name="Google Shape;2842;g3693f7da1e3_0_4347"/>
          <p:cNvPicPr preferRelativeResize="0"/>
          <p:nvPr/>
        </p:nvPicPr>
        <p:blipFill>
          <a:blip r:embed="rId5">
            <a:alphaModFix/>
          </a:blip>
          <a:stretch>
            <a:fillRect/>
          </a:stretch>
        </p:blipFill>
        <p:spPr>
          <a:xfrm>
            <a:off x="3862825" y="3083025"/>
            <a:ext cx="2652025" cy="508550"/>
          </a:xfrm>
          <a:prstGeom prst="rect">
            <a:avLst/>
          </a:prstGeom>
          <a:noFill/>
          <a:ln>
            <a:noFill/>
          </a:ln>
        </p:spPr>
      </p:pic>
      <p:pic>
        <p:nvPicPr>
          <p:cNvPr id="2843" name="Google Shape;2843;g3693f7da1e3_0_4347"/>
          <p:cNvPicPr preferRelativeResize="0"/>
          <p:nvPr/>
        </p:nvPicPr>
        <p:blipFill>
          <a:blip r:embed="rId6">
            <a:alphaModFix/>
          </a:blip>
          <a:stretch>
            <a:fillRect/>
          </a:stretch>
        </p:blipFill>
        <p:spPr>
          <a:xfrm>
            <a:off x="4227597" y="3502697"/>
            <a:ext cx="2044650" cy="651600"/>
          </a:xfrm>
          <a:prstGeom prst="rect">
            <a:avLst/>
          </a:prstGeom>
          <a:noFill/>
          <a:ln>
            <a:noFill/>
          </a:ln>
        </p:spPr>
      </p:pic>
      <p:pic>
        <p:nvPicPr>
          <p:cNvPr id="2844" name="Google Shape;2844;g3693f7da1e3_0_4347"/>
          <p:cNvPicPr preferRelativeResize="0"/>
          <p:nvPr/>
        </p:nvPicPr>
        <p:blipFill>
          <a:blip r:embed="rId7">
            <a:alphaModFix/>
          </a:blip>
          <a:stretch>
            <a:fillRect/>
          </a:stretch>
        </p:blipFill>
        <p:spPr>
          <a:xfrm>
            <a:off x="4298600" y="2619125"/>
            <a:ext cx="2281025" cy="463900"/>
          </a:xfrm>
          <a:prstGeom prst="rect">
            <a:avLst/>
          </a:prstGeom>
          <a:noFill/>
          <a:ln>
            <a:noFill/>
          </a:ln>
        </p:spPr>
      </p:pic>
      <p:pic>
        <p:nvPicPr>
          <p:cNvPr id="2845" name="Google Shape;2845;g3693f7da1e3_0_4347"/>
          <p:cNvPicPr preferRelativeResize="0"/>
          <p:nvPr/>
        </p:nvPicPr>
        <p:blipFill>
          <a:blip r:embed="rId8">
            <a:alphaModFix/>
          </a:blip>
          <a:stretch>
            <a:fillRect/>
          </a:stretch>
        </p:blipFill>
        <p:spPr>
          <a:xfrm>
            <a:off x="4605975" y="2036302"/>
            <a:ext cx="1666275" cy="578400"/>
          </a:xfrm>
          <a:prstGeom prst="rect">
            <a:avLst/>
          </a:prstGeom>
          <a:noFill/>
          <a:ln>
            <a:noFill/>
          </a:ln>
        </p:spPr>
      </p:pic>
      <p:pic>
        <p:nvPicPr>
          <p:cNvPr id="2846" name="Google Shape;2846;g3693f7da1e3_0_4347"/>
          <p:cNvPicPr preferRelativeResize="0"/>
          <p:nvPr/>
        </p:nvPicPr>
        <p:blipFill>
          <a:blip r:embed="rId9">
            <a:alphaModFix/>
          </a:blip>
          <a:stretch>
            <a:fillRect/>
          </a:stretch>
        </p:blipFill>
        <p:spPr>
          <a:xfrm>
            <a:off x="680750" y="1545662"/>
            <a:ext cx="465659" cy="508550"/>
          </a:xfrm>
          <a:prstGeom prst="rect">
            <a:avLst/>
          </a:prstGeom>
          <a:noFill/>
          <a:ln>
            <a:noFill/>
          </a:ln>
        </p:spPr>
      </p:pic>
      <p:pic>
        <p:nvPicPr>
          <p:cNvPr id="2847" name="Google Shape;2847;g3693f7da1e3_0_4347"/>
          <p:cNvPicPr preferRelativeResize="0"/>
          <p:nvPr/>
        </p:nvPicPr>
        <p:blipFill>
          <a:blip r:embed="rId10">
            <a:alphaModFix/>
          </a:blip>
          <a:stretch>
            <a:fillRect/>
          </a:stretch>
        </p:blipFill>
        <p:spPr>
          <a:xfrm>
            <a:off x="529425" y="2079650"/>
            <a:ext cx="941900" cy="249325"/>
          </a:xfrm>
          <a:prstGeom prst="rect">
            <a:avLst/>
          </a:prstGeom>
          <a:noFill/>
          <a:ln>
            <a:noFill/>
          </a:ln>
        </p:spPr>
      </p:pic>
      <p:cxnSp>
        <p:nvCxnSpPr>
          <p:cNvPr id="2848" name="Google Shape;2848;g3693f7da1e3_0_4347"/>
          <p:cNvCxnSpPr>
            <a:stCxn id="2842" idx="1"/>
            <a:endCxn id="2842" idx="3"/>
          </p:cNvCxnSpPr>
          <p:nvPr/>
        </p:nvCxnSpPr>
        <p:spPr>
          <a:xfrm>
            <a:off x="3862825" y="3337300"/>
            <a:ext cx="2652000" cy="0"/>
          </a:xfrm>
          <a:prstGeom prst="straightConnector1">
            <a:avLst/>
          </a:prstGeom>
          <a:noFill/>
          <a:ln cap="flat" cmpd="sng" w="9525">
            <a:solidFill>
              <a:srgbClr val="888888"/>
            </a:solidFill>
            <a:prstDash val="dash"/>
            <a:round/>
            <a:headEnd len="med" w="med" type="none"/>
            <a:tailEnd len="med" w="med" type="triangle"/>
          </a:ln>
        </p:spPr>
      </p:cxnSp>
      <p:pic>
        <p:nvPicPr>
          <p:cNvPr id="2849" name="Google Shape;2849;g3693f7da1e3_0_4347"/>
          <p:cNvPicPr preferRelativeResize="0"/>
          <p:nvPr/>
        </p:nvPicPr>
        <p:blipFill>
          <a:blip r:embed="rId11">
            <a:alphaModFix/>
          </a:blip>
          <a:stretch>
            <a:fillRect/>
          </a:stretch>
        </p:blipFill>
        <p:spPr>
          <a:xfrm>
            <a:off x="5242950" y="1567967"/>
            <a:ext cx="1288634" cy="463908"/>
          </a:xfrm>
          <a:prstGeom prst="rect">
            <a:avLst/>
          </a:prstGeom>
          <a:noFill/>
          <a:ln>
            <a:noFill/>
          </a:ln>
        </p:spPr>
      </p:pic>
      <p:cxnSp>
        <p:nvCxnSpPr>
          <p:cNvPr id="2850" name="Google Shape;2850;g3693f7da1e3_0_4347"/>
          <p:cNvCxnSpPr/>
          <p:nvPr/>
        </p:nvCxnSpPr>
        <p:spPr>
          <a:xfrm rot="-5400000">
            <a:off x="5154075" y="1941800"/>
            <a:ext cx="1466400" cy="1288800"/>
          </a:xfrm>
          <a:prstGeom prst="bentConnector3">
            <a:avLst>
              <a:gd fmla="val 100378" name="adj1"/>
            </a:avLst>
          </a:prstGeom>
          <a:noFill/>
          <a:ln cap="flat" cmpd="sng" w="9525">
            <a:solidFill>
              <a:srgbClr val="888888"/>
            </a:solidFill>
            <a:prstDash val="dash"/>
            <a:round/>
            <a:headEnd len="med" w="med" type="none"/>
            <a:tailEnd len="med" w="med" type="triangle"/>
          </a:ln>
        </p:spPr>
      </p:cxnSp>
      <p:sp>
        <p:nvSpPr>
          <p:cNvPr id="2851" name="Google Shape;2851;g3693f7da1e3_0_4347"/>
          <p:cNvSpPr txBox="1"/>
          <p:nvPr/>
        </p:nvSpPr>
        <p:spPr>
          <a:xfrm>
            <a:off x="732925" y="2291400"/>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pic>
        <p:nvPicPr>
          <p:cNvPr id="2852" name="Google Shape;2852;g3693f7da1e3_0_4347"/>
          <p:cNvPicPr preferRelativeResize="0"/>
          <p:nvPr/>
        </p:nvPicPr>
        <p:blipFill>
          <a:blip r:embed="rId11">
            <a:alphaModFix/>
          </a:blip>
          <a:stretch>
            <a:fillRect/>
          </a:stretch>
        </p:blipFill>
        <p:spPr>
          <a:xfrm>
            <a:off x="2095950" y="1539142"/>
            <a:ext cx="1288634" cy="463908"/>
          </a:xfrm>
          <a:prstGeom prst="rect">
            <a:avLst/>
          </a:prstGeom>
          <a:noFill/>
          <a:ln>
            <a:noFill/>
          </a:ln>
        </p:spPr>
      </p:pic>
      <p:pic>
        <p:nvPicPr>
          <p:cNvPr id="2853" name="Google Shape;2853;g3693f7da1e3_0_4347"/>
          <p:cNvPicPr preferRelativeResize="0"/>
          <p:nvPr/>
        </p:nvPicPr>
        <p:blipFill>
          <a:blip r:embed="rId12">
            <a:alphaModFix/>
          </a:blip>
          <a:stretch>
            <a:fillRect/>
          </a:stretch>
        </p:blipFill>
        <p:spPr>
          <a:xfrm>
            <a:off x="1935400" y="1566225"/>
            <a:ext cx="465650" cy="465650"/>
          </a:xfrm>
          <a:prstGeom prst="rect">
            <a:avLst/>
          </a:prstGeom>
          <a:noFill/>
          <a:ln>
            <a:noFill/>
          </a:ln>
        </p:spPr>
      </p:pic>
      <p:pic>
        <p:nvPicPr>
          <p:cNvPr id="2854" name="Google Shape;2854;g3693f7da1e3_0_4347"/>
          <p:cNvPicPr preferRelativeResize="0"/>
          <p:nvPr/>
        </p:nvPicPr>
        <p:blipFill>
          <a:blip r:embed="rId13">
            <a:alphaModFix/>
          </a:blip>
          <a:stretch>
            <a:fillRect/>
          </a:stretch>
        </p:blipFill>
        <p:spPr>
          <a:xfrm>
            <a:off x="1808499" y="2079650"/>
            <a:ext cx="695975" cy="132875"/>
          </a:xfrm>
          <a:prstGeom prst="rect">
            <a:avLst/>
          </a:prstGeom>
          <a:noFill/>
          <a:ln>
            <a:noFill/>
          </a:ln>
        </p:spPr>
      </p:pic>
      <p:sp>
        <p:nvSpPr>
          <p:cNvPr id="2855" name="Google Shape;2855;g3693f7da1e3_0_4347"/>
          <p:cNvSpPr txBox="1"/>
          <p:nvPr/>
        </p:nvSpPr>
        <p:spPr>
          <a:xfrm>
            <a:off x="1879850" y="2212525"/>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pic>
        <p:nvPicPr>
          <p:cNvPr id="2856" name="Google Shape;2856;g3693f7da1e3_0_4347"/>
          <p:cNvPicPr preferRelativeResize="0"/>
          <p:nvPr/>
        </p:nvPicPr>
        <p:blipFill>
          <a:blip r:embed="rId14">
            <a:alphaModFix/>
          </a:blip>
          <a:stretch>
            <a:fillRect/>
          </a:stretch>
        </p:blipFill>
        <p:spPr>
          <a:xfrm>
            <a:off x="1879853" y="3113646"/>
            <a:ext cx="465650" cy="514029"/>
          </a:xfrm>
          <a:prstGeom prst="rect">
            <a:avLst/>
          </a:prstGeom>
          <a:noFill/>
          <a:ln>
            <a:noFill/>
          </a:ln>
        </p:spPr>
      </p:pic>
      <p:sp>
        <p:nvSpPr>
          <p:cNvPr id="2857" name="Google Shape;2857;g3693f7da1e3_0_4347"/>
          <p:cNvSpPr txBox="1"/>
          <p:nvPr/>
        </p:nvSpPr>
        <p:spPr>
          <a:xfrm>
            <a:off x="1732325" y="3638675"/>
            <a:ext cx="1189500" cy="3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00">
                <a:solidFill>
                  <a:schemeClr val="dk1"/>
                </a:solidFill>
                <a:latin typeface="Open Sans"/>
                <a:ea typeface="Open Sans"/>
                <a:cs typeface="Open Sans"/>
                <a:sym typeface="Open Sans"/>
              </a:rPr>
              <a:t>packing based on packaging specification</a:t>
            </a:r>
            <a:r>
              <a:rPr b="1" lang="en-US" sz="800">
                <a:solidFill>
                  <a:schemeClr val="dk1"/>
                </a:solidFill>
                <a:latin typeface="Roboto"/>
                <a:ea typeface="Roboto"/>
                <a:cs typeface="Roboto"/>
                <a:sym typeface="Roboto"/>
              </a:rPr>
              <a:t> </a:t>
            </a:r>
            <a:endParaRPr b="1" sz="800">
              <a:solidFill>
                <a:schemeClr val="dk1"/>
              </a:solidFill>
              <a:latin typeface="Roboto"/>
              <a:ea typeface="Roboto"/>
              <a:cs typeface="Roboto"/>
              <a:sym typeface="Roboto"/>
            </a:endParaRPr>
          </a:p>
        </p:txBody>
      </p:sp>
      <p:cxnSp>
        <p:nvCxnSpPr>
          <p:cNvPr id="2858" name="Google Shape;2858;g3693f7da1e3_0_4347"/>
          <p:cNvCxnSpPr>
            <a:stCxn id="2856" idx="1"/>
          </p:cNvCxnSpPr>
          <p:nvPr/>
        </p:nvCxnSpPr>
        <p:spPr>
          <a:xfrm rot="10800000">
            <a:off x="1010153" y="2480560"/>
            <a:ext cx="869700" cy="890100"/>
          </a:xfrm>
          <a:prstGeom prst="bentConnector2">
            <a:avLst/>
          </a:prstGeom>
          <a:noFill/>
          <a:ln cap="flat" cmpd="sng" w="9525">
            <a:solidFill>
              <a:srgbClr val="888888"/>
            </a:solidFill>
            <a:prstDash val="dash"/>
            <a:round/>
            <a:headEnd len="med" w="med" type="none"/>
            <a:tailEnd len="med" w="med" type="triangle"/>
          </a:ln>
        </p:spPr>
      </p:cxnSp>
      <p:cxnSp>
        <p:nvCxnSpPr>
          <p:cNvPr id="2859" name="Google Shape;2859;g3693f7da1e3_0_4347"/>
          <p:cNvCxnSpPr>
            <a:stCxn id="2846" idx="3"/>
            <a:endCxn id="2853" idx="1"/>
          </p:cNvCxnSpPr>
          <p:nvPr/>
        </p:nvCxnSpPr>
        <p:spPr>
          <a:xfrm flipH="1" rot="10800000">
            <a:off x="1146409" y="1799037"/>
            <a:ext cx="789000" cy="900"/>
          </a:xfrm>
          <a:prstGeom prst="straightConnector1">
            <a:avLst/>
          </a:prstGeom>
          <a:noFill/>
          <a:ln cap="flat" cmpd="sng" w="9525">
            <a:solidFill>
              <a:srgbClr val="888888"/>
            </a:solidFill>
            <a:prstDash val="dash"/>
            <a:round/>
            <a:headEnd len="med" w="med" type="none"/>
            <a:tailEnd len="med" w="med" type="triangle"/>
          </a:ln>
        </p:spPr>
      </p:cxnSp>
      <p:cxnSp>
        <p:nvCxnSpPr>
          <p:cNvPr id="2860" name="Google Shape;2860;g3693f7da1e3_0_4347"/>
          <p:cNvCxnSpPr>
            <a:stCxn id="2853" idx="3"/>
            <a:endCxn id="2852" idx="3"/>
          </p:cNvCxnSpPr>
          <p:nvPr/>
        </p:nvCxnSpPr>
        <p:spPr>
          <a:xfrm flipH="1" rot="10800000">
            <a:off x="2401050" y="1771150"/>
            <a:ext cx="983400" cy="27900"/>
          </a:xfrm>
          <a:prstGeom prst="straightConnector1">
            <a:avLst/>
          </a:prstGeom>
          <a:noFill/>
          <a:ln cap="flat" cmpd="sng" w="9525">
            <a:solidFill>
              <a:srgbClr val="888888"/>
            </a:solidFill>
            <a:prstDash val="dash"/>
            <a:round/>
            <a:headEnd len="med" w="med" type="none"/>
            <a:tailEnd len="med" w="med" type="triangle"/>
          </a:ln>
        </p:spPr>
      </p:cxnSp>
      <p:sp>
        <p:nvSpPr>
          <p:cNvPr id="2861" name="Google Shape;2861;g3693f7da1e3_0_4347"/>
          <p:cNvSpPr txBox="1"/>
          <p:nvPr/>
        </p:nvSpPr>
        <p:spPr>
          <a:xfrm>
            <a:off x="1879850" y="4109850"/>
            <a:ext cx="9420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600">
                <a:solidFill>
                  <a:schemeClr val="dk1"/>
                </a:solidFill>
                <a:latin typeface="Roboto"/>
                <a:ea typeface="Roboto"/>
                <a:cs typeface="Roboto"/>
                <a:sym typeface="Roboto"/>
              </a:rPr>
              <a:t>Automatic</a:t>
            </a:r>
            <a:endParaRPr b="1" i="1" sz="600">
              <a:solidFill>
                <a:schemeClr val="dk1"/>
              </a:solidFill>
              <a:latin typeface="Roboto"/>
              <a:ea typeface="Roboto"/>
              <a:cs typeface="Roboto"/>
              <a:sym typeface="Roboto"/>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66" name="Shape 2866"/>
        <p:cNvGrpSpPr/>
        <p:nvPr/>
      </p:nvGrpSpPr>
      <p:grpSpPr>
        <a:xfrm>
          <a:off x="0" y="0"/>
          <a:ext cx="0" cy="0"/>
          <a:chOff x="0" y="0"/>
          <a:chExt cx="0" cy="0"/>
        </a:xfrm>
      </p:grpSpPr>
      <p:sp>
        <p:nvSpPr>
          <p:cNvPr id="2867" name="Google Shape;2867;g3693f7da1e3_0_4376"/>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868" name="Google Shape;2868;g3693f7da1e3_0_4376"/>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2869" name="Google Shape;2869;g3693f7da1e3_0_4376"/>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2870" name="Google Shape;2870;g3693f7da1e3_0_4376"/>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2871" name="Google Shape;2871;g3693f7da1e3_0_4376"/>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2872" name="Google Shape;2872;g3693f7da1e3_0_4376"/>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873" name="Google Shape;2873;g3693f7da1e3_0_4376"/>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2874" name="Google Shape;2874;g3693f7da1e3_0_4376"/>
          <p:cNvCxnSpPr>
            <a:stCxn id="2873" idx="1"/>
            <a:endCxn id="2872"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2875" name="Google Shape;2875;g3693f7da1e3_0_4376"/>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2876" name="Google Shape;2876;g3693f7da1e3_0_4376"/>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877" name="Google Shape;2877;g3693f7da1e3_0_4376"/>
          <p:cNvCxnSpPr>
            <a:stCxn id="2872" idx="2"/>
            <a:endCxn id="2876"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2878" name="Google Shape;2878;g3693f7da1e3_0_4376"/>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879" name="Google Shape;2879;g3693f7da1e3_0_4376"/>
          <p:cNvCxnSpPr>
            <a:stCxn id="2876" idx="2"/>
            <a:endCxn id="2878"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2880" name="Google Shape;2880;g3693f7da1e3_0_4376"/>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881" name="Google Shape;2881;g3693f7da1e3_0_4376"/>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2882" name="Google Shape;2882;g3693f7da1e3_0_4376"/>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2883" name="Google Shape;2883;g3693f7da1e3_0_4376"/>
          <p:cNvSpPr txBox="1"/>
          <p:nvPr/>
        </p:nvSpPr>
        <p:spPr>
          <a:xfrm rot="-5400000">
            <a:off x="-437075" y="2543738"/>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2884" name="Google Shape;2884;g3693f7da1e3_0_4376"/>
          <p:cNvCxnSpPr>
            <a:stCxn id="2878" idx="3"/>
            <a:endCxn id="2880"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2885" name="Google Shape;2885;g3693f7da1e3_0_4376"/>
          <p:cNvCxnSpPr>
            <a:stCxn id="2881" idx="1"/>
            <a:endCxn id="2882"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2886" name="Google Shape;2886;g3693f7da1e3_0_4376"/>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887" name="Google Shape;2887;g3693f7da1e3_0_4376"/>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2888" name="Google Shape;2888;g3693f7da1e3_0_4376"/>
          <p:cNvCxnSpPr>
            <a:stCxn id="2886" idx="3"/>
            <a:endCxn id="2887"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2889" name="Google Shape;2889;g3693f7da1e3_0_4376"/>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890" name="Google Shape;2890;g3693f7da1e3_0_4376"/>
          <p:cNvCxnSpPr>
            <a:stCxn id="2887" idx="2"/>
            <a:endCxn id="2889"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2891" name="Google Shape;2891;g3693f7da1e3_0_4376"/>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892" name="Google Shape;2892;g3693f7da1e3_0_4376"/>
          <p:cNvCxnSpPr>
            <a:stCxn id="2889" idx="2"/>
            <a:endCxn id="2891"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2893" name="Google Shape;2893;g3693f7da1e3_0_4376"/>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894" name="Google Shape;2894;g3693f7da1e3_0_4376"/>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2895" name="Google Shape;2895;g3693f7da1e3_0_4376"/>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2896" name="Google Shape;2896;g3693f7da1e3_0_4376"/>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2897" name="Google Shape;2897;g3693f7da1e3_0_4376"/>
          <p:cNvCxnSpPr>
            <a:stCxn id="2891" idx="3"/>
            <a:endCxn id="2893"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2898" name="Google Shape;2898;g3693f7da1e3_0_4376"/>
          <p:cNvCxnSpPr>
            <a:stCxn id="2896" idx="1"/>
            <a:endCxn id="2894"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2899" name="Google Shape;2899;g3693f7da1e3_0_4376"/>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900" name="Google Shape;2900;g3693f7da1e3_0_4376"/>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901" name="Google Shape;2901;g3693f7da1e3_0_4376"/>
          <p:cNvCxnSpPr>
            <a:stCxn id="2882" idx="1"/>
            <a:endCxn id="2900"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2902" name="Google Shape;2902;g3693f7da1e3_0_4376"/>
          <p:cNvCxnSpPr>
            <a:stCxn id="2900" idx="0"/>
            <a:endCxn id="2872"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2903" name="Google Shape;2903;g3693f7da1e3_0_4376"/>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904" name="Google Shape;2904;g3693f7da1e3_0_4376"/>
          <p:cNvCxnSpPr>
            <a:stCxn id="2894" idx="1"/>
            <a:endCxn id="2903"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2905" name="Google Shape;2905;g3693f7da1e3_0_4376"/>
          <p:cNvCxnSpPr>
            <a:stCxn id="2903" idx="0"/>
            <a:endCxn id="2886"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2906" name="Google Shape;2906;g3693f7da1e3_0_4376"/>
          <p:cNvSpPr/>
          <p:nvPr/>
        </p:nvSpPr>
        <p:spPr>
          <a:xfrm>
            <a:off x="2843075" y="3721825"/>
            <a:ext cx="90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Post goods receipt</a:t>
            </a:r>
            <a:endParaRPr sz="800">
              <a:solidFill>
                <a:schemeClr val="lt2"/>
              </a:solidFill>
              <a:latin typeface="Roboto Light"/>
              <a:ea typeface="Roboto Light"/>
              <a:cs typeface="Roboto Light"/>
              <a:sym typeface="Roboto Light"/>
            </a:endParaRPr>
          </a:p>
        </p:txBody>
      </p:sp>
      <p:sp>
        <p:nvSpPr>
          <p:cNvPr id="2907" name="Google Shape;2907;g3693f7da1e3_0_4376"/>
          <p:cNvSpPr/>
          <p:nvPr/>
        </p:nvSpPr>
        <p:spPr>
          <a:xfrm>
            <a:off x="7772400" y="3721837"/>
            <a:ext cx="90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Post goods receipt</a:t>
            </a:r>
            <a:endParaRPr sz="800">
              <a:solidFill>
                <a:schemeClr val="lt2"/>
              </a:solidFill>
              <a:latin typeface="Roboto Light"/>
              <a:ea typeface="Roboto Light"/>
              <a:cs typeface="Roboto Light"/>
              <a:sym typeface="Roboto Light"/>
            </a:endParaRPr>
          </a:p>
        </p:txBody>
      </p:sp>
      <p:cxnSp>
        <p:nvCxnSpPr>
          <p:cNvPr id="2908" name="Google Shape;2908;g3693f7da1e3_0_4376"/>
          <p:cNvCxnSpPr>
            <a:stCxn id="2880" idx="3"/>
            <a:endCxn id="2906"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2909" name="Google Shape;2909;g3693f7da1e3_0_4376"/>
          <p:cNvCxnSpPr>
            <a:stCxn id="2906" idx="2"/>
            <a:endCxn id="2881" idx="0"/>
          </p:cNvCxnSpPr>
          <p:nvPr/>
        </p:nvCxnSpPr>
        <p:spPr>
          <a:xfrm>
            <a:off x="3294725" y="4008325"/>
            <a:ext cx="6900" cy="184500"/>
          </a:xfrm>
          <a:prstGeom prst="straightConnector1">
            <a:avLst/>
          </a:prstGeom>
          <a:noFill/>
          <a:ln cap="flat" cmpd="sng" w="9525">
            <a:solidFill>
              <a:schemeClr val="dk2"/>
            </a:solidFill>
            <a:prstDash val="solid"/>
            <a:round/>
            <a:headEnd len="med" w="med" type="none"/>
            <a:tailEnd len="med" w="med" type="triangle"/>
          </a:ln>
        </p:spPr>
      </p:cxnSp>
      <p:cxnSp>
        <p:nvCxnSpPr>
          <p:cNvPr id="2910" name="Google Shape;2910;g3693f7da1e3_0_4376"/>
          <p:cNvCxnSpPr>
            <a:stCxn id="2893" idx="3"/>
            <a:endCxn id="2907" idx="3"/>
          </p:cNvCxnSpPr>
          <p:nvPr/>
        </p:nvCxnSpPr>
        <p:spPr>
          <a:xfrm>
            <a:off x="8675700" y="3343962"/>
            <a:ext cx="600" cy="5211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2911" name="Google Shape;2911;g3693f7da1e3_0_4376"/>
          <p:cNvCxnSpPr>
            <a:stCxn id="2907" idx="2"/>
            <a:endCxn id="2896" idx="0"/>
          </p:cNvCxnSpPr>
          <p:nvPr/>
        </p:nvCxnSpPr>
        <p:spPr>
          <a:xfrm>
            <a:off x="8224050" y="4008337"/>
            <a:ext cx="0" cy="119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16" name="Shape 2916"/>
        <p:cNvGrpSpPr/>
        <p:nvPr/>
      </p:nvGrpSpPr>
      <p:grpSpPr>
        <a:xfrm>
          <a:off x="0" y="0"/>
          <a:ext cx="0" cy="0"/>
          <a:chOff x="0" y="0"/>
          <a:chExt cx="0" cy="0"/>
        </a:xfrm>
      </p:grpSpPr>
      <p:sp>
        <p:nvSpPr>
          <p:cNvPr id="2917" name="Google Shape;2917;g3693f7da1e3_0_4425"/>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918" name="Google Shape;2918;g3693f7da1e3_0_4425"/>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2919" name="Google Shape;2919;g3693f7da1e3_0_4425"/>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2920" name="Google Shape;2920;g3693f7da1e3_0_4425"/>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2921" name="Google Shape;2921;g3693f7da1e3_0_4425"/>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2922" name="Google Shape;2922;g3693f7da1e3_0_4425"/>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923" name="Google Shape;2923;g3693f7da1e3_0_4425"/>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2924" name="Google Shape;2924;g3693f7da1e3_0_4425"/>
          <p:cNvCxnSpPr>
            <a:stCxn id="2923" idx="1"/>
            <a:endCxn id="2922"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2925" name="Google Shape;2925;g3693f7da1e3_0_4425"/>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2926" name="Google Shape;2926;g3693f7da1e3_0_4425"/>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927" name="Google Shape;2927;g3693f7da1e3_0_4425"/>
          <p:cNvCxnSpPr>
            <a:stCxn id="2922" idx="2"/>
            <a:endCxn id="2926"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2928" name="Google Shape;2928;g3693f7da1e3_0_4425"/>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929" name="Google Shape;2929;g3693f7da1e3_0_4425"/>
          <p:cNvCxnSpPr>
            <a:stCxn id="2926" idx="2"/>
            <a:endCxn id="2928"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2930" name="Google Shape;2930;g3693f7da1e3_0_4425"/>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931" name="Google Shape;2931;g3693f7da1e3_0_4425"/>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2932" name="Google Shape;2932;g3693f7da1e3_0_4425"/>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2933" name="Google Shape;2933;g3693f7da1e3_0_4425"/>
          <p:cNvSpPr txBox="1"/>
          <p:nvPr/>
        </p:nvSpPr>
        <p:spPr>
          <a:xfrm rot="-5400000">
            <a:off x="-437075" y="2543738"/>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2934" name="Google Shape;2934;g3693f7da1e3_0_4425"/>
          <p:cNvCxnSpPr>
            <a:stCxn id="2928" idx="3"/>
            <a:endCxn id="2930"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2935" name="Google Shape;2935;g3693f7da1e3_0_4425"/>
          <p:cNvCxnSpPr>
            <a:stCxn id="2931" idx="1"/>
            <a:endCxn id="2932"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2936" name="Google Shape;2936;g3693f7da1e3_0_4425"/>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937" name="Google Shape;2937;g3693f7da1e3_0_4425"/>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2938" name="Google Shape;2938;g3693f7da1e3_0_4425"/>
          <p:cNvCxnSpPr>
            <a:stCxn id="2936" idx="3"/>
            <a:endCxn id="2937"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2939" name="Google Shape;2939;g3693f7da1e3_0_4425"/>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940" name="Google Shape;2940;g3693f7da1e3_0_4425"/>
          <p:cNvCxnSpPr>
            <a:stCxn id="2937" idx="2"/>
            <a:endCxn id="2939"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2941" name="Google Shape;2941;g3693f7da1e3_0_4425"/>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2942" name="Google Shape;2942;g3693f7da1e3_0_4425"/>
          <p:cNvCxnSpPr>
            <a:stCxn id="2939" idx="2"/>
            <a:endCxn id="2941"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2943" name="Google Shape;2943;g3693f7da1e3_0_4425"/>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2944" name="Google Shape;2944;g3693f7da1e3_0_4425"/>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2945" name="Google Shape;2945;g3693f7da1e3_0_4425"/>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2946" name="Google Shape;2946;g3693f7da1e3_0_4425"/>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2947" name="Google Shape;2947;g3693f7da1e3_0_4425"/>
          <p:cNvCxnSpPr>
            <a:stCxn id="2941" idx="3"/>
            <a:endCxn id="2943"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2948" name="Google Shape;2948;g3693f7da1e3_0_4425"/>
          <p:cNvCxnSpPr>
            <a:stCxn id="2946" idx="1"/>
            <a:endCxn id="2944"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2949" name="Google Shape;2949;g3693f7da1e3_0_4425"/>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2950" name="Google Shape;2950;g3693f7da1e3_0_4425"/>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951" name="Google Shape;2951;g3693f7da1e3_0_4425"/>
          <p:cNvCxnSpPr>
            <a:stCxn id="2932" idx="1"/>
            <a:endCxn id="2950"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2952" name="Google Shape;2952;g3693f7da1e3_0_4425"/>
          <p:cNvCxnSpPr>
            <a:stCxn id="2950" idx="0"/>
            <a:endCxn id="2922"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2953" name="Google Shape;2953;g3693f7da1e3_0_4425"/>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2954" name="Google Shape;2954;g3693f7da1e3_0_4425"/>
          <p:cNvCxnSpPr>
            <a:stCxn id="2944" idx="1"/>
            <a:endCxn id="2953"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2955" name="Google Shape;2955;g3693f7da1e3_0_4425"/>
          <p:cNvCxnSpPr>
            <a:stCxn id="2953" idx="0"/>
            <a:endCxn id="2936"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2956" name="Google Shape;2956;g3693f7da1e3_0_4425"/>
          <p:cNvSpPr/>
          <p:nvPr/>
        </p:nvSpPr>
        <p:spPr>
          <a:xfrm>
            <a:off x="2757263" y="2975375"/>
            <a:ext cx="1088700" cy="68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957" name="Google Shape;2957;g3693f7da1e3_0_4425"/>
          <p:cNvSpPr/>
          <p:nvPr/>
        </p:nvSpPr>
        <p:spPr>
          <a:xfrm>
            <a:off x="7616850" y="2975375"/>
            <a:ext cx="1161300" cy="68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958" name="Google Shape;2958;g3693f7da1e3_0_4425"/>
          <p:cNvSpPr/>
          <p:nvPr/>
        </p:nvSpPr>
        <p:spPr>
          <a:xfrm>
            <a:off x="2437825" y="3721825"/>
            <a:ext cx="13086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2959" name="Google Shape;2959;g3693f7da1e3_0_4425"/>
          <p:cNvCxnSpPr>
            <a:stCxn id="2930" idx="3"/>
            <a:endCxn id="2958" idx="3"/>
          </p:cNvCxnSpPr>
          <p:nvPr/>
        </p:nvCxnSpPr>
        <p:spPr>
          <a:xfrm>
            <a:off x="3719950" y="3343949"/>
            <a:ext cx="26400" cy="521100"/>
          </a:xfrm>
          <a:prstGeom prst="bentConnector3">
            <a:avLst>
              <a:gd fmla="val 1002273" name="adj1"/>
            </a:avLst>
          </a:prstGeom>
          <a:noFill/>
          <a:ln cap="flat" cmpd="sng" w="9525">
            <a:solidFill>
              <a:schemeClr val="dk2"/>
            </a:solidFill>
            <a:prstDash val="solid"/>
            <a:round/>
            <a:headEnd len="med" w="med" type="none"/>
            <a:tailEnd len="med" w="med" type="triangle"/>
          </a:ln>
        </p:spPr>
      </p:cxnSp>
      <p:cxnSp>
        <p:nvCxnSpPr>
          <p:cNvPr id="2960" name="Google Shape;2960;g3693f7da1e3_0_4425"/>
          <p:cNvCxnSpPr>
            <a:endCxn id="2931" idx="0"/>
          </p:cNvCxnSpPr>
          <p:nvPr/>
        </p:nvCxnSpPr>
        <p:spPr>
          <a:xfrm flipH="1">
            <a:off x="3301625" y="4002624"/>
            <a:ext cx="8400" cy="190200"/>
          </a:xfrm>
          <a:prstGeom prst="straightConnector1">
            <a:avLst/>
          </a:prstGeom>
          <a:noFill/>
          <a:ln cap="flat" cmpd="sng" w="9525">
            <a:solidFill>
              <a:schemeClr val="dk2"/>
            </a:solidFill>
            <a:prstDash val="solid"/>
            <a:round/>
            <a:headEnd len="med" w="med" type="none"/>
            <a:tailEnd len="med" w="med" type="triangle"/>
          </a:ln>
        </p:spPr>
      </p:cxnSp>
      <p:cxnSp>
        <p:nvCxnSpPr>
          <p:cNvPr id="2961" name="Google Shape;2961;g3693f7da1e3_0_4425"/>
          <p:cNvCxnSpPr>
            <a:stCxn id="2943" idx="3"/>
            <a:endCxn id="2962" idx="3"/>
          </p:cNvCxnSpPr>
          <p:nvPr/>
        </p:nvCxnSpPr>
        <p:spPr>
          <a:xfrm>
            <a:off x="8675700" y="3343962"/>
            <a:ext cx="600" cy="4914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2963" name="Google Shape;2963;g3693f7da1e3_0_4425"/>
          <p:cNvCxnSpPr>
            <a:stCxn id="2964" idx="2"/>
            <a:endCxn id="2946" idx="0"/>
          </p:cNvCxnSpPr>
          <p:nvPr/>
        </p:nvCxnSpPr>
        <p:spPr>
          <a:xfrm>
            <a:off x="8224050" y="4008224"/>
            <a:ext cx="0" cy="119100"/>
          </a:xfrm>
          <a:prstGeom prst="straightConnector1">
            <a:avLst/>
          </a:prstGeom>
          <a:noFill/>
          <a:ln cap="flat" cmpd="sng" w="9525">
            <a:solidFill>
              <a:schemeClr val="dk2"/>
            </a:solidFill>
            <a:prstDash val="solid"/>
            <a:round/>
            <a:headEnd len="med" w="med" type="none"/>
            <a:tailEnd len="med" w="med" type="triangle"/>
          </a:ln>
        </p:spPr>
      </p:cxnSp>
      <p:sp>
        <p:nvSpPr>
          <p:cNvPr id="2962" name="Google Shape;2962;g3693f7da1e3_0_4425"/>
          <p:cNvSpPr/>
          <p:nvPr/>
        </p:nvSpPr>
        <p:spPr>
          <a:xfrm>
            <a:off x="7367100" y="3692100"/>
            <a:ext cx="13086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69" name="Shape 2969"/>
        <p:cNvGrpSpPr/>
        <p:nvPr/>
      </p:nvGrpSpPr>
      <p:grpSpPr>
        <a:xfrm>
          <a:off x="0" y="0"/>
          <a:ext cx="0" cy="0"/>
          <a:chOff x="0" y="0"/>
          <a:chExt cx="0" cy="0"/>
        </a:xfrm>
      </p:grpSpPr>
      <p:sp>
        <p:nvSpPr>
          <p:cNvPr id="2970" name="Google Shape;2970;g3693f7da1e3_0_4477"/>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971" name="Google Shape;2971;g3693f7da1e3_0_4477"/>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Packing in Handling units using packaging specification  </a:t>
            </a:r>
            <a:r>
              <a:rPr b="1" i="1" lang="en-US" sz="1200">
                <a:solidFill>
                  <a:schemeClr val="dk1"/>
                </a:solidFill>
                <a:latin typeface="Roboto"/>
                <a:ea typeface="Roboto"/>
                <a:cs typeface="Roboto"/>
                <a:sym typeface="Roboto"/>
              </a:rPr>
              <a:t>Automatic packing</a:t>
            </a:r>
            <a:endParaRPr b="1" i="1" sz="1200">
              <a:solidFill>
                <a:schemeClr val="dk1"/>
              </a:solidFill>
              <a:latin typeface="Roboto"/>
              <a:ea typeface="Roboto"/>
              <a:cs typeface="Roboto"/>
              <a:sym typeface="Roboto"/>
            </a:endParaRPr>
          </a:p>
        </p:txBody>
      </p:sp>
      <p:pic>
        <p:nvPicPr>
          <p:cNvPr id="2972" name="Google Shape;2972;g3693f7da1e3_0_4477"/>
          <p:cNvPicPr preferRelativeResize="0"/>
          <p:nvPr/>
        </p:nvPicPr>
        <p:blipFill rotWithShape="1">
          <a:blip r:embed="rId3">
            <a:alphaModFix/>
          </a:blip>
          <a:srcRect b="0" l="0" r="0" t="0"/>
          <a:stretch/>
        </p:blipFill>
        <p:spPr>
          <a:xfrm>
            <a:off x="2159859" y="2095698"/>
            <a:ext cx="4410372" cy="2781101"/>
          </a:xfrm>
          <a:prstGeom prst="rect">
            <a:avLst/>
          </a:prstGeom>
          <a:noFill/>
          <a:ln>
            <a:noFill/>
          </a:ln>
        </p:spPr>
      </p:pic>
      <p:sp>
        <p:nvSpPr>
          <p:cNvPr id="2973" name="Google Shape;2973;g3693f7da1e3_0_4477"/>
          <p:cNvSpPr txBox="1"/>
          <p:nvPr/>
        </p:nvSpPr>
        <p:spPr>
          <a:xfrm>
            <a:off x="418700" y="1127750"/>
            <a:ext cx="7951500" cy="7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US" sz="1200">
                <a:solidFill>
                  <a:schemeClr val="dk1"/>
                </a:solidFill>
                <a:latin typeface="Roboto Light"/>
                <a:ea typeface="Roboto Light"/>
                <a:cs typeface="Roboto Light"/>
                <a:sym typeface="Roboto Light"/>
              </a:rPr>
              <a:t>A packaging specification is </a:t>
            </a:r>
            <a:r>
              <a:rPr b="1" lang="en-US" sz="1200" u="sng">
                <a:solidFill>
                  <a:schemeClr val="dk1"/>
                </a:solidFill>
                <a:latin typeface="Roboto"/>
                <a:ea typeface="Roboto"/>
                <a:cs typeface="Roboto"/>
                <a:sym typeface="Roboto"/>
              </a:rPr>
              <a:t>master data</a:t>
            </a:r>
            <a:r>
              <a:rPr lang="en-US" sz="1200">
                <a:solidFill>
                  <a:schemeClr val="dk1"/>
                </a:solidFill>
                <a:latin typeface="Roboto Light"/>
                <a:ea typeface="Roboto Light"/>
                <a:cs typeface="Roboto Light"/>
                <a:sym typeface="Roboto Light"/>
              </a:rPr>
              <a:t>. The packaging specification defines all the necessary packing levels for a product in order, for example, to put away or transport the product. </a:t>
            </a:r>
            <a:endParaRPr>
              <a:solidFill>
                <a:schemeClr val="dk1"/>
              </a:solidFill>
            </a:endParaRPr>
          </a:p>
          <a:p>
            <a:pPr indent="0" lvl="0" marL="0" rtl="0" algn="l">
              <a:spcBef>
                <a:spcPts val="0"/>
              </a:spcBef>
              <a:spcAft>
                <a:spcPts val="0"/>
              </a:spcAft>
              <a:buClr>
                <a:schemeClr val="dk1"/>
              </a:buClr>
              <a:buFont typeface="Arial"/>
              <a:buNone/>
            </a:pPr>
            <a:r>
              <a:rPr lang="en-US" sz="1200">
                <a:solidFill>
                  <a:schemeClr val="dk1"/>
                </a:solidFill>
                <a:latin typeface="Roboto Light"/>
                <a:ea typeface="Roboto Light"/>
                <a:cs typeface="Roboto Light"/>
                <a:sym typeface="Roboto Light"/>
              </a:rPr>
              <a:t>For a product, a packaging specification mainly describes in which quantities you can pack the product into which packaging materials in which sequence</a:t>
            </a:r>
            <a:r>
              <a:rPr lang="en-US">
                <a:solidFill>
                  <a:srgbClr val="333333"/>
                </a:solidFill>
              </a:rPr>
              <a:t>.</a:t>
            </a:r>
            <a:endParaRPr sz="1200">
              <a:solidFill>
                <a:schemeClr val="dk1"/>
              </a:solidFill>
              <a:latin typeface="Roboto Light"/>
              <a:ea typeface="Roboto Light"/>
              <a:cs typeface="Roboto Light"/>
              <a:sym typeface="Roboto Light"/>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77" name="Shape 2977"/>
        <p:cNvGrpSpPr/>
        <p:nvPr/>
      </p:nvGrpSpPr>
      <p:grpSpPr>
        <a:xfrm>
          <a:off x="0" y="0"/>
          <a:ext cx="0" cy="0"/>
          <a:chOff x="0" y="0"/>
          <a:chExt cx="0" cy="0"/>
        </a:xfrm>
      </p:grpSpPr>
      <p:sp>
        <p:nvSpPr>
          <p:cNvPr id="2978" name="Google Shape;2978;g3693f7da1e3_0_4485"/>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2979" name="Google Shape;2979;g3693f7da1e3_0_4485"/>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980" name="Google Shape;2980;g3693f7da1e3_0_4485"/>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2981" name="Google Shape;2981;g3693f7da1e3_0_4485"/>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2982" name="Google Shape;2982;g3693f7da1e3_0_4485"/>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87" name="Shape 2987"/>
        <p:cNvGrpSpPr/>
        <p:nvPr/>
      </p:nvGrpSpPr>
      <p:grpSpPr>
        <a:xfrm>
          <a:off x="0" y="0"/>
          <a:ext cx="0" cy="0"/>
          <a:chOff x="0" y="0"/>
          <a:chExt cx="0" cy="0"/>
        </a:xfrm>
      </p:grpSpPr>
      <p:sp>
        <p:nvSpPr>
          <p:cNvPr id="2988" name="Google Shape;2988;g3693f7da1e3_0_4493"/>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2989" name="Google Shape;2989;g3693f7da1e3_0_4493"/>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2990" name="Google Shape;2990;g3693f7da1e3_0_4493"/>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2991" name="Google Shape;2991;g3693f7da1e3_0_4493"/>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2992" name="Google Shape;2992;g3693f7da1e3_0_4493"/>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2993" name="Google Shape;2993;g3693f7da1e3_0_4493"/>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2994" name="Google Shape;2994;g3693f7da1e3_0_4493"/>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2995" name="Google Shape;2995;g3693f7da1e3_0_4493"/>
          <p:cNvCxnSpPr>
            <a:stCxn id="2994" idx="1"/>
            <a:endCxn id="2993"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2996" name="Google Shape;2996;g3693f7da1e3_0_4493"/>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2997" name="Google Shape;2997;g3693f7da1e3_0_4493"/>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2998" name="Google Shape;2998;g3693f7da1e3_0_4493"/>
          <p:cNvCxnSpPr>
            <a:stCxn id="2993" idx="2"/>
            <a:endCxn id="2997"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2999" name="Google Shape;2999;g3693f7da1e3_0_4493"/>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3000" name="Google Shape;3000;g3693f7da1e3_0_4493"/>
          <p:cNvCxnSpPr>
            <a:stCxn id="2997" idx="2"/>
            <a:endCxn id="2999"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3001" name="Google Shape;3001;g3693f7da1e3_0_4493"/>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3002" name="Google Shape;3002;g3693f7da1e3_0_4493"/>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3003" name="Google Shape;3003;g3693f7da1e3_0_4493"/>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3004" name="Google Shape;3004;g3693f7da1e3_0_4493"/>
          <p:cNvSpPr txBox="1"/>
          <p:nvPr/>
        </p:nvSpPr>
        <p:spPr>
          <a:xfrm rot="-5400000">
            <a:off x="-437075" y="2543763"/>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3005" name="Google Shape;3005;g3693f7da1e3_0_4493"/>
          <p:cNvCxnSpPr>
            <a:stCxn id="2999" idx="3"/>
            <a:endCxn id="3001"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3006" name="Google Shape;3006;g3693f7da1e3_0_4493"/>
          <p:cNvCxnSpPr>
            <a:stCxn id="3002" idx="1"/>
            <a:endCxn id="3003"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3007" name="Google Shape;3007;g3693f7da1e3_0_4493"/>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3008" name="Google Shape;3008;g3693f7da1e3_0_4493"/>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3009" name="Google Shape;3009;g3693f7da1e3_0_4493"/>
          <p:cNvCxnSpPr>
            <a:stCxn id="3007" idx="3"/>
            <a:endCxn id="3008"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3010" name="Google Shape;3010;g3693f7da1e3_0_4493"/>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3011" name="Google Shape;3011;g3693f7da1e3_0_4493"/>
          <p:cNvCxnSpPr>
            <a:stCxn id="3008" idx="2"/>
            <a:endCxn id="3010"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3012" name="Google Shape;3012;g3693f7da1e3_0_4493"/>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3013" name="Google Shape;3013;g3693f7da1e3_0_4493"/>
          <p:cNvCxnSpPr>
            <a:stCxn id="3010" idx="2"/>
            <a:endCxn id="3012"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3014" name="Google Shape;3014;g3693f7da1e3_0_4493"/>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3015" name="Google Shape;3015;g3693f7da1e3_0_4493"/>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3016" name="Google Shape;3016;g3693f7da1e3_0_4493"/>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3017" name="Google Shape;3017;g3693f7da1e3_0_4493"/>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3018" name="Google Shape;3018;g3693f7da1e3_0_4493"/>
          <p:cNvCxnSpPr>
            <a:stCxn id="3012" idx="3"/>
            <a:endCxn id="3014"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3019" name="Google Shape;3019;g3693f7da1e3_0_4493"/>
          <p:cNvCxnSpPr>
            <a:stCxn id="3017" idx="1"/>
            <a:endCxn id="3015"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3020" name="Google Shape;3020;g3693f7da1e3_0_4493"/>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3021" name="Google Shape;3021;g3693f7da1e3_0_4493"/>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3022" name="Google Shape;3022;g3693f7da1e3_0_4493"/>
          <p:cNvCxnSpPr>
            <a:stCxn id="3003" idx="1"/>
            <a:endCxn id="3021"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3023" name="Google Shape;3023;g3693f7da1e3_0_4493"/>
          <p:cNvCxnSpPr>
            <a:stCxn id="3021" idx="0"/>
            <a:endCxn id="2993"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3024" name="Google Shape;3024;g3693f7da1e3_0_4493"/>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3025" name="Google Shape;3025;g3693f7da1e3_0_4493"/>
          <p:cNvCxnSpPr>
            <a:stCxn id="3015" idx="1"/>
            <a:endCxn id="3024"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3026" name="Google Shape;3026;g3693f7da1e3_0_4493"/>
          <p:cNvCxnSpPr>
            <a:stCxn id="3024" idx="0"/>
            <a:endCxn id="3007"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3027" name="Google Shape;3027;g3693f7da1e3_0_4493"/>
          <p:cNvSpPr/>
          <p:nvPr/>
        </p:nvSpPr>
        <p:spPr>
          <a:xfrm>
            <a:off x="2332300" y="3672750"/>
            <a:ext cx="1513800" cy="410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028" name="Google Shape;3028;g3693f7da1e3_0_4493"/>
          <p:cNvSpPr/>
          <p:nvPr/>
        </p:nvSpPr>
        <p:spPr>
          <a:xfrm>
            <a:off x="7353600" y="3646725"/>
            <a:ext cx="1451100" cy="410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029" name="Google Shape;3029;g3693f7da1e3_0_4493"/>
          <p:cNvSpPr/>
          <p:nvPr/>
        </p:nvSpPr>
        <p:spPr>
          <a:xfrm>
            <a:off x="2382275" y="3721825"/>
            <a:ext cx="13641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
        <p:nvSpPr>
          <p:cNvPr id="3030" name="Google Shape;3030;g3693f7da1e3_0_4493"/>
          <p:cNvSpPr/>
          <p:nvPr/>
        </p:nvSpPr>
        <p:spPr>
          <a:xfrm>
            <a:off x="7420250" y="3721825"/>
            <a:ext cx="12555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3031" name="Google Shape;3031;g3693f7da1e3_0_4493"/>
          <p:cNvCxnSpPr>
            <a:stCxn id="3001" idx="3"/>
            <a:endCxn id="3029"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3032" name="Google Shape;3032;g3693f7da1e3_0_4493"/>
          <p:cNvCxnSpPr>
            <a:endCxn id="3002" idx="0"/>
          </p:cNvCxnSpPr>
          <p:nvPr/>
        </p:nvCxnSpPr>
        <p:spPr>
          <a:xfrm>
            <a:off x="3298625" y="4008024"/>
            <a:ext cx="3000" cy="184800"/>
          </a:xfrm>
          <a:prstGeom prst="straightConnector1">
            <a:avLst/>
          </a:prstGeom>
          <a:noFill/>
          <a:ln cap="flat" cmpd="sng" w="9525">
            <a:solidFill>
              <a:schemeClr val="dk2"/>
            </a:solidFill>
            <a:prstDash val="solid"/>
            <a:round/>
            <a:headEnd len="med" w="med" type="none"/>
            <a:tailEnd len="med" w="med" type="triangle"/>
          </a:ln>
        </p:spPr>
      </p:cxnSp>
      <p:cxnSp>
        <p:nvCxnSpPr>
          <p:cNvPr id="3033" name="Google Shape;3033;g3693f7da1e3_0_4493"/>
          <p:cNvCxnSpPr>
            <a:stCxn id="3014" idx="3"/>
            <a:endCxn id="3030" idx="3"/>
          </p:cNvCxnSpPr>
          <p:nvPr/>
        </p:nvCxnSpPr>
        <p:spPr>
          <a:xfrm>
            <a:off x="8675700" y="3343962"/>
            <a:ext cx="600" cy="521100"/>
          </a:xfrm>
          <a:prstGeom prst="bentConnector3">
            <a:avLst>
              <a:gd fmla="val 39695833" name="adj1"/>
            </a:avLst>
          </a:prstGeom>
          <a:noFill/>
          <a:ln cap="flat" cmpd="sng" w="9525">
            <a:solidFill>
              <a:schemeClr val="dk2"/>
            </a:solidFill>
            <a:prstDash val="solid"/>
            <a:round/>
            <a:headEnd len="med" w="med" type="none"/>
            <a:tailEnd len="med" w="med" type="triangle"/>
          </a:ln>
        </p:spPr>
      </p:cxnSp>
      <p:cxnSp>
        <p:nvCxnSpPr>
          <p:cNvPr id="3034" name="Google Shape;3034;g3693f7da1e3_0_4493"/>
          <p:cNvCxnSpPr>
            <a:endCxn id="3017" idx="0"/>
          </p:cNvCxnSpPr>
          <p:nvPr/>
        </p:nvCxnSpPr>
        <p:spPr>
          <a:xfrm>
            <a:off x="8214750" y="4008224"/>
            <a:ext cx="9300" cy="119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39" name="Shape 3039"/>
        <p:cNvGrpSpPr/>
        <p:nvPr/>
      </p:nvGrpSpPr>
      <p:grpSpPr>
        <a:xfrm>
          <a:off x="0" y="0"/>
          <a:ext cx="0" cy="0"/>
          <a:chOff x="0" y="0"/>
          <a:chExt cx="0" cy="0"/>
        </a:xfrm>
      </p:grpSpPr>
      <p:sp>
        <p:nvSpPr>
          <p:cNvPr id="3040" name="Google Shape;3040;g3693f7da1e3_0_4544"/>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041" name="Google Shape;3041;g3693f7da1e3_0_4544"/>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Records exception &amp; post goods receipt</a:t>
            </a:r>
            <a:endParaRPr sz="1200">
              <a:solidFill>
                <a:schemeClr val="dk1"/>
              </a:solidFill>
              <a:latin typeface="Roboto Light"/>
              <a:ea typeface="Roboto Light"/>
              <a:cs typeface="Roboto Light"/>
              <a:sym typeface="Roboto Light"/>
            </a:endParaRPr>
          </a:p>
        </p:txBody>
      </p:sp>
      <p:sp>
        <p:nvSpPr>
          <p:cNvPr id="3042" name="Google Shape;3042;g3693f7da1e3_0_4544"/>
          <p:cNvSpPr/>
          <p:nvPr/>
        </p:nvSpPr>
        <p:spPr>
          <a:xfrm>
            <a:off x="911263" y="2691325"/>
            <a:ext cx="11859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If required, Physical receipt and records exceptions</a:t>
            </a:r>
            <a:endParaRPr sz="800">
              <a:solidFill>
                <a:srgbClr val="FFFFFF"/>
              </a:solidFill>
              <a:latin typeface="Roboto Light"/>
              <a:ea typeface="Roboto Light"/>
              <a:cs typeface="Roboto Light"/>
              <a:sym typeface="Roboto Light"/>
            </a:endParaRPr>
          </a:p>
        </p:txBody>
      </p:sp>
      <p:sp>
        <p:nvSpPr>
          <p:cNvPr id="3043" name="Google Shape;3043;g3693f7da1e3_0_4544"/>
          <p:cNvSpPr/>
          <p:nvPr/>
        </p:nvSpPr>
        <p:spPr>
          <a:xfrm>
            <a:off x="2548088" y="2659225"/>
            <a:ext cx="1024800" cy="693300"/>
          </a:xfrm>
          <a:prstGeom prst="diamond">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Damaged/Missing?</a:t>
            </a:r>
            <a:endParaRPr sz="600">
              <a:latin typeface="Roboto Light"/>
              <a:ea typeface="Roboto Light"/>
              <a:cs typeface="Roboto Light"/>
              <a:sym typeface="Roboto Light"/>
            </a:endParaRPr>
          </a:p>
        </p:txBody>
      </p:sp>
      <p:sp>
        <p:nvSpPr>
          <p:cNvPr id="3044" name="Google Shape;3044;g3693f7da1e3_0_4544"/>
          <p:cNvSpPr/>
          <p:nvPr/>
        </p:nvSpPr>
        <p:spPr>
          <a:xfrm>
            <a:off x="4895663" y="139627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Update Inbound delivery quantity</a:t>
            </a:r>
            <a:endParaRPr sz="800">
              <a:solidFill>
                <a:srgbClr val="FFFFFF"/>
              </a:solidFill>
              <a:latin typeface="Roboto Light"/>
              <a:ea typeface="Roboto Light"/>
              <a:cs typeface="Roboto Light"/>
              <a:sym typeface="Roboto Light"/>
            </a:endParaRPr>
          </a:p>
        </p:txBody>
      </p:sp>
      <p:sp>
        <p:nvSpPr>
          <p:cNvPr id="3045" name="Google Shape;3045;g3693f7da1e3_0_4544"/>
          <p:cNvSpPr/>
          <p:nvPr/>
        </p:nvSpPr>
        <p:spPr>
          <a:xfrm>
            <a:off x="6267488" y="140377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Notify production facility of the discrepancy</a:t>
            </a:r>
            <a:endParaRPr>
              <a:latin typeface="Roboto Light"/>
              <a:ea typeface="Roboto Light"/>
              <a:cs typeface="Roboto Light"/>
              <a:sym typeface="Roboto Light"/>
            </a:endParaRPr>
          </a:p>
        </p:txBody>
      </p:sp>
      <p:sp>
        <p:nvSpPr>
          <p:cNvPr id="3046" name="Google Shape;3046;g3693f7da1e3_0_4544"/>
          <p:cNvSpPr/>
          <p:nvPr/>
        </p:nvSpPr>
        <p:spPr>
          <a:xfrm>
            <a:off x="3641113" y="3922150"/>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Receive goods</a:t>
            </a:r>
            <a:endParaRPr sz="800">
              <a:solidFill>
                <a:srgbClr val="FFFFFF"/>
              </a:solidFill>
              <a:latin typeface="Roboto Light"/>
              <a:ea typeface="Roboto Light"/>
              <a:cs typeface="Roboto Light"/>
              <a:sym typeface="Roboto Light"/>
            </a:endParaRPr>
          </a:p>
        </p:txBody>
      </p:sp>
      <p:sp>
        <p:nvSpPr>
          <p:cNvPr id="3047" name="Google Shape;3047;g3693f7da1e3_0_4544"/>
          <p:cNvSpPr/>
          <p:nvPr/>
        </p:nvSpPr>
        <p:spPr>
          <a:xfrm>
            <a:off x="7609098" y="1105325"/>
            <a:ext cx="623700" cy="3405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EDI/Manual</a:t>
            </a:r>
            <a:endParaRPr sz="600">
              <a:solidFill>
                <a:schemeClr val="lt2"/>
              </a:solidFill>
              <a:latin typeface="Roboto Light"/>
              <a:ea typeface="Roboto Light"/>
              <a:cs typeface="Roboto Light"/>
              <a:sym typeface="Roboto Light"/>
            </a:endParaRPr>
          </a:p>
        </p:txBody>
      </p:sp>
      <p:sp>
        <p:nvSpPr>
          <p:cNvPr id="3048" name="Google Shape;3048;g3693f7da1e3_0_4544"/>
          <p:cNvSpPr/>
          <p:nvPr/>
        </p:nvSpPr>
        <p:spPr>
          <a:xfrm>
            <a:off x="6267488" y="269132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Verify or correct packing list</a:t>
            </a:r>
            <a:endParaRPr sz="800">
              <a:solidFill>
                <a:srgbClr val="FFFFFF"/>
              </a:solidFill>
              <a:latin typeface="Roboto Light"/>
              <a:ea typeface="Roboto Light"/>
              <a:cs typeface="Roboto Light"/>
              <a:sym typeface="Roboto Light"/>
            </a:endParaRPr>
          </a:p>
        </p:txBody>
      </p:sp>
      <p:cxnSp>
        <p:nvCxnSpPr>
          <p:cNvPr id="3049" name="Google Shape;3049;g3693f7da1e3_0_4544"/>
          <p:cNvCxnSpPr>
            <a:stCxn id="3042" idx="3"/>
            <a:endCxn id="3043" idx="1"/>
          </p:cNvCxnSpPr>
          <p:nvPr/>
        </p:nvCxnSpPr>
        <p:spPr>
          <a:xfrm>
            <a:off x="2097163" y="3005875"/>
            <a:ext cx="450900" cy="0"/>
          </a:xfrm>
          <a:prstGeom prst="straightConnector1">
            <a:avLst/>
          </a:prstGeom>
          <a:noFill/>
          <a:ln cap="flat" cmpd="sng" w="9525">
            <a:solidFill>
              <a:srgbClr val="000000"/>
            </a:solidFill>
            <a:prstDash val="solid"/>
            <a:round/>
            <a:headEnd len="med" w="med" type="none"/>
            <a:tailEnd len="med" w="med" type="triangle"/>
          </a:ln>
        </p:spPr>
      </p:cxnSp>
      <p:cxnSp>
        <p:nvCxnSpPr>
          <p:cNvPr id="3050" name="Google Shape;3050;g3693f7da1e3_0_4544"/>
          <p:cNvCxnSpPr>
            <a:stCxn id="3043" idx="0"/>
            <a:endCxn id="3044" idx="1"/>
          </p:cNvCxnSpPr>
          <p:nvPr/>
        </p:nvCxnSpPr>
        <p:spPr>
          <a:xfrm rot="-5400000">
            <a:off x="3503888" y="1267525"/>
            <a:ext cx="948300" cy="1835100"/>
          </a:xfrm>
          <a:prstGeom prst="bentConnector2">
            <a:avLst/>
          </a:prstGeom>
          <a:noFill/>
          <a:ln cap="flat" cmpd="sng" w="9525">
            <a:solidFill>
              <a:srgbClr val="000000"/>
            </a:solidFill>
            <a:prstDash val="solid"/>
            <a:round/>
            <a:headEnd len="med" w="med" type="none"/>
            <a:tailEnd len="med" w="med" type="triangle"/>
          </a:ln>
        </p:spPr>
      </p:cxnSp>
      <p:cxnSp>
        <p:nvCxnSpPr>
          <p:cNvPr id="3051" name="Google Shape;3051;g3693f7da1e3_0_4544"/>
          <p:cNvCxnSpPr>
            <a:stCxn id="3043" idx="3"/>
            <a:endCxn id="3046" idx="0"/>
          </p:cNvCxnSpPr>
          <p:nvPr/>
        </p:nvCxnSpPr>
        <p:spPr>
          <a:xfrm>
            <a:off x="3572888" y="3005875"/>
            <a:ext cx="548100" cy="916200"/>
          </a:xfrm>
          <a:prstGeom prst="bentConnector2">
            <a:avLst/>
          </a:prstGeom>
          <a:noFill/>
          <a:ln cap="flat" cmpd="sng" w="9525">
            <a:solidFill>
              <a:srgbClr val="000000"/>
            </a:solidFill>
            <a:prstDash val="solid"/>
            <a:round/>
            <a:headEnd len="med" w="med" type="none"/>
            <a:tailEnd len="med" w="med" type="triangle"/>
          </a:ln>
        </p:spPr>
      </p:cxnSp>
      <p:cxnSp>
        <p:nvCxnSpPr>
          <p:cNvPr id="3052" name="Google Shape;3052;g3693f7da1e3_0_4544"/>
          <p:cNvCxnSpPr>
            <a:stCxn id="3044" idx="3"/>
            <a:endCxn id="3045" idx="1"/>
          </p:cNvCxnSpPr>
          <p:nvPr/>
        </p:nvCxnSpPr>
        <p:spPr>
          <a:xfrm>
            <a:off x="5855663" y="1710825"/>
            <a:ext cx="411900" cy="7500"/>
          </a:xfrm>
          <a:prstGeom prst="straightConnector1">
            <a:avLst/>
          </a:prstGeom>
          <a:noFill/>
          <a:ln cap="flat" cmpd="sng" w="9525">
            <a:solidFill>
              <a:srgbClr val="000000"/>
            </a:solidFill>
            <a:prstDash val="solid"/>
            <a:round/>
            <a:headEnd len="med" w="med" type="none"/>
            <a:tailEnd len="med" w="med" type="triangle"/>
          </a:ln>
        </p:spPr>
      </p:cxnSp>
      <p:cxnSp>
        <p:nvCxnSpPr>
          <p:cNvPr id="3053" name="Google Shape;3053;g3693f7da1e3_0_4544"/>
          <p:cNvCxnSpPr>
            <a:stCxn id="3045" idx="0"/>
            <a:endCxn id="3047" idx="1"/>
          </p:cNvCxnSpPr>
          <p:nvPr/>
        </p:nvCxnSpPr>
        <p:spPr>
          <a:xfrm rot="-5400000">
            <a:off x="7114238" y="908925"/>
            <a:ext cx="128100" cy="861600"/>
          </a:xfrm>
          <a:prstGeom prst="bentConnector2">
            <a:avLst/>
          </a:prstGeom>
          <a:noFill/>
          <a:ln cap="flat" cmpd="sng" w="9525">
            <a:solidFill>
              <a:srgbClr val="000000"/>
            </a:solidFill>
            <a:prstDash val="dash"/>
            <a:round/>
            <a:headEnd len="med" w="med" type="none"/>
            <a:tailEnd len="med" w="med" type="triangle"/>
          </a:ln>
        </p:spPr>
      </p:cxnSp>
      <p:cxnSp>
        <p:nvCxnSpPr>
          <p:cNvPr id="3054" name="Google Shape;3054;g3693f7da1e3_0_4544"/>
          <p:cNvCxnSpPr>
            <a:stCxn id="3045" idx="2"/>
            <a:endCxn id="3048" idx="0"/>
          </p:cNvCxnSpPr>
          <p:nvPr/>
        </p:nvCxnSpPr>
        <p:spPr>
          <a:xfrm>
            <a:off x="6747488" y="2032875"/>
            <a:ext cx="0" cy="658500"/>
          </a:xfrm>
          <a:prstGeom prst="straightConnector1">
            <a:avLst/>
          </a:prstGeom>
          <a:noFill/>
          <a:ln cap="flat" cmpd="sng" w="9525">
            <a:solidFill>
              <a:srgbClr val="000000"/>
            </a:solidFill>
            <a:prstDash val="solid"/>
            <a:round/>
            <a:headEnd len="med" w="med" type="none"/>
            <a:tailEnd len="med" w="med" type="triangle"/>
          </a:ln>
        </p:spPr>
      </p:cxnSp>
      <p:cxnSp>
        <p:nvCxnSpPr>
          <p:cNvPr id="3055" name="Google Shape;3055;g3693f7da1e3_0_4544"/>
          <p:cNvCxnSpPr>
            <a:stCxn id="3048" idx="1"/>
            <a:endCxn id="3046" idx="3"/>
          </p:cNvCxnSpPr>
          <p:nvPr/>
        </p:nvCxnSpPr>
        <p:spPr>
          <a:xfrm flipH="1">
            <a:off x="4600988" y="3005875"/>
            <a:ext cx="1666500" cy="1230900"/>
          </a:xfrm>
          <a:prstGeom prst="bentConnector3">
            <a:avLst>
              <a:gd fmla="val 49996" name="adj1"/>
            </a:avLst>
          </a:prstGeom>
          <a:noFill/>
          <a:ln cap="flat" cmpd="sng" w="9525">
            <a:solidFill>
              <a:srgbClr val="000000"/>
            </a:solidFill>
            <a:prstDash val="solid"/>
            <a:round/>
            <a:headEnd len="med" w="med" type="none"/>
            <a:tailEnd len="med" w="med" type="triangle"/>
          </a:ln>
        </p:spPr>
      </p:cxnSp>
      <p:sp>
        <p:nvSpPr>
          <p:cNvPr id="3056" name="Google Shape;3056;g3693f7da1e3_0_4544"/>
          <p:cNvSpPr txBox="1"/>
          <p:nvPr/>
        </p:nvSpPr>
        <p:spPr>
          <a:xfrm>
            <a:off x="2777588" y="2104525"/>
            <a:ext cx="3777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Yes</a:t>
            </a:r>
            <a:endParaRPr sz="600">
              <a:solidFill>
                <a:srgbClr val="000000"/>
              </a:solidFill>
              <a:latin typeface="Roboto Light"/>
              <a:ea typeface="Roboto Light"/>
              <a:cs typeface="Roboto Light"/>
              <a:sym typeface="Roboto Light"/>
            </a:endParaRPr>
          </a:p>
        </p:txBody>
      </p:sp>
      <p:sp>
        <p:nvSpPr>
          <p:cNvPr id="3057" name="Google Shape;3057;g3693f7da1e3_0_4544"/>
          <p:cNvSpPr txBox="1"/>
          <p:nvPr/>
        </p:nvSpPr>
        <p:spPr>
          <a:xfrm>
            <a:off x="3744088" y="2802825"/>
            <a:ext cx="3777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No</a:t>
            </a:r>
            <a:endParaRPr sz="600">
              <a:solidFill>
                <a:srgbClr val="000000"/>
              </a:solidFill>
              <a:latin typeface="Roboto Light"/>
              <a:ea typeface="Roboto Light"/>
              <a:cs typeface="Roboto Light"/>
              <a:sym typeface="Roboto Light"/>
            </a:endParaRPr>
          </a:p>
        </p:txBody>
      </p:sp>
      <p:sp>
        <p:nvSpPr>
          <p:cNvPr id="3058" name="Google Shape;3058;g3693f7da1e3_0_4544"/>
          <p:cNvSpPr/>
          <p:nvPr/>
        </p:nvSpPr>
        <p:spPr>
          <a:xfrm>
            <a:off x="1593522" y="3671250"/>
            <a:ext cx="900300" cy="518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a:t>
            </a:r>
            <a:r>
              <a:rPr lang="en-US" sz="800">
                <a:latin typeface="Roboto Light"/>
                <a:ea typeface="Roboto Light"/>
                <a:cs typeface="Roboto Light"/>
                <a:sym typeface="Roboto Light"/>
              </a:rPr>
              <a:t> </a:t>
            </a:r>
            <a:r>
              <a:rPr lang="en-US" sz="800">
                <a:solidFill>
                  <a:srgbClr val="FFFFFF"/>
                </a:solidFill>
                <a:latin typeface="Roboto Light"/>
                <a:ea typeface="Roboto Light"/>
                <a:cs typeface="Roboto Light"/>
                <a:sym typeface="Roboto Light"/>
              </a:rPr>
              <a:t>quality requirements</a:t>
            </a:r>
            <a:endParaRPr>
              <a:latin typeface="Roboto Light"/>
              <a:ea typeface="Roboto Light"/>
              <a:cs typeface="Roboto Light"/>
              <a:sym typeface="Roboto Light"/>
            </a:endParaRPr>
          </a:p>
        </p:txBody>
      </p:sp>
      <p:sp>
        <p:nvSpPr>
          <p:cNvPr id="3059" name="Google Shape;3059;g3693f7da1e3_0_4544"/>
          <p:cNvSpPr/>
          <p:nvPr/>
        </p:nvSpPr>
        <p:spPr>
          <a:xfrm>
            <a:off x="1593522" y="4318000"/>
            <a:ext cx="900300" cy="518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 Putaway requirements</a:t>
            </a:r>
            <a:endParaRPr sz="800">
              <a:solidFill>
                <a:srgbClr val="FFFFFF"/>
              </a:solidFill>
              <a:latin typeface="Roboto Light"/>
              <a:ea typeface="Roboto Light"/>
              <a:cs typeface="Roboto Light"/>
              <a:sym typeface="Roboto Light"/>
            </a:endParaRPr>
          </a:p>
        </p:txBody>
      </p:sp>
      <p:cxnSp>
        <p:nvCxnSpPr>
          <p:cNvPr id="3060" name="Google Shape;3060;g3693f7da1e3_0_4544"/>
          <p:cNvCxnSpPr>
            <a:stCxn id="3046" idx="1"/>
            <a:endCxn id="3058" idx="3"/>
          </p:cNvCxnSpPr>
          <p:nvPr/>
        </p:nvCxnSpPr>
        <p:spPr>
          <a:xfrm rot="10800000">
            <a:off x="2493913" y="3930400"/>
            <a:ext cx="1147200" cy="306300"/>
          </a:xfrm>
          <a:prstGeom prst="bentConnector3">
            <a:avLst>
              <a:gd fmla="val 50004" name="adj1"/>
            </a:avLst>
          </a:prstGeom>
          <a:noFill/>
          <a:ln cap="flat" cmpd="sng" w="9525">
            <a:solidFill>
              <a:schemeClr val="dk2"/>
            </a:solidFill>
            <a:prstDash val="solid"/>
            <a:round/>
            <a:headEnd len="med" w="med" type="none"/>
            <a:tailEnd len="med" w="med" type="triangle"/>
          </a:ln>
        </p:spPr>
      </p:cxnSp>
      <p:cxnSp>
        <p:nvCxnSpPr>
          <p:cNvPr id="3061" name="Google Shape;3061;g3693f7da1e3_0_4544"/>
          <p:cNvCxnSpPr>
            <a:stCxn id="3046" idx="1"/>
            <a:endCxn id="3059" idx="3"/>
          </p:cNvCxnSpPr>
          <p:nvPr/>
        </p:nvCxnSpPr>
        <p:spPr>
          <a:xfrm flipH="1">
            <a:off x="2493913" y="4236700"/>
            <a:ext cx="1147200" cy="340500"/>
          </a:xfrm>
          <a:prstGeom prst="bentConnector3">
            <a:avLst>
              <a:gd fmla="val 50004" name="adj1"/>
            </a:avLst>
          </a:prstGeom>
          <a:noFill/>
          <a:ln cap="flat" cmpd="sng" w="9525">
            <a:solidFill>
              <a:schemeClr val="dk2"/>
            </a:solidFill>
            <a:prstDash val="solid"/>
            <a:round/>
            <a:headEnd len="med" w="med" type="none"/>
            <a:tailEnd len="med" w="med" type="triangle"/>
          </a:ln>
        </p:spPr>
      </p:cxnSp>
      <p:sp>
        <p:nvSpPr>
          <p:cNvPr id="3062" name="Google Shape;3062;g3693f7da1e3_0_4544"/>
          <p:cNvSpPr/>
          <p:nvPr/>
        </p:nvSpPr>
        <p:spPr>
          <a:xfrm>
            <a:off x="7775722" y="4013700"/>
            <a:ext cx="715200" cy="430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Process order update</a:t>
            </a:r>
            <a:endParaRPr sz="600">
              <a:solidFill>
                <a:schemeClr val="lt2"/>
              </a:solidFill>
              <a:latin typeface="Roboto Light"/>
              <a:ea typeface="Roboto Light"/>
              <a:cs typeface="Roboto Light"/>
              <a:sym typeface="Roboto Light"/>
            </a:endParaRPr>
          </a:p>
        </p:txBody>
      </p:sp>
      <p:cxnSp>
        <p:nvCxnSpPr>
          <p:cNvPr id="3063" name="Google Shape;3063;g3693f7da1e3_0_4544"/>
          <p:cNvCxnSpPr>
            <a:stCxn id="3046" idx="2"/>
            <a:endCxn id="3062" idx="1"/>
          </p:cNvCxnSpPr>
          <p:nvPr/>
        </p:nvCxnSpPr>
        <p:spPr>
          <a:xfrm rot="-5400000">
            <a:off x="5787163" y="2562700"/>
            <a:ext cx="322500" cy="3654600"/>
          </a:xfrm>
          <a:prstGeom prst="bentConnector4">
            <a:avLst>
              <a:gd fmla="val -73837" name="adj1"/>
              <a:gd fmla="val 56567" name="adj2"/>
            </a:avLst>
          </a:prstGeom>
          <a:noFill/>
          <a:ln cap="flat" cmpd="sng" w="9525">
            <a:solidFill>
              <a:schemeClr val="dk2"/>
            </a:solidFill>
            <a:prstDash val="dash"/>
            <a:round/>
            <a:headEnd len="med" w="med" type="none"/>
            <a:tailEnd len="med" w="med" type="triangle"/>
          </a:ln>
        </p:spPr>
      </p:cxnSp>
      <p:sp>
        <p:nvSpPr>
          <p:cNvPr id="3064" name="Google Shape;3064;g3693f7da1e3_0_4544"/>
          <p:cNvSpPr txBox="1"/>
          <p:nvPr/>
        </p:nvSpPr>
        <p:spPr>
          <a:xfrm>
            <a:off x="4601125" y="4789375"/>
            <a:ext cx="1466400" cy="2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movement(101) update</a:t>
            </a:r>
            <a:endParaRPr sz="600">
              <a:solidFill>
                <a:schemeClr val="dk1"/>
              </a:solidFill>
              <a:latin typeface="Roboto Light"/>
              <a:ea typeface="Roboto Light"/>
              <a:cs typeface="Roboto Light"/>
              <a:sym typeface="Roboto Light"/>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69" name="Shape 3069"/>
        <p:cNvGrpSpPr/>
        <p:nvPr/>
      </p:nvGrpSpPr>
      <p:grpSpPr>
        <a:xfrm>
          <a:off x="0" y="0"/>
          <a:ext cx="0" cy="0"/>
          <a:chOff x="0" y="0"/>
          <a:chExt cx="0" cy="0"/>
        </a:xfrm>
      </p:grpSpPr>
      <p:sp>
        <p:nvSpPr>
          <p:cNvPr id="3070" name="Google Shape;3070;g3693f7da1e3_0_4573"/>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071" name="Google Shape;3071;g3693f7da1e3_0_4573"/>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Records exception &amp; post goods receipt</a:t>
            </a:r>
            <a:endParaRPr sz="1200">
              <a:solidFill>
                <a:schemeClr val="dk1"/>
              </a:solidFill>
              <a:latin typeface="Roboto Light"/>
              <a:ea typeface="Roboto Light"/>
              <a:cs typeface="Roboto Light"/>
              <a:sym typeface="Roboto Light"/>
            </a:endParaRPr>
          </a:p>
        </p:txBody>
      </p:sp>
      <p:sp>
        <p:nvSpPr>
          <p:cNvPr id="3072" name="Google Shape;3072;g3693f7da1e3_0_4573"/>
          <p:cNvSpPr/>
          <p:nvPr/>
        </p:nvSpPr>
        <p:spPr>
          <a:xfrm>
            <a:off x="911263" y="2691325"/>
            <a:ext cx="11859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If required, Physical receipt and records exceptions</a:t>
            </a:r>
            <a:endParaRPr sz="800">
              <a:solidFill>
                <a:srgbClr val="FFFFFF"/>
              </a:solidFill>
              <a:latin typeface="Roboto Light"/>
              <a:ea typeface="Roboto Light"/>
              <a:cs typeface="Roboto Light"/>
              <a:sym typeface="Roboto Light"/>
            </a:endParaRPr>
          </a:p>
        </p:txBody>
      </p:sp>
      <p:sp>
        <p:nvSpPr>
          <p:cNvPr id="3073" name="Google Shape;3073;g3693f7da1e3_0_4573"/>
          <p:cNvSpPr/>
          <p:nvPr/>
        </p:nvSpPr>
        <p:spPr>
          <a:xfrm>
            <a:off x="2548088" y="2659225"/>
            <a:ext cx="1024800" cy="693300"/>
          </a:xfrm>
          <a:prstGeom prst="diamond">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Damaged/Missing?</a:t>
            </a:r>
            <a:endParaRPr sz="600">
              <a:latin typeface="Roboto Light"/>
              <a:ea typeface="Roboto Light"/>
              <a:cs typeface="Roboto Light"/>
              <a:sym typeface="Roboto Light"/>
            </a:endParaRPr>
          </a:p>
        </p:txBody>
      </p:sp>
      <p:sp>
        <p:nvSpPr>
          <p:cNvPr id="3074" name="Google Shape;3074;g3693f7da1e3_0_4573"/>
          <p:cNvSpPr/>
          <p:nvPr/>
        </p:nvSpPr>
        <p:spPr>
          <a:xfrm>
            <a:off x="4895663" y="139627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Update Inbound delivery quantity</a:t>
            </a:r>
            <a:endParaRPr sz="800">
              <a:solidFill>
                <a:srgbClr val="FFFFFF"/>
              </a:solidFill>
              <a:latin typeface="Roboto Light"/>
              <a:ea typeface="Roboto Light"/>
              <a:cs typeface="Roboto Light"/>
              <a:sym typeface="Roboto Light"/>
            </a:endParaRPr>
          </a:p>
        </p:txBody>
      </p:sp>
      <p:sp>
        <p:nvSpPr>
          <p:cNvPr id="3075" name="Google Shape;3075;g3693f7da1e3_0_4573"/>
          <p:cNvSpPr/>
          <p:nvPr/>
        </p:nvSpPr>
        <p:spPr>
          <a:xfrm>
            <a:off x="6267488" y="140377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Notify production facility of the discrepancy</a:t>
            </a:r>
            <a:endParaRPr>
              <a:latin typeface="Roboto Light"/>
              <a:ea typeface="Roboto Light"/>
              <a:cs typeface="Roboto Light"/>
              <a:sym typeface="Roboto Light"/>
            </a:endParaRPr>
          </a:p>
        </p:txBody>
      </p:sp>
      <p:sp>
        <p:nvSpPr>
          <p:cNvPr id="3076" name="Google Shape;3076;g3693f7da1e3_0_4573"/>
          <p:cNvSpPr/>
          <p:nvPr/>
        </p:nvSpPr>
        <p:spPr>
          <a:xfrm>
            <a:off x="3641113" y="3922150"/>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Receive goods</a:t>
            </a:r>
            <a:endParaRPr sz="800">
              <a:solidFill>
                <a:srgbClr val="FFFFFF"/>
              </a:solidFill>
              <a:latin typeface="Roboto Light"/>
              <a:ea typeface="Roboto Light"/>
              <a:cs typeface="Roboto Light"/>
              <a:sym typeface="Roboto Light"/>
            </a:endParaRPr>
          </a:p>
        </p:txBody>
      </p:sp>
      <p:sp>
        <p:nvSpPr>
          <p:cNvPr id="3077" name="Google Shape;3077;g3693f7da1e3_0_4573"/>
          <p:cNvSpPr/>
          <p:nvPr/>
        </p:nvSpPr>
        <p:spPr>
          <a:xfrm>
            <a:off x="7609098" y="1105325"/>
            <a:ext cx="623700" cy="3405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EDI/Manual</a:t>
            </a:r>
            <a:endParaRPr sz="600">
              <a:solidFill>
                <a:schemeClr val="lt2"/>
              </a:solidFill>
              <a:latin typeface="Roboto Light"/>
              <a:ea typeface="Roboto Light"/>
              <a:cs typeface="Roboto Light"/>
              <a:sym typeface="Roboto Light"/>
            </a:endParaRPr>
          </a:p>
        </p:txBody>
      </p:sp>
      <p:sp>
        <p:nvSpPr>
          <p:cNvPr id="3078" name="Google Shape;3078;g3693f7da1e3_0_4573"/>
          <p:cNvSpPr/>
          <p:nvPr/>
        </p:nvSpPr>
        <p:spPr>
          <a:xfrm>
            <a:off x="6267488" y="269132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Verify or correct packing list</a:t>
            </a:r>
            <a:endParaRPr sz="800">
              <a:solidFill>
                <a:srgbClr val="FFFFFF"/>
              </a:solidFill>
              <a:latin typeface="Roboto Light"/>
              <a:ea typeface="Roboto Light"/>
              <a:cs typeface="Roboto Light"/>
              <a:sym typeface="Roboto Light"/>
            </a:endParaRPr>
          </a:p>
        </p:txBody>
      </p:sp>
      <p:cxnSp>
        <p:nvCxnSpPr>
          <p:cNvPr id="3079" name="Google Shape;3079;g3693f7da1e3_0_4573"/>
          <p:cNvCxnSpPr>
            <a:stCxn id="3072" idx="3"/>
            <a:endCxn id="3073" idx="1"/>
          </p:cNvCxnSpPr>
          <p:nvPr/>
        </p:nvCxnSpPr>
        <p:spPr>
          <a:xfrm>
            <a:off x="2097163" y="3005875"/>
            <a:ext cx="450900" cy="0"/>
          </a:xfrm>
          <a:prstGeom prst="straightConnector1">
            <a:avLst/>
          </a:prstGeom>
          <a:noFill/>
          <a:ln cap="flat" cmpd="sng" w="9525">
            <a:solidFill>
              <a:srgbClr val="000000"/>
            </a:solidFill>
            <a:prstDash val="solid"/>
            <a:round/>
            <a:headEnd len="med" w="med" type="none"/>
            <a:tailEnd len="med" w="med" type="triangle"/>
          </a:ln>
        </p:spPr>
      </p:cxnSp>
      <p:cxnSp>
        <p:nvCxnSpPr>
          <p:cNvPr id="3080" name="Google Shape;3080;g3693f7da1e3_0_4573"/>
          <p:cNvCxnSpPr>
            <a:stCxn id="3073" idx="0"/>
            <a:endCxn id="3074" idx="1"/>
          </p:cNvCxnSpPr>
          <p:nvPr/>
        </p:nvCxnSpPr>
        <p:spPr>
          <a:xfrm rot="-5400000">
            <a:off x="3503888" y="1267525"/>
            <a:ext cx="948300" cy="1835100"/>
          </a:xfrm>
          <a:prstGeom prst="bentConnector2">
            <a:avLst/>
          </a:prstGeom>
          <a:noFill/>
          <a:ln cap="flat" cmpd="sng" w="9525">
            <a:solidFill>
              <a:srgbClr val="000000"/>
            </a:solidFill>
            <a:prstDash val="solid"/>
            <a:round/>
            <a:headEnd len="med" w="med" type="none"/>
            <a:tailEnd len="med" w="med" type="triangle"/>
          </a:ln>
        </p:spPr>
      </p:cxnSp>
      <p:cxnSp>
        <p:nvCxnSpPr>
          <p:cNvPr id="3081" name="Google Shape;3081;g3693f7da1e3_0_4573"/>
          <p:cNvCxnSpPr>
            <a:stCxn id="3073" idx="3"/>
            <a:endCxn id="3076" idx="0"/>
          </p:cNvCxnSpPr>
          <p:nvPr/>
        </p:nvCxnSpPr>
        <p:spPr>
          <a:xfrm>
            <a:off x="3572888" y="3005875"/>
            <a:ext cx="548100" cy="916200"/>
          </a:xfrm>
          <a:prstGeom prst="bentConnector2">
            <a:avLst/>
          </a:prstGeom>
          <a:noFill/>
          <a:ln cap="flat" cmpd="sng" w="9525">
            <a:solidFill>
              <a:srgbClr val="000000"/>
            </a:solidFill>
            <a:prstDash val="solid"/>
            <a:round/>
            <a:headEnd len="med" w="med" type="none"/>
            <a:tailEnd len="med" w="med" type="triangle"/>
          </a:ln>
        </p:spPr>
      </p:cxnSp>
      <p:cxnSp>
        <p:nvCxnSpPr>
          <p:cNvPr id="3082" name="Google Shape;3082;g3693f7da1e3_0_4573"/>
          <p:cNvCxnSpPr>
            <a:stCxn id="3074" idx="3"/>
            <a:endCxn id="3075" idx="1"/>
          </p:cNvCxnSpPr>
          <p:nvPr/>
        </p:nvCxnSpPr>
        <p:spPr>
          <a:xfrm>
            <a:off x="5855663" y="1710825"/>
            <a:ext cx="411900" cy="7500"/>
          </a:xfrm>
          <a:prstGeom prst="straightConnector1">
            <a:avLst/>
          </a:prstGeom>
          <a:noFill/>
          <a:ln cap="flat" cmpd="sng" w="9525">
            <a:solidFill>
              <a:srgbClr val="000000"/>
            </a:solidFill>
            <a:prstDash val="solid"/>
            <a:round/>
            <a:headEnd len="med" w="med" type="none"/>
            <a:tailEnd len="med" w="med" type="triangle"/>
          </a:ln>
        </p:spPr>
      </p:cxnSp>
      <p:cxnSp>
        <p:nvCxnSpPr>
          <p:cNvPr id="3083" name="Google Shape;3083;g3693f7da1e3_0_4573"/>
          <p:cNvCxnSpPr>
            <a:stCxn id="3075" idx="0"/>
            <a:endCxn id="3077" idx="1"/>
          </p:cNvCxnSpPr>
          <p:nvPr/>
        </p:nvCxnSpPr>
        <p:spPr>
          <a:xfrm rot="-5400000">
            <a:off x="7114238" y="908925"/>
            <a:ext cx="128100" cy="861600"/>
          </a:xfrm>
          <a:prstGeom prst="bentConnector2">
            <a:avLst/>
          </a:prstGeom>
          <a:noFill/>
          <a:ln cap="flat" cmpd="sng" w="9525">
            <a:solidFill>
              <a:srgbClr val="000000"/>
            </a:solidFill>
            <a:prstDash val="dash"/>
            <a:round/>
            <a:headEnd len="med" w="med" type="none"/>
            <a:tailEnd len="med" w="med" type="triangle"/>
          </a:ln>
        </p:spPr>
      </p:cxnSp>
      <p:cxnSp>
        <p:nvCxnSpPr>
          <p:cNvPr id="3084" name="Google Shape;3084;g3693f7da1e3_0_4573"/>
          <p:cNvCxnSpPr>
            <a:stCxn id="3075" idx="2"/>
            <a:endCxn id="3078" idx="0"/>
          </p:cNvCxnSpPr>
          <p:nvPr/>
        </p:nvCxnSpPr>
        <p:spPr>
          <a:xfrm>
            <a:off x="6747488" y="2032875"/>
            <a:ext cx="0" cy="658500"/>
          </a:xfrm>
          <a:prstGeom prst="straightConnector1">
            <a:avLst/>
          </a:prstGeom>
          <a:noFill/>
          <a:ln cap="flat" cmpd="sng" w="9525">
            <a:solidFill>
              <a:srgbClr val="000000"/>
            </a:solidFill>
            <a:prstDash val="solid"/>
            <a:round/>
            <a:headEnd len="med" w="med" type="none"/>
            <a:tailEnd len="med" w="med" type="triangle"/>
          </a:ln>
        </p:spPr>
      </p:cxnSp>
      <p:cxnSp>
        <p:nvCxnSpPr>
          <p:cNvPr id="3085" name="Google Shape;3085;g3693f7da1e3_0_4573"/>
          <p:cNvCxnSpPr>
            <a:stCxn id="3078" idx="1"/>
            <a:endCxn id="3076" idx="3"/>
          </p:cNvCxnSpPr>
          <p:nvPr/>
        </p:nvCxnSpPr>
        <p:spPr>
          <a:xfrm flipH="1">
            <a:off x="4600988" y="3005875"/>
            <a:ext cx="1666500" cy="1230900"/>
          </a:xfrm>
          <a:prstGeom prst="bentConnector3">
            <a:avLst>
              <a:gd fmla="val 49996" name="adj1"/>
            </a:avLst>
          </a:prstGeom>
          <a:noFill/>
          <a:ln cap="flat" cmpd="sng" w="9525">
            <a:solidFill>
              <a:srgbClr val="000000"/>
            </a:solidFill>
            <a:prstDash val="solid"/>
            <a:round/>
            <a:headEnd len="med" w="med" type="none"/>
            <a:tailEnd len="med" w="med" type="triangle"/>
          </a:ln>
        </p:spPr>
      </p:cxnSp>
      <p:sp>
        <p:nvSpPr>
          <p:cNvPr id="3086" name="Google Shape;3086;g3693f7da1e3_0_4573"/>
          <p:cNvSpPr txBox="1"/>
          <p:nvPr/>
        </p:nvSpPr>
        <p:spPr>
          <a:xfrm>
            <a:off x="2777588" y="2104525"/>
            <a:ext cx="3777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Yes</a:t>
            </a:r>
            <a:endParaRPr sz="600">
              <a:solidFill>
                <a:srgbClr val="000000"/>
              </a:solidFill>
              <a:latin typeface="Roboto Light"/>
              <a:ea typeface="Roboto Light"/>
              <a:cs typeface="Roboto Light"/>
              <a:sym typeface="Roboto Light"/>
            </a:endParaRPr>
          </a:p>
        </p:txBody>
      </p:sp>
      <p:sp>
        <p:nvSpPr>
          <p:cNvPr id="3087" name="Google Shape;3087;g3693f7da1e3_0_4573"/>
          <p:cNvSpPr txBox="1"/>
          <p:nvPr/>
        </p:nvSpPr>
        <p:spPr>
          <a:xfrm>
            <a:off x="3744088" y="2802825"/>
            <a:ext cx="3777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No</a:t>
            </a:r>
            <a:endParaRPr sz="600">
              <a:solidFill>
                <a:srgbClr val="000000"/>
              </a:solidFill>
              <a:latin typeface="Roboto Light"/>
              <a:ea typeface="Roboto Light"/>
              <a:cs typeface="Roboto Light"/>
              <a:sym typeface="Roboto Light"/>
            </a:endParaRPr>
          </a:p>
        </p:txBody>
      </p:sp>
      <p:sp>
        <p:nvSpPr>
          <p:cNvPr id="3088" name="Google Shape;3088;g3693f7da1e3_0_4573"/>
          <p:cNvSpPr/>
          <p:nvPr/>
        </p:nvSpPr>
        <p:spPr>
          <a:xfrm>
            <a:off x="1593522" y="3671250"/>
            <a:ext cx="900300" cy="518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a:t>
            </a:r>
            <a:r>
              <a:rPr lang="en-US" sz="800">
                <a:latin typeface="Roboto Light"/>
                <a:ea typeface="Roboto Light"/>
                <a:cs typeface="Roboto Light"/>
                <a:sym typeface="Roboto Light"/>
              </a:rPr>
              <a:t> </a:t>
            </a:r>
            <a:r>
              <a:rPr lang="en-US" sz="800">
                <a:solidFill>
                  <a:srgbClr val="FFFFFF"/>
                </a:solidFill>
                <a:latin typeface="Roboto Light"/>
                <a:ea typeface="Roboto Light"/>
                <a:cs typeface="Roboto Light"/>
                <a:sym typeface="Roboto Light"/>
              </a:rPr>
              <a:t>quality requirements</a:t>
            </a:r>
            <a:endParaRPr>
              <a:latin typeface="Roboto Light"/>
              <a:ea typeface="Roboto Light"/>
              <a:cs typeface="Roboto Light"/>
              <a:sym typeface="Roboto Light"/>
            </a:endParaRPr>
          </a:p>
        </p:txBody>
      </p:sp>
      <p:sp>
        <p:nvSpPr>
          <p:cNvPr id="3089" name="Google Shape;3089;g3693f7da1e3_0_4573"/>
          <p:cNvSpPr/>
          <p:nvPr/>
        </p:nvSpPr>
        <p:spPr>
          <a:xfrm>
            <a:off x="1593522" y="4318000"/>
            <a:ext cx="900300" cy="518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 Putaway requirements</a:t>
            </a:r>
            <a:endParaRPr sz="800">
              <a:solidFill>
                <a:srgbClr val="FFFFFF"/>
              </a:solidFill>
              <a:latin typeface="Roboto Light"/>
              <a:ea typeface="Roboto Light"/>
              <a:cs typeface="Roboto Light"/>
              <a:sym typeface="Roboto Light"/>
            </a:endParaRPr>
          </a:p>
        </p:txBody>
      </p:sp>
      <p:cxnSp>
        <p:nvCxnSpPr>
          <p:cNvPr id="3090" name="Google Shape;3090;g3693f7da1e3_0_4573"/>
          <p:cNvCxnSpPr>
            <a:stCxn id="3076" idx="1"/>
            <a:endCxn id="3088" idx="3"/>
          </p:cNvCxnSpPr>
          <p:nvPr/>
        </p:nvCxnSpPr>
        <p:spPr>
          <a:xfrm rot="10800000">
            <a:off x="2493913" y="3930400"/>
            <a:ext cx="1147200" cy="306300"/>
          </a:xfrm>
          <a:prstGeom prst="bentConnector3">
            <a:avLst>
              <a:gd fmla="val 50004" name="adj1"/>
            </a:avLst>
          </a:prstGeom>
          <a:noFill/>
          <a:ln cap="flat" cmpd="sng" w="9525">
            <a:solidFill>
              <a:schemeClr val="dk2"/>
            </a:solidFill>
            <a:prstDash val="solid"/>
            <a:round/>
            <a:headEnd len="med" w="med" type="none"/>
            <a:tailEnd len="med" w="med" type="triangle"/>
          </a:ln>
        </p:spPr>
      </p:cxnSp>
      <p:cxnSp>
        <p:nvCxnSpPr>
          <p:cNvPr id="3091" name="Google Shape;3091;g3693f7da1e3_0_4573"/>
          <p:cNvCxnSpPr>
            <a:stCxn id="3076" idx="1"/>
            <a:endCxn id="3089" idx="3"/>
          </p:cNvCxnSpPr>
          <p:nvPr/>
        </p:nvCxnSpPr>
        <p:spPr>
          <a:xfrm flipH="1">
            <a:off x="2493913" y="4236700"/>
            <a:ext cx="1147200" cy="340500"/>
          </a:xfrm>
          <a:prstGeom prst="bentConnector3">
            <a:avLst>
              <a:gd fmla="val 50004" name="adj1"/>
            </a:avLst>
          </a:prstGeom>
          <a:noFill/>
          <a:ln cap="flat" cmpd="sng" w="9525">
            <a:solidFill>
              <a:schemeClr val="dk2"/>
            </a:solidFill>
            <a:prstDash val="solid"/>
            <a:round/>
            <a:headEnd len="med" w="med" type="none"/>
            <a:tailEnd len="med" w="med" type="triangle"/>
          </a:ln>
        </p:spPr>
      </p:cxnSp>
      <p:sp>
        <p:nvSpPr>
          <p:cNvPr id="3092" name="Google Shape;3092;g3693f7da1e3_0_4573"/>
          <p:cNvSpPr/>
          <p:nvPr/>
        </p:nvSpPr>
        <p:spPr>
          <a:xfrm>
            <a:off x="7775722" y="4013700"/>
            <a:ext cx="715200" cy="4302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
                <a:solidFill>
                  <a:schemeClr val="lt2"/>
                </a:solidFill>
                <a:latin typeface="Roboto Light"/>
                <a:ea typeface="Roboto Light"/>
                <a:cs typeface="Roboto Light"/>
                <a:sym typeface="Roboto Light"/>
              </a:rPr>
              <a:t>Process order update</a:t>
            </a:r>
            <a:endParaRPr sz="600">
              <a:solidFill>
                <a:schemeClr val="lt2"/>
              </a:solidFill>
              <a:latin typeface="Roboto Light"/>
              <a:ea typeface="Roboto Light"/>
              <a:cs typeface="Roboto Light"/>
              <a:sym typeface="Roboto Light"/>
            </a:endParaRPr>
          </a:p>
        </p:txBody>
      </p:sp>
      <p:cxnSp>
        <p:nvCxnSpPr>
          <p:cNvPr id="3093" name="Google Shape;3093;g3693f7da1e3_0_4573"/>
          <p:cNvCxnSpPr>
            <a:stCxn id="3076" idx="2"/>
            <a:endCxn id="3092" idx="1"/>
          </p:cNvCxnSpPr>
          <p:nvPr/>
        </p:nvCxnSpPr>
        <p:spPr>
          <a:xfrm rot="-5400000">
            <a:off x="5787163" y="2562700"/>
            <a:ext cx="322500" cy="3654600"/>
          </a:xfrm>
          <a:prstGeom prst="bentConnector4">
            <a:avLst>
              <a:gd fmla="val -73837" name="adj1"/>
              <a:gd fmla="val 56567" name="adj2"/>
            </a:avLst>
          </a:prstGeom>
          <a:noFill/>
          <a:ln cap="flat" cmpd="sng" w="9525">
            <a:solidFill>
              <a:schemeClr val="dk2"/>
            </a:solidFill>
            <a:prstDash val="dash"/>
            <a:round/>
            <a:headEnd len="med" w="med" type="none"/>
            <a:tailEnd len="med" w="med" type="triangle"/>
          </a:ln>
        </p:spPr>
      </p:cxnSp>
      <p:sp>
        <p:nvSpPr>
          <p:cNvPr id="3094" name="Google Shape;3094;g3693f7da1e3_0_4573"/>
          <p:cNvSpPr txBox="1"/>
          <p:nvPr/>
        </p:nvSpPr>
        <p:spPr>
          <a:xfrm>
            <a:off x="4601125" y="4789375"/>
            <a:ext cx="1466400" cy="2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movement(101) update</a:t>
            </a:r>
            <a:endParaRPr sz="600">
              <a:solidFill>
                <a:schemeClr val="dk1"/>
              </a:solidFill>
              <a:latin typeface="Roboto Light"/>
              <a:ea typeface="Roboto Light"/>
              <a:cs typeface="Roboto Light"/>
              <a:sym typeface="Roboto Light"/>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98" name="Shape 3098"/>
        <p:cNvGrpSpPr/>
        <p:nvPr/>
      </p:nvGrpSpPr>
      <p:grpSpPr>
        <a:xfrm>
          <a:off x="0" y="0"/>
          <a:ext cx="0" cy="0"/>
          <a:chOff x="0" y="0"/>
          <a:chExt cx="0" cy="0"/>
        </a:xfrm>
      </p:grpSpPr>
      <p:sp>
        <p:nvSpPr>
          <p:cNvPr id="3099" name="Google Shape;3099;g3693f7da1e3_0_4602"/>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3100" name="Google Shape;3100;g3693f7da1e3_0_4602"/>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101" name="Google Shape;3101;g3693f7da1e3_0_4602"/>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3102" name="Google Shape;3102;g3693f7da1e3_0_4602"/>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3103" name="Google Shape;3103;g3693f7da1e3_0_4602"/>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08" name="Shape 3108"/>
        <p:cNvGrpSpPr/>
        <p:nvPr/>
      </p:nvGrpSpPr>
      <p:grpSpPr>
        <a:xfrm>
          <a:off x="0" y="0"/>
          <a:ext cx="0" cy="0"/>
          <a:chOff x="0" y="0"/>
          <a:chExt cx="0" cy="0"/>
        </a:xfrm>
      </p:grpSpPr>
      <p:sp>
        <p:nvSpPr>
          <p:cNvPr id="3109" name="Google Shape;3109;g3693f7da1e3_0_4610"/>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110" name="Google Shape;3110;g3693f7da1e3_0_4610"/>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3111" name="Google Shape;3111;g3693f7da1e3_0_4610"/>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3112" name="Google Shape;3112;g3693f7da1e3_0_4610"/>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3113" name="Google Shape;3113;g3693f7da1e3_0_4610"/>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3114" name="Google Shape;3114;g3693f7da1e3_0_4610"/>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3115" name="Google Shape;3115;g3693f7da1e3_0_4610"/>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3116" name="Google Shape;3116;g3693f7da1e3_0_4610"/>
          <p:cNvCxnSpPr>
            <a:stCxn id="3115" idx="1"/>
            <a:endCxn id="3114"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3117" name="Google Shape;3117;g3693f7da1e3_0_4610"/>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3118" name="Google Shape;3118;g3693f7da1e3_0_4610"/>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3119" name="Google Shape;3119;g3693f7da1e3_0_4610"/>
          <p:cNvCxnSpPr>
            <a:stCxn id="3114" idx="2"/>
            <a:endCxn id="3118"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3120" name="Google Shape;3120;g3693f7da1e3_0_4610"/>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3121" name="Google Shape;3121;g3693f7da1e3_0_4610"/>
          <p:cNvCxnSpPr>
            <a:stCxn id="3118" idx="2"/>
            <a:endCxn id="3120"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3122" name="Google Shape;3122;g3693f7da1e3_0_4610"/>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3123" name="Google Shape;3123;g3693f7da1e3_0_4610"/>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3124" name="Google Shape;3124;g3693f7da1e3_0_4610"/>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3125" name="Google Shape;3125;g3693f7da1e3_0_4610"/>
          <p:cNvSpPr txBox="1"/>
          <p:nvPr/>
        </p:nvSpPr>
        <p:spPr>
          <a:xfrm rot="-5400000">
            <a:off x="-437075" y="2549313"/>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3126" name="Google Shape;3126;g3693f7da1e3_0_4610"/>
          <p:cNvCxnSpPr>
            <a:stCxn id="3120" idx="3"/>
            <a:endCxn id="3122"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3127" name="Google Shape;3127;g3693f7da1e3_0_4610"/>
          <p:cNvCxnSpPr>
            <a:stCxn id="3123" idx="1"/>
            <a:endCxn id="3124"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3128" name="Google Shape;3128;g3693f7da1e3_0_4610"/>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3129" name="Google Shape;3129;g3693f7da1e3_0_4610"/>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3130" name="Google Shape;3130;g3693f7da1e3_0_4610"/>
          <p:cNvCxnSpPr>
            <a:stCxn id="3128" idx="3"/>
            <a:endCxn id="3129"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3131" name="Google Shape;3131;g3693f7da1e3_0_4610"/>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3132" name="Google Shape;3132;g3693f7da1e3_0_4610"/>
          <p:cNvCxnSpPr>
            <a:stCxn id="3129" idx="2"/>
            <a:endCxn id="3131"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3133" name="Google Shape;3133;g3693f7da1e3_0_4610"/>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3134" name="Google Shape;3134;g3693f7da1e3_0_4610"/>
          <p:cNvCxnSpPr>
            <a:stCxn id="3131" idx="2"/>
            <a:endCxn id="3133"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3135" name="Google Shape;3135;g3693f7da1e3_0_4610"/>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3136" name="Google Shape;3136;g3693f7da1e3_0_4610"/>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3137" name="Google Shape;3137;g3693f7da1e3_0_4610"/>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3138" name="Google Shape;3138;g3693f7da1e3_0_4610"/>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3139" name="Google Shape;3139;g3693f7da1e3_0_4610"/>
          <p:cNvCxnSpPr>
            <a:stCxn id="3133" idx="3"/>
            <a:endCxn id="3135"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3140" name="Google Shape;3140;g3693f7da1e3_0_4610"/>
          <p:cNvCxnSpPr>
            <a:stCxn id="3138" idx="1"/>
            <a:endCxn id="3136"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3141" name="Google Shape;3141;g3693f7da1e3_0_4610"/>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3142" name="Google Shape;3142;g3693f7da1e3_0_4610"/>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3143" name="Google Shape;3143;g3693f7da1e3_0_4610"/>
          <p:cNvCxnSpPr>
            <a:stCxn id="3124" idx="1"/>
            <a:endCxn id="3142"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3144" name="Google Shape;3144;g3693f7da1e3_0_4610"/>
          <p:cNvCxnSpPr>
            <a:stCxn id="3142" idx="0"/>
            <a:endCxn id="3114"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3145" name="Google Shape;3145;g3693f7da1e3_0_4610"/>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3146" name="Google Shape;3146;g3693f7da1e3_0_4610"/>
          <p:cNvCxnSpPr>
            <a:stCxn id="3136" idx="1"/>
            <a:endCxn id="3145"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3147" name="Google Shape;3147;g3693f7da1e3_0_4610"/>
          <p:cNvCxnSpPr>
            <a:stCxn id="3145" idx="0"/>
            <a:endCxn id="3128"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3148" name="Google Shape;3148;g3693f7da1e3_0_4610"/>
          <p:cNvSpPr/>
          <p:nvPr/>
        </p:nvSpPr>
        <p:spPr>
          <a:xfrm>
            <a:off x="2723950" y="4085925"/>
            <a:ext cx="1145700" cy="67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149" name="Google Shape;3149;g3693f7da1e3_0_4610"/>
          <p:cNvSpPr/>
          <p:nvPr/>
        </p:nvSpPr>
        <p:spPr>
          <a:xfrm>
            <a:off x="7643400" y="4063700"/>
            <a:ext cx="1161300" cy="619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150" name="Google Shape;3150;g3693f7da1e3_0_4610"/>
          <p:cNvSpPr/>
          <p:nvPr/>
        </p:nvSpPr>
        <p:spPr>
          <a:xfrm>
            <a:off x="2526700" y="3721825"/>
            <a:ext cx="12198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
        <p:nvSpPr>
          <p:cNvPr id="3151" name="Google Shape;3151;g3693f7da1e3_0_4610"/>
          <p:cNvSpPr/>
          <p:nvPr/>
        </p:nvSpPr>
        <p:spPr>
          <a:xfrm>
            <a:off x="7455900" y="3721825"/>
            <a:ext cx="12198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3152" name="Google Shape;3152;g3693f7da1e3_0_4610"/>
          <p:cNvCxnSpPr>
            <a:stCxn id="3122" idx="3"/>
            <a:endCxn id="3150" idx="3"/>
          </p:cNvCxnSpPr>
          <p:nvPr/>
        </p:nvCxnSpPr>
        <p:spPr>
          <a:xfrm>
            <a:off x="3719950" y="3343949"/>
            <a:ext cx="26700" cy="521100"/>
          </a:xfrm>
          <a:prstGeom prst="bentConnector3">
            <a:avLst>
              <a:gd fmla="val 991292" name="adj1"/>
            </a:avLst>
          </a:prstGeom>
          <a:noFill/>
          <a:ln cap="flat" cmpd="sng" w="9525">
            <a:solidFill>
              <a:schemeClr val="dk2"/>
            </a:solidFill>
            <a:prstDash val="solid"/>
            <a:round/>
            <a:headEnd len="med" w="med" type="none"/>
            <a:tailEnd len="med" w="med" type="triangle"/>
          </a:ln>
        </p:spPr>
      </p:cxnSp>
      <p:cxnSp>
        <p:nvCxnSpPr>
          <p:cNvPr id="3153" name="Google Shape;3153;g3693f7da1e3_0_4610"/>
          <p:cNvCxnSpPr>
            <a:endCxn id="3123" idx="0"/>
          </p:cNvCxnSpPr>
          <p:nvPr/>
        </p:nvCxnSpPr>
        <p:spPr>
          <a:xfrm flipH="1">
            <a:off x="3301625" y="4002624"/>
            <a:ext cx="8100" cy="190200"/>
          </a:xfrm>
          <a:prstGeom prst="straightConnector1">
            <a:avLst/>
          </a:prstGeom>
          <a:noFill/>
          <a:ln cap="flat" cmpd="sng" w="9525">
            <a:solidFill>
              <a:schemeClr val="dk2"/>
            </a:solidFill>
            <a:prstDash val="solid"/>
            <a:round/>
            <a:headEnd len="med" w="med" type="none"/>
            <a:tailEnd len="med" w="med" type="triangle"/>
          </a:ln>
        </p:spPr>
      </p:cxnSp>
      <p:cxnSp>
        <p:nvCxnSpPr>
          <p:cNvPr id="3154" name="Google Shape;3154;g3693f7da1e3_0_4610"/>
          <p:cNvCxnSpPr>
            <a:stCxn id="3135" idx="3"/>
            <a:endCxn id="3151" idx="3"/>
          </p:cNvCxnSpPr>
          <p:nvPr/>
        </p:nvCxnSpPr>
        <p:spPr>
          <a:xfrm>
            <a:off x="8675700" y="3343962"/>
            <a:ext cx="600" cy="5211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3155" name="Google Shape;3155;g3693f7da1e3_0_4610"/>
          <p:cNvCxnSpPr>
            <a:endCxn id="3138" idx="0"/>
          </p:cNvCxnSpPr>
          <p:nvPr/>
        </p:nvCxnSpPr>
        <p:spPr>
          <a:xfrm>
            <a:off x="8214450" y="4019024"/>
            <a:ext cx="9600" cy="108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60" name="Shape 3160"/>
        <p:cNvGrpSpPr/>
        <p:nvPr/>
      </p:nvGrpSpPr>
      <p:grpSpPr>
        <a:xfrm>
          <a:off x="0" y="0"/>
          <a:ext cx="0" cy="0"/>
          <a:chOff x="0" y="0"/>
          <a:chExt cx="0" cy="0"/>
        </a:xfrm>
      </p:grpSpPr>
      <p:sp>
        <p:nvSpPr>
          <p:cNvPr id="3161" name="Google Shape;3161;g3693f7da1e3_0_4661"/>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162" name="Google Shape;3162;g3693f7da1e3_0_4661"/>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Putaway location determination</a:t>
            </a:r>
            <a:endParaRPr sz="1200">
              <a:solidFill>
                <a:schemeClr val="dk1"/>
              </a:solidFill>
              <a:latin typeface="Roboto Light"/>
              <a:ea typeface="Roboto Light"/>
              <a:cs typeface="Roboto Light"/>
              <a:sym typeface="Roboto Light"/>
            </a:endParaRPr>
          </a:p>
        </p:txBody>
      </p:sp>
      <p:sp>
        <p:nvSpPr>
          <p:cNvPr id="3163" name="Google Shape;3163;g3693f7da1e3_0_4661"/>
          <p:cNvSpPr/>
          <p:nvPr/>
        </p:nvSpPr>
        <p:spPr>
          <a:xfrm>
            <a:off x="265075" y="1177250"/>
            <a:ext cx="882000" cy="600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Quality requirements/Results</a:t>
            </a:r>
            <a:endParaRPr sz="800">
              <a:solidFill>
                <a:srgbClr val="FFFFFF"/>
              </a:solidFill>
              <a:latin typeface="Roboto Light"/>
              <a:ea typeface="Roboto Light"/>
              <a:cs typeface="Roboto Light"/>
              <a:sym typeface="Roboto Light"/>
            </a:endParaRPr>
          </a:p>
        </p:txBody>
      </p:sp>
      <p:sp>
        <p:nvSpPr>
          <p:cNvPr id="3164" name="Google Shape;3164;g3693f7da1e3_0_4661"/>
          <p:cNvSpPr/>
          <p:nvPr/>
        </p:nvSpPr>
        <p:spPr>
          <a:xfrm>
            <a:off x="1755575" y="1177250"/>
            <a:ext cx="882000" cy="600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Putaway strategies/Rules</a:t>
            </a:r>
            <a:endParaRPr>
              <a:latin typeface="Roboto Light"/>
              <a:ea typeface="Roboto Light"/>
              <a:cs typeface="Roboto Light"/>
              <a:sym typeface="Roboto Light"/>
            </a:endParaRPr>
          </a:p>
        </p:txBody>
      </p:sp>
      <p:sp>
        <p:nvSpPr>
          <p:cNvPr id="3165" name="Google Shape;3165;g3693f7da1e3_0_4661"/>
          <p:cNvSpPr/>
          <p:nvPr/>
        </p:nvSpPr>
        <p:spPr>
          <a:xfrm>
            <a:off x="1604675" y="2439375"/>
            <a:ext cx="1183800" cy="726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System creates a work instruction to direct the receipt qty to a primary location</a:t>
            </a:r>
            <a:endParaRPr sz="800">
              <a:solidFill>
                <a:srgbClr val="FFFFFF"/>
              </a:solidFill>
              <a:latin typeface="Roboto Light"/>
              <a:ea typeface="Roboto Light"/>
              <a:cs typeface="Roboto Light"/>
              <a:sym typeface="Roboto Light"/>
            </a:endParaRPr>
          </a:p>
        </p:txBody>
      </p:sp>
      <p:sp>
        <p:nvSpPr>
          <p:cNvPr id="3166" name="Google Shape;3166;g3693f7da1e3_0_4661"/>
          <p:cNvSpPr/>
          <p:nvPr/>
        </p:nvSpPr>
        <p:spPr>
          <a:xfrm>
            <a:off x="3273225" y="3618475"/>
            <a:ext cx="1183800" cy="8790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Create work instruction to direct receipt qty to secondary or reserved location</a:t>
            </a:r>
            <a:endParaRPr>
              <a:latin typeface="Roboto Light"/>
              <a:ea typeface="Roboto Light"/>
              <a:cs typeface="Roboto Light"/>
              <a:sym typeface="Roboto Light"/>
            </a:endParaRPr>
          </a:p>
        </p:txBody>
      </p:sp>
      <p:sp>
        <p:nvSpPr>
          <p:cNvPr id="3167" name="Google Shape;3167;g3693f7da1e3_0_4661"/>
          <p:cNvSpPr/>
          <p:nvPr/>
        </p:nvSpPr>
        <p:spPr>
          <a:xfrm>
            <a:off x="4933725" y="1568375"/>
            <a:ext cx="1300500" cy="9243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800">
              <a:solidFill>
                <a:srgbClr val="FFFFFF"/>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Confirm work instruction to direct receipt qty to primary location</a:t>
            </a:r>
            <a:endParaRPr sz="800">
              <a:solidFill>
                <a:srgbClr val="FFFFFF"/>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t/>
            </a:r>
            <a:endParaRPr sz="800">
              <a:solidFill>
                <a:srgbClr val="FFFFFF"/>
              </a:solidFill>
              <a:latin typeface="Roboto Light"/>
              <a:ea typeface="Roboto Light"/>
              <a:cs typeface="Roboto Light"/>
              <a:sym typeface="Roboto Light"/>
            </a:endParaRPr>
          </a:p>
        </p:txBody>
      </p:sp>
      <p:sp>
        <p:nvSpPr>
          <p:cNvPr id="3168" name="Google Shape;3168;g3693f7da1e3_0_4661"/>
          <p:cNvSpPr/>
          <p:nvPr/>
        </p:nvSpPr>
        <p:spPr>
          <a:xfrm>
            <a:off x="6621750" y="1550075"/>
            <a:ext cx="1031400" cy="9609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Creates putaway warehouse tasks to direct material to primary location</a:t>
            </a:r>
            <a:endParaRPr sz="800">
              <a:solidFill>
                <a:srgbClr val="FFFFFF"/>
              </a:solidFill>
              <a:latin typeface="Roboto Light"/>
              <a:ea typeface="Roboto Light"/>
              <a:cs typeface="Roboto Light"/>
              <a:sym typeface="Roboto Light"/>
            </a:endParaRPr>
          </a:p>
        </p:txBody>
      </p:sp>
      <p:sp>
        <p:nvSpPr>
          <p:cNvPr id="3169" name="Google Shape;3169;g3693f7da1e3_0_4661"/>
          <p:cNvSpPr/>
          <p:nvPr/>
        </p:nvSpPr>
        <p:spPr>
          <a:xfrm>
            <a:off x="7973975" y="1739625"/>
            <a:ext cx="882000" cy="600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Identify Handling units to be processed</a:t>
            </a:r>
            <a:endParaRPr sz="800">
              <a:solidFill>
                <a:srgbClr val="FFFFFF"/>
              </a:solidFill>
              <a:latin typeface="Roboto Light"/>
              <a:ea typeface="Roboto Light"/>
              <a:cs typeface="Roboto Light"/>
              <a:sym typeface="Roboto Light"/>
            </a:endParaRPr>
          </a:p>
        </p:txBody>
      </p:sp>
      <p:sp>
        <p:nvSpPr>
          <p:cNvPr id="3170" name="Google Shape;3170;g3693f7da1e3_0_4661"/>
          <p:cNvSpPr/>
          <p:nvPr/>
        </p:nvSpPr>
        <p:spPr>
          <a:xfrm>
            <a:off x="3385125" y="1640475"/>
            <a:ext cx="960000" cy="798900"/>
          </a:xfrm>
          <a:prstGeom prst="diamond">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latin typeface="Roboto Light"/>
                <a:ea typeface="Roboto Light"/>
                <a:cs typeface="Roboto Light"/>
                <a:sym typeface="Roboto Light"/>
              </a:rPr>
              <a:t>Primary location available?</a:t>
            </a:r>
            <a:endParaRPr sz="600">
              <a:latin typeface="Roboto Light"/>
              <a:ea typeface="Roboto Light"/>
              <a:cs typeface="Roboto Light"/>
              <a:sym typeface="Roboto Light"/>
            </a:endParaRPr>
          </a:p>
        </p:txBody>
      </p:sp>
      <p:sp>
        <p:nvSpPr>
          <p:cNvPr id="3171" name="Google Shape;3171;g3693f7da1e3_0_4661"/>
          <p:cNvSpPr/>
          <p:nvPr/>
        </p:nvSpPr>
        <p:spPr>
          <a:xfrm>
            <a:off x="5068275" y="3577525"/>
            <a:ext cx="1031400" cy="9609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Creates putaway warehouse tasks to direct material to secondary or reserved location</a:t>
            </a:r>
            <a:endParaRPr sz="800">
              <a:solidFill>
                <a:srgbClr val="FFFFFF"/>
              </a:solidFill>
              <a:latin typeface="Roboto Light"/>
              <a:ea typeface="Roboto Light"/>
              <a:cs typeface="Roboto Light"/>
              <a:sym typeface="Roboto Light"/>
            </a:endParaRPr>
          </a:p>
        </p:txBody>
      </p:sp>
      <p:cxnSp>
        <p:nvCxnSpPr>
          <p:cNvPr id="3172" name="Google Shape;3172;g3693f7da1e3_0_4661"/>
          <p:cNvCxnSpPr>
            <a:stCxn id="3164" idx="2"/>
            <a:endCxn id="3165" idx="0"/>
          </p:cNvCxnSpPr>
          <p:nvPr/>
        </p:nvCxnSpPr>
        <p:spPr>
          <a:xfrm>
            <a:off x="2196575" y="1777850"/>
            <a:ext cx="0" cy="661500"/>
          </a:xfrm>
          <a:prstGeom prst="straightConnector1">
            <a:avLst/>
          </a:prstGeom>
          <a:noFill/>
          <a:ln cap="flat" cmpd="sng" w="9525">
            <a:solidFill>
              <a:srgbClr val="000000"/>
            </a:solidFill>
            <a:prstDash val="dot"/>
            <a:round/>
            <a:headEnd len="med" w="med" type="none"/>
            <a:tailEnd len="med" w="med" type="none"/>
          </a:ln>
        </p:spPr>
      </p:cxnSp>
      <p:cxnSp>
        <p:nvCxnSpPr>
          <p:cNvPr id="3173" name="Google Shape;3173;g3693f7da1e3_0_4661"/>
          <p:cNvCxnSpPr>
            <a:stCxn id="3165" idx="3"/>
            <a:endCxn id="3170" idx="1"/>
          </p:cNvCxnSpPr>
          <p:nvPr/>
        </p:nvCxnSpPr>
        <p:spPr>
          <a:xfrm flipH="1" rot="10800000">
            <a:off x="2788475" y="2039775"/>
            <a:ext cx="596700" cy="762900"/>
          </a:xfrm>
          <a:prstGeom prst="bentConnector3">
            <a:avLst>
              <a:gd fmla="val 49996" name="adj1"/>
            </a:avLst>
          </a:prstGeom>
          <a:noFill/>
          <a:ln cap="flat" cmpd="sng" w="9525">
            <a:solidFill>
              <a:srgbClr val="000000"/>
            </a:solidFill>
            <a:prstDash val="solid"/>
            <a:round/>
            <a:headEnd len="med" w="med" type="none"/>
            <a:tailEnd len="med" w="med" type="triangle"/>
          </a:ln>
        </p:spPr>
      </p:cxnSp>
      <p:cxnSp>
        <p:nvCxnSpPr>
          <p:cNvPr id="3174" name="Google Shape;3174;g3693f7da1e3_0_4661"/>
          <p:cNvCxnSpPr>
            <a:stCxn id="3170" idx="3"/>
            <a:endCxn id="3167" idx="1"/>
          </p:cNvCxnSpPr>
          <p:nvPr/>
        </p:nvCxnSpPr>
        <p:spPr>
          <a:xfrm flipH="1" rot="10800000">
            <a:off x="4345125" y="2030625"/>
            <a:ext cx="588600" cy="9300"/>
          </a:xfrm>
          <a:prstGeom prst="straightConnector1">
            <a:avLst/>
          </a:prstGeom>
          <a:noFill/>
          <a:ln cap="flat" cmpd="sng" w="9525">
            <a:solidFill>
              <a:srgbClr val="000000"/>
            </a:solidFill>
            <a:prstDash val="solid"/>
            <a:round/>
            <a:headEnd len="med" w="med" type="none"/>
            <a:tailEnd len="med" w="med" type="triangle"/>
          </a:ln>
        </p:spPr>
      </p:cxnSp>
      <p:cxnSp>
        <p:nvCxnSpPr>
          <p:cNvPr id="3175" name="Google Shape;3175;g3693f7da1e3_0_4661"/>
          <p:cNvCxnSpPr>
            <a:stCxn id="3167" idx="3"/>
            <a:endCxn id="3168" idx="1"/>
          </p:cNvCxnSpPr>
          <p:nvPr/>
        </p:nvCxnSpPr>
        <p:spPr>
          <a:xfrm>
            <a:off x="6234225" y="2030525"/>
            <a:ext cx="387600" cy="0"/>
          </a:xfrm>
          <a:prstGeom prst="straightConnector1">
            <a:avLst/>
          </a:prstGeom>
          <a:noFill/>
          <a:ln cap="flat" cmpd="sng" w="9525">
            <a:solidFill>
              <a:srgbClr val="000000"/>
            </a:solidFill>
            <a:prstDash val="solid"/>
            <a:round/>
            <a:headEnd len="med" w="med" type="none"/>
            <a:tailEnd len="med" w="med" type="triangle"/>
          </a:ln>
        </p:spPr>
      </p:cxnSp>
      <p:cxnSp>
        <p:nvCxnSpPr>
          <p:cNvPr id="3176" name="Google Shape;3176;g3693f7da1e3_0_4661"/>
          <p:cNvCxnSpPr>
            <a:stCxn id="3168" idx="3"/>
            <a:endCxn id="3169" idx="1"/>
          </p:cNvCxnSpPr>
          <p:nvPr/>
        </p:nvCxnSpPr>
        <p:spPr>
          <a:xfrm>
            <a:off x="7653150" y="2030525"/>
            <a:ext cx="320700" cy="9300"/>
          </a:xfrm>
          <a:prstGeom prst="straightConnector1">
            <a:avLst/>
          </a:prstGeom>
          <a:noFill/>
          <a:ln cap="flat" cmpd="sng" w="9525">
            <a:solidFill>
              <a:srgbClr val="000000"/>
            </a:solidFill>
            <a:prstDash val="solid"/>
            <a:round/>
            <a:headEnd len="med" w="med" type="none"/>
            <a:tailEnd len="med" w="med" type="triangle"/>
          </a:ln>
        </p:spPr>
      </p:cxnSp>
      <p:cxnSp>
        <p:nvCxnSpPr>
          <p:cNvPr id="3177" name="Google Shape;3177;g3693f7da1e3_0_4661"/>
          <p:cNvCxnSpPr>
            <a:stCxn id="3170" idx="2"/>
            <a:endCxn id="3166" idx="0"/>
          </p:cNvCxnSpPr>
          <p:nvPr/>
        </p:nvCxnSpPr>
        <p:spPr>
          <a:xfrm>
            <a:off x="3865125" y="2439375"/>
            <a:ext cx="0" cy="1179000"/>
          </a:xfrm>
          <a:prstGeom prst="straightConnector1">
            <a:avLst/>
          </a:prstGeom>
          <a:noFill/>
          <a:ln cap="flat" cmpd="sng" w="9525">
            <a:solidFill>
              <a:srgbClr val="000000"/>
            </a:solidFill>
            <a:prstDash val="solid"/>
            <a:round/>
            <a:headEnd len="med" w="med" type="none"/>
            <a:tailEnd len="med" w="med" type="triangle"/>
          </a:ln>
        </p:spPr>
      </p:cxnSp>
      <p:cxnSp>
        <p:nvCxnSpPr>
          <p:cNvPr id="3178" name="Google Shape;3178;g3693f7da1e3_0_4661"/>
          <p:cNvCxnSpPr>
            <a:stCxn id="3166" idx="3"/>
            <a:endCxn id="3171" idx="1"/>
          </p:cNvCxnSpPr>
          <p:nvPr/>
        </p:nvCxnSpPr>
        <p:spPr>
          <a:xfrm>
            <a:off x="4457025" y="4057975"/>
            <a:ext cx="611400" cy="0"/>
          </a:xfrm>
          <a:prstGeom prst="straightConnector1">
            <a:avLst/>
          </a:prstGeom>
          <a:noFill/>
          <a:ln cap="flat" cmpd="sng" w="9525">
            <a:solidFill>
              <a:srgbClr val="000000"/>
            </a:solidFill>
            <a:prstDash val="solid"/>
            <a:round/>
            <a:headEnd len="med" w="med" type="none"/>
            <a:tailEnd len="med" w="med" type="triangle"/>
          </a:ln>
        </p:spPr>
      </p:cxnSp>
      <p:cxnSp>
        <p:nvCxnSpPr>
          <p:cNvPr id="3179" name="Google Shape;3179;g3693f7da1e3_0_4661"/>
          <p:cNvCxnSpPr>
            <a:stCxn id="3171" idx="3"/>
            <a:endCxn id="3169" idx="2"/>
          </p:cNvCxnSpPr>
          <p:nvPr/>
        </p:nvCxnSpPr>
        <p:spPr>
          <a:xfrm flipH="1" rot="10800000">
            <a:off x="6099675" y="2340175"/>
            <a:ext cx="2315400" cy="1717800"/>
          </a:xfrm>
          <a:prstGeom prst="bentConnector2">
            <a:avLst/>
          </a:prstGeom>
          <a:noFill/>
          <a:ln cap="flat" cmpd="sng" w="9525">
            <a:solidFill>
              <a:srgbClr val="000000"/>
            </a:solidFill>
            <a:prstDash val="solid"/>
            <a:round/>
            <a:headEnd len="med" w="med" type="none"/>
            <a:tailEnd len="med" w="med" type="triangle"/>
          </a:ln>
        </p:spPr>
      </p:cxnSp>
      <p:sp>
        <p:nvSpPr>
          <p:cNvPr id="3180" name="Google Shape;3180;g3693f7da1e3_0_4661"/>
          <p:cNvSpPr txBox="1"/>
          <p:nvPr/>
        </p:nvSpPr>
        <p:spPr>
          <a:xfrm>
            <a:off x="4345125" y="1777850"/>
            <a:ext cx="424200" cy="1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Yes</a:t>
            </a:r>
            <a:endParaRPr sz="600">
              <a:solidFill>
                <a:srgbClr val="000000"/>
              </a:solidFill>
              <a:latin typeface="Roboto Light"/>
              <a:ea typeface="Roboto Light"/>
              <a:cs typeface="Roboto Light"/>
              <a:sym typeface="Roboto Light"/>
            </a:endParaRPr>
          </a:p>
        </p:txBody>
      </p:sp>
      <p:sp>
        <p:nvSpPr>
          <p:cNvPr id="3181" name="Google Shape;3181;g3693f7da1e3_0_4661"/>
          <p:cNvSpPr txBox="1"/>
          <p:nvPr/>
        </p:nvSpPr>
        <p:spPr>
          <a:xfrm rot="-5400000">
            <a:off x="3536575" y="2712875"/>
            <a:ext cx="371700" cy="2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000000"/>
                </a:solidFill>
                <a:latin typeface="Roboto Light"/>
                <a:ea typeface="Roboto Light"/>
                <a:cs typeface="Roboto Light"/>
                <a:sym typeface="Roboto Light"/>
              </a:rPr>
              <a:t>No</a:t>
            </a:r>
            <a:endParaRPr sz="600">
              <a:solidFill>
                <a:srgbClr val="000000"/>
              </a:solidFill>
              <a:latin typeface="Roboto Light"/>
              <a:ea typeface="Roboto Light"/>
              <a:cs typeface="Roboto Light"/>
              <a:sym typeface="Roboto Light"/>
            </a:endParaRPr>
          </a:p>
        </p:txBody>
      </p:sp>
      <p:sp>
        <p:nvSpPr>
          <p:cNvPr id="3182" name="Google Shape;3182;g3693f7da1e3_0_4661"/>
          <p:cNvSpPr/>
          <p:nvPr/>
        </p:nvSpPr>
        <p:spPr>
          <a:xfrm>
            <a:off x="265075" y="2379450"/>
            <a:ext cx="882000" cy="6006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Post goods receipt</a:t>
            </a:r>
            <a:endParaRPr sz="800">
              <a:solidFill>
                <a:srgbClr val="FFFFFF"/>
              </a:solidFill>
              <a:latin typeface="Roboto Light"/>
              <a:ea typeface="Roboto Light"/>
              <a:cs typeface="Roboto Light"/>
              <a:sym typeface="Roboto Light"/>
            </a:endParaRPr>
          </a:p>
        </p:txBody>
      </p:sp>
      <p:cxnSp>
        <p:nvCxnSpPr>
          <p:cNvPr id="3183" name="Google Shape;3183;g3693f7da1e3_0_4661"/>
          <p:cNvCxnSpPr>
            <a:stCxn id="3182" idx="3"/>
            <a:endCxn id="3164" idx="1"/>
          </p:cNvCxnSpPr>
          <p:nvPr/>
        </p:nvCxnSpPr>
        <p:spPr>
          <a:xfrm flipH="1" rot="10800000">
            <a:off x="1147075" y="1477650"/>
            <a:ext cx="608400" cy="1202100"/>
          </a:xfrm>
          <a:prstGeom prst="bentConnector3">
            <a:avLst>
              <a:gd fmla="val 50008" name="adj1"/>
            </a:avLst>
          </a:prstGeom>
          <a:noFill/>
          <a:ln cap="flat" cmpd="sng" w="9525">
            <a:solidFill>
              <a:schemeClr val="dk2"/>
            </a:solidFill>
            <a:prstDash val="solid"/>
            <a:round/>
            <a:headEnd len="med" w="med" type="none"/>
            <a:tailEnd len="med" w="med" type="triangle"/>
          </a:ln>
        </p:spPr>
      </p:cxnSp>
      <p:cxnSp>
        <p:nvCxnSpPr>
          <p:cNvPr id="3184" name="Google Shape;3184;g3693f7da1e3_0_4661"/>
          <p:cNvCxnSpPr>
            <a:stCxn id="3163" idx="3"/>
            <a:endCxn id="3164" idx="1"/>
          </p:cNvCxnSpPr>
          <p:nvPr/>
        </p:nvCxnSpPr>
        <p:spPr>
          <a:xfrm>
            <a:off x="1147075" y="1477550"/>
            <a:ext cx="6084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89" name="Shape 3189"/>
        <p:cNvGrpSpPr/>
        <p:nvPr/>
      </p:nvGrpSpPr>
      <p:grpSpPr>
        <a:xfrm>
          <a:off x="0" y="0"/>
          <a:ext cx="0" cy="0"/>
          <a:chOff x="0" y="0"/>
          <a:chExt cx="0" cy="0"/>
        </a:xfrm>
      </p:grpSpPr>
      <p:sp>
        <p:nvSpPr>
          <p:cNvPr id="3190" name="Google Shape;3190;g3693f7da1e3_0_4689"/>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191" name="Google Shape;3191;g3693f7da1e3_0_4689"/>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Stock placement strategies</a:t>
            </a:r>
            <a:endParaRPr sz="1200">
              <a:solidFill>
                <a:schemeClr val="dk1"/>
              </a:solidFill>
              <a:latin typeface="Roboto Light"/>
              <a:ea typeface="Roboto Light"/>
              <a:cs typeface="Roboto Light"/>
              <a:sym typeface="Roboto Light"/>
            </a:endParaRPr>
          </a:p>
        </p:txBody>
      </p:sp>
      <p:pic>
        <p:nvPicPr>
          <p:cNvPr id="3192" name="Google Shape;3192;g3693f7da1e3_0_4689"/>
          <p:cNvPicPr preferRelativeResize="0"/>
          <p:nvPr/>
        </p:nvPicPr>
        <p:blipFill rotWithShape="1">
          <a:blip r:embed="rId3">
            <a:alphaModFix/>
          </a:blip>
          <a:srcRect b="0" l="0" r="0" t="0"/>
          <a:stretch/>
        </p:blipFill>
        <p:spPr>
          <a:xfrm>
            <a:off x="1176975" y="1056700"/>
            <a:ext cx="6493249" cy="3590224"/>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97" name="Shape 3197"/>
        <p:cNvGrpSpPr/>
        <p:nvPr/>
      </p:nvGrpSpPr>
      <p:grpSpPr>
        <a:xfrm>
          <a:off x="0" y="0"/>
          <a:ext cx="0" cy="0"/>
          <a:chOff x="0" y="0"/>
          <a:chExt cx="0" cy="0"/>
        </a:xfrm>
      </p:grpSpPr>
      <p:sp>
        <p:nvSpPr>
          <p:cNvPr id="3198" name="Google Shape;3198;g3693f7da1e3_0_4696"/>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199" name="Google Shape;3199;g3693f7da1e3_0_4696"/>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Stock placement strategies</a:t>
            </a:r>
            <a:endParaRPr sz="1200">
              <a:solidFill>
                <a:schemeClr val="dk1"/>
              </a:solidFill>
              <a:latin typeface="Roboto Light"/>
              <a:ea typeface="Roboto Light"/>
              <a:cs typeface="Roboto Light"/>
              <a:sym typeface="Roboto Light"/>
            </a:endParaRPr>
          </a:p>
        </p:txBody>
      </p:sp>
      <p:pic>
        <p:nvPicPr>
          <p:cNvPr id="3200" name="Google Shape;3200;g3693f7da1e3_0_4696"/>
          <p:cNvPicPr preferRelativeResize="0"/>
          <p:nvPr/>
        </p:nvPicPr>
        <p:blipFill rotWithShape="1">
          <a:blip r:embed="rId3">
            <a:alphaModFix/>
          </a:blip>
          <a:srcRect b="0" l="0" r="0" t="0"/>
          <a:stretch/>
        </p:blipFill>
        <p:spPr>
          <a:xfrm>
            <a:off x="1176975" y="1056700"/>
            <a:ext cx="6493249" cy="3590224"/>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05" name="Shape 3205"/>
        <p:cNvGrpSpPr/>
        <p:nvPr/>
      </p:nvGrpSpPr>
      <p:grpSpPr>
        <a:xfrm>
          <a:off x="0" y="0"/>
          <a:ext cx="0" cy="0"/>
          <a:chOff x="0" y="0"/>
          <a:chExt cx="0" cy="0"/>
        </a:xfrm>
      </p:grpSpPr>
      <p:sp>
        <p:nvSpPr>
          <p:cNvPr id="3206" name="Google Shape;3206;g3693f7da1e3_0_4703"/>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207" name="Google Shape;3207;g3693f7da1e3_0_4703"/>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Stock placement strategies</a:t>
            </a:r>
            <a:endParaRPr sz="1200">
              <a:solidFill>
                <a:schemeClr val="dk1"/>
              </a:solidFill>
              <a:latin typeface="Roboto Light"/>
              <a:ea typeface="Roboto Light"/>
              <a:cs typeface="Roboto Light"/>
              <a:sym typeface="Roboto Light"/>
            </a:endParaRPr>
          </a:p>
        </p:txBody>
      </p:sp>
      <p:pic>
        <p:nvPicPr>
          <p:cNvPr id="3208" name="Google Shape;3208;g3693f7da1e3_0_4703"/>
          <p:cNvPicPr preferRelativeResize="0"/>
          <p:nvPr/>
        </p:nvPicPr>
        <p:blipFill>
          <a:blip r:embed="rId3">
            <a:alphaModFix/>
          </a:blip>
          <a:stretch>
            <a:fillRect/>
          </a:stretch>
        </p:blipFill>
        <p:spPr>
          <a:xfrm>
            <a:off x="62125" y="1997375"/>
            <a:ext cx="3152975" cy="2310699"/>
          </a:xfrm>
          <a:prstGeom prst="rect">
            <a:avLst/>
          </a:prstGeom>
          <a:noFill/>
          <a:ln>
            <a:noFill/>
          </a:ln>
        </p:spPr>
      </p:pic>
      <p:pic>
        <p:nvPicPr>
          <p:cNvPr id="3209" name="Google Shape;3209;g3693f7da1e3_0_4703"/>
          <p:cNvPicPr preferRelativeResize="0"/>
          <p:nvPr/>
        </p:nvPicPr>
        <p:blipFill>
          <a:blip r:embed="rId4">
            <a:alphaModFix/>
          </a:blip>
          <a:stretch>
            <a:fillRect/>
          </a:stretch>
        </p:blipFill>
        <p:spPr>
          <a:xfrm>
            <a:off x="3296438" y="1944025"/>
            <a:ext cx="3505550" cy="2547400"/>
          </a:xfrm>
          <a:prstGeom prst="rect">
            <a:avLst/>
          </a:prstGeom>
          <a:noFill/>
          <a:ln>
            <a:noFill/>
          </a:ln>
        </p:spPr>
      </p:pic>
      <p:pic>
        <p:nvPicPr>
          <p:cNvPr id="3210" name="Google Shape;3210;g3693f7da1e3_0_4703"/>
          <p:cNvPicPr preferRelativeResize="0"/>
          <p:nvPr/>
        </p:nvPicPr>
        <p:blipFill>
          <a:blip r:embed="rId5">
            <a:alphaModFix/>
          </a:blip>
          <a:stretch>
            <a:fillRect/>
          </a:stretch>
        </p:blipFill>
        <p:spPr>
          <a:xfrm>
            <a:off x="6928750" y="1879908"/>
            <a:ext cx="1939525" cy="2545626"/>
          </a:xfrm>
          <a:prstGeom prst="rect">
            <a:avLst/>
          </a:prstGeom>
          <a:noFill/>
          <a:ln>
            <a:noFill/>
          </a:ln>
        </p:spPr>
      </p:pic>
      <p:cxnSp>
        <p:nvCxnSpPr>
          <p:cNvPr id="3211" name="Google Shape;3211;g3693f7da1e3_0_4703"/>
          <p:cNvCxnSpPr/>
          <p:nvPr/>
        </p:nvCxnSpPr>
        <p:spPr>
          <a:xfrm>
            <a:off x="3232125" y="1092025"/>
            <a:ext cx="10800" cy="3618900"/>
          </a:xfrm>
          <a:prstGeom prst="straightConnector1">
            <a:avLst/>
          </a:prstGeom>
          <a:noFill/>
          <a:ln cap="flat" cmpd="sng" w="9525">
            <a:solidFill>
              <a:schemeClr val="accent1"/>
            </a:solidFill>
            <a:prstDash val="dash"/>
            <a:round/>
            <a:headEnd len="med" w="med" type="none"/>
            <a:tailEnd len="med" w="med" type="none"/>
          </a:ln>
        </p:spPr>
      </p:cxnSp>
      <p:cxnSp>
        <p:nvCxnSpPr>
          <p:cNvPr id="3212" name="Google Shape;3212;g3693f7da1e3_0_4703"/>
          <p:cNvCxnSpPr/>
          <p:nvPr/>
        </p:nvCxnSpPr>
        <p:spPr>
          <a:xfrm>
            <a:off x="6798125" y="1119800"/>
            <a:ext cx="3900" cy="3591000"/>
          </a:xfrm>
          <a:prstGeom prst="straightConnector1">
            <a:avLst/>
          </a:prstGeom>
          <a:noFill/>
          <a:ln cap="flat" cmpd="sng" w="9525">
            <a:solidFill>
              <a:schemeClr val="accent1"/>
            </a:solidFill>
            <a:prstDash val="dash"/>
            <a:round/>
            <a:headEnd len="med" w="med" type="none"/>
            <a:tailEnd len="med" w="med" type="none"/>
          </a:ln>
        </p:spPr>
      </p:cxnSp>
      <p:pic>
        <p:nvPicPr>
          <p:cNvPr id="3213" name="Google Shape;3213;g3693f7da1e3_0_4703"/>
          <p:cNvPicPr preferRelativeResize="0"/>
          <p:nvPr/>
        </p:nvPicPr>
        <p:blipFill>
          <a:blip r:embed="rId6">
            <a:alphaModFix/>
          </a:blip>
          <a:stretch>
            <a:fillRect/>
          </a:stretch>
        </p:blipFill>
        <p:spPr>
          <a:xfrm>
            <a:off x="860324" y="1022450"/>
            <a:ext cx="1487900" cy="739000"/>
          </a:xfrm>
          <a:prstGeom prst="rect">
            <a:avLst/>
          </a:prstGeom>
          <a:noFill/>
          <a:ln>
            <a:noFill/>
          </a:ln>
        </p:spPr>
      </p:pic>
      <p:pic>
        <p:nvPicPr>
          <p:cNvPr id="3214" name="Google Shape;3214;g3693f7da1e3_0_4703"/>
          <p:cNvPicPr preferRelativeResize="0"/>
          <p:nvPr/>
        </p:nvPicPr>
        <p:blipFill>
          <a:blip r:embed="rId7">
            <a:alphaModFix/>
          </a:blip>
          <a:stretch>
            <a:fillRect/>
          </a:stretch>
        </p:blipFill>
        <p:spPr>
          <a:xfrm>
            <a:off x="4209725" y="1058000"/>
            <a:ext cx="1406308" cy="844925"/>
          </a:xfrm>
          <a:prstGeom prst="rect">
            <a:avLst/>
          </a:prstGeom>
          <a:noFill/>
          <a:ln>
            <a:noFill/>
          </a:ln>
        </p:spPr>
      </p:pic>
      <p:pic>
        <p:nvPicPr>
          <p:cNvPr id="3215" name="Google Shape;3215;g3693f7da1e3_0_4703"/>
          <p:cNvPicPr preferRelativeResize="0"/>
          <p:nvPr/>
        </p:nvPicPr>
        <p:blipFill>
          <a:blip r:embed="rId8">
            <a:alphaModFix/>
          </a:blip>
          <a:stretch>
            <a:fillRect/>
          </a:stretch>
        </p:blipFill>
        <p:spPr>
          <a:xfrm>
            <a:off x="7132550" y="1012237"/>
            <a:ext cx="1309715" cy="784775"/>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9" name="Shape 3219"/>
        <p:cNvGrpSpPr/>
        <p:nvPr/>
      </p:nvGrpSpPr>
      <p:grpSpPr>
        <a:xfrm>
          <a:off x="0" y="0"/>
          <a:ext cx="0" cy="0"/>
          <a:chOff x="0" y="0"/>
          <a:chExt cx="0" cy="0"/>
        </a:xfrm>
      </p:grpSpPr>
      <p:sp>
        <p:nvSpPr>
          <p:cNvPr id="3220" name="Google Shape;3220;g3693f7da1e3_0_4717"/>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3221" name="Google Shape;3221;g3693f7da1e3_0_4717"/>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222" name="Google Shape;3222;g3693f7da1e3_0_4717"/>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3223" name="Google Shape;3223;g3693f7da1e3_0_4717"/>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3224" name="Google Shape;3224;g3693f7da1e3_0_4717"/>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29" name="Shape 3229"/>
        <p:cNvGrpSpPr/>
        <p:nvPr/>
      </p:nvGrpSpPr>
      <p:grpSpPr>
        <a:xfrm>
          <a:off x="0" y="0"/>
          <a:ext cx="0" cy="0"/>
          <a:chOff x="0" y="0"/>
          <a:chExt cx="0" cy="0"/>
        </a:xfrm>
      </p:grpSpPr>
      <p:sp>
        <p:nvSpPr>
          <p:cNvPr id="3230" name="Google Shape;3230;g3693f7da1e3_0_4725"/>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231" name="Google Shape;3231;g3693f7da1e3_0_4725"/>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3232" name="Google Shape;3232;g3693f7da1e3_0_4725"/>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3233" name="Google Shape;3233;g3693f7da1e3_0_4725"/>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3234" name="Google Shape;3234;g3693f7da1e3_0_4725"/>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3235" name="Google Shape;3235;g3693f7da1e3_0_4725"/>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3236" name="Google Shape;3236;g3693f7da1e3_0_4725"/>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3237" name="Google Shape;3237;g3693f7da1e3_0_4725"/>
          <p:cNvCxnSpPr>
            <a:stCxn id="3236" idx="1"/>
            <a:endCxn id="3235"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3238" name="Google Shape;3238;g3693f7da1e3_0_4725"/>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3239" name="Google Shape;3239;g3693f7da1e3_0_4725"/>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3240" name="Google Shape;3240;g3693f7da1e3_0_4725"/>
          <p:cNvCxnSpPr>
            <a:stCxn id="3235" idx="2"/>
            <a:endCxn id="3239"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3241" name="Google Shape;3241;g3693f7da1e3_0_4725"/>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3242" name="Google Shape;3242;g3693f7da1e3_0_4725"/>
          <p:cNvCxnSpPr>
            <a:stCxn id="3239" idx="2"/>
            <a:endCxn id="3241"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3243" name="Google Shape;3243;g3693f7da1e3_0_4725"/>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3244" name="Google Shape;3244;g3693f7da1e3_0_4725"/>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3245" name="Google Shape;3245;g3693f7da1e3_0_4725"/>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3246" name="Google Shape;3246;g3693f7da1e3_0_4725"/>
          <p:cNvSpPr txBox="1"/>
          <p:nvPr/>
        </p:nvSpPr>
        <p:spPr>
          <a:xfrm rot="-5400000">
            <a:off x="-437075" y="2549313"/>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3247" name="Google Shape;3247;g3693f7da1e3_0_4725"/>
          <p:cNvCxnSpPr>
            <a:stCxn id="3241" idx="3"/>
            <a:endCxn id="3243"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3248" name="Google Shape;3248;g3693f7da1e3_0_4725"/>
          <p:cNvCxnSpPr>
            <a:stCxn id="3244" idx="1"/>
            <a:endCxn id="3245"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3249" name="Google Shape;3249;g3693f7da1e3_0_4725"/>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3250" name="Google Shape;3250;g3693f7da1e3_0_4725"/>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3251" name="Google Shape;3251;g3693f7da1e3_0_4725"/>
          <p:cNvCxnSpPr>
            <a:stCxn id="3249" idx="3"/>
            <a:endCxn id="3250"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3252" name="Google Shape;3252;g3693f7da1e3_0_4725"/>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3253" name="Google Shape;3253;g3693f7da1e3_0_4725"/>
          <p:cNvCxnSpPr>
            <a:stCxn id="3250" idx="2"/>
            <a:endCxn id="3252"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3254" name="Google Shape;3254;g3693f7da1e3_0_4725"/>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3255" name="Google Shape;3255;g3693f7da1e3_0_4725"/>
          <p:cNvCxnSpPr>
            <a:stCxn id="3252" idx="2"/>
            <a:endCxn id="3254"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3256" name="Google Shape;3256;g3693f7da1e3_0_4725"/>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3257" name="Google Shape;3257;g3693f7da1e3_0_4725"/>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3258" name="Google Shape;3258;g3693f7da1e3_0_4725"/>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3259" name="Google Shape;3259;g3693f7da1e3_0_4725"/>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3260" name="Google Shape;3260;g3693f7da1e3_0_4725"/>
          <p:cNvCxnSpPr>
            <a:stCxn id="3254" idx="3"/>
            <a:endCxn id="3256"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3261" name="Google Shape;3261;g3693f7da1e3_0_4725"/>
          <p:cNvCxnSpPr>
            <a:stCxn id="3259" idx="1"/>
            <a:endCxn id="3257"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3262" name="Google Shape;3262;g3693f7da1e3_0_4725"/>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3263" name="Google Shape;3263;g3693f7da1e3_0_4725"/>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3264" name="Google Shape;3264;g3693f7da1e3_0_4725"/>
          <p:cNvCxnSpPr>
            <a:stCxn id="3245" idx="1"/>
            <a:endCxn id="3263"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3265" name="Google Shape;3265;g3693f7da1e3_0_4725"/>
          <p:cNvCxnSpPr>
            <a:stCxn id="3263" idx="0"/>
            <a:endCxn id="3235"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3266" name="Google Shape;3266;g3693f7da1e3_0_4725"/>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3267" name="Google Shape;3267;g3693f7da1e3_0_4725"/>
          <p:cNvCxnSpPr>
            <a:stCxn id="3257" idx="1"/>
            <a:endCxn id="3266"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3268" name="Google Shape;3268;g3693f7da1e3_0_4725"/>
          <p:cNvCxnSpPr>
            <a:stCxn id="3266" idx="0"/>
            <a:endCxn id="3249"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3269" name="Google Shape;3269;g3693f7da1e3_0_4725"/>
          <p:cNvSpPr/>
          <p:nvPr/>
        </p:nvSpPr>
        <p:spPr>
          <a:xfrm>
            <a:off x="1307000" y="4114825"/>
            <a:ext cx="1145700" cy="67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270" name="Google Shape;3270;g3693f7da1e3_0_4725"/>
          <p:cNvSpPr/>
          <p:nvPr/>
        </p:nvSpPr>
        <p:spPr>
          <a:xfrm>
            <a:off x="5982600" y="4076475"/>
            <a:ext cx="1161300" cy="619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271" name="Google Shape;3271;g3693f7da1e3_0_4725"/>
          <p:cNvSpPr/>
          <p:nvPr/>
        </p:nvSpPr>
        <p:spPr>
          <a:xfrm>
            <a:off x="2600675" y="3721825"/>
            <a:ext cx="11457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
        <p:nvSpPr>
          <p:cNvPr id="3272" name="Google Shape;3272;g3693f7da1e3_0_4725"/>
          <p:cNvSpPr/>
          <p:nvPr/>
        </p:nvSpPr>
        <p:spPr>
          <a:xfrm>
            <a:off x="7442450" y="3721825"/>
            <a:ext cx="1233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3273" name="Google Shape;3273;g3693f7da1e3_0_4725"/>
          <p:cNvCxnSpPr>
            <a:stCxn id="3243" idx="3"/>
            <a:endCxn id="3271"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3274" name="Google Shape;3274;g3693f7da1e3_0_4725"/>
          <p:cNvCxnSpPr>
            <a:endCxn id="3244" idx="0"/>
          </p:cNvCxnSpPr>
          <p:nvPr/>
        </p:nvCxnSpPr>
        <p:spPr>
          <a:xfrm flipH="1">
            <a:off x="3301625" y="4019124"/>
            <a:ext cx="8400" cy="173700"/>
          </a:xfrm>
          <a:prstGeom prst="straightConnector1">
            <a:avLst/>
          </a:prstGeom>
          <a:noFill/>
          <a:ln cap="flat" cmpd="sng" w="9525">
            <a:solidFill>
              <a:schemeClr val="dk2"/>
            </a:solidFill>
            <a:prstDash val="solid"/>
            <a:round/>
            <a:headEnd len="med" w="med" type="none"/>
            <a:tailEnd len="med" w="med" type="triangle"/>
          </a:ln>
        </p:spPr>
      </p:cxnSp>
      <p:cxnSp>
        <p:nvCxnSpPr>
          <p:cNvPr id="3275" name="Google Shape;3275;g3693f7da1e3_0_4725"/>
          <p:cNvCxnSpPr>
            <a:stCxn id="3256" idx="3"/>
            <a:endCxn id="3272" idx="3"/>
          </p:cNvCxnSpPr>
          <p:nvPr/>
        </p:nvCxnSpPr>
        <p:spPr>
          <a:xfrm>
            <a:off x="8675700" y="3343962"/>
            <a:ext cx="600" cy="521100"/>
          </a:xfrm>
          <a:prstGeom prst="bentConnector3">
            <a:avLst>
              <a:gd fmla="val 39695833" name="adj1"/>
            </a:avLst>
          </a:prstGeom>
          <a:noFill/>
          <a:ln cap="flat" cmpd="sng" w="9525">
            <a:solidFill>
              <a:schemeClr val="dk2"/>
            </a:solidFill>
            <a:prstDash val="solid"/>
            <a:round/>
            <a:headEnd len="med" w="med" type="none"/>
            <a:tailEnd len="med" w="med" type="triangle"/>
          </a:ln>
        </p:spPr>
      </p:cxnSp>
      <p:cxnSp>
        <p:nvCxnSpPr>
          <p:cNvPr id="3276" name="Google Shape;3276;g3693f7da1e3_0_4725"/>
          <p:cNvCxnSpPr>
            <a:endCxn id="3259" idx="0"/>
          </p:cNvCxnSpPr>
          <p:nvPr/>
        </p:nvCxnSpPr>
        <p:spPr>
          <a:xfrm flipH="1">
            <a:off x="8224050" y="4002524"/>
            <a:ext cx="1500" cy="124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1" name="Shape 3281"/>
        <p:cNvGrpSpPr/>
        <p:nvPr/>
      </p:nvGrpSpPr>
      <p:grpSpPr>
        <a:xfrm>
          <a:off x="0" y="0"/>
          <a:ext cx="0" cy="0"/>
          <a:chOff x="0" y="0"/>
          <a:chExt cx="0" cy="0"/>
        </a:xfrm>
      </p:grpSpPr>
      <p:sp>
        <p:nvSpPr>
          <p:cNvPr id="3282" name="Google Shape;3282;g3693f7da1e3_0_4776"/>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283" name="Google Shape;3283;g3693f7da1e3_0_4776"/>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Putaway execution</a:t>
            </a:r>
            <a:endParaRPr sz="1200">
              <a:solidFill>
                <a:schemeClr val="dk1"/>
              </a:solidFill>
              <a:latin typeface="Roboto Light"/>
              <a:ea typeface="Roboto Light"/>
              <a:cs typeface="Roboto Light"/>
              <a:sym typeface="Roboto Light"/>
            </a:endParaRPr>
          </a:p>
        </p:txBody>
      </p:sp>
      <p:sp>
        <p:nvSpPr>
          <p:cNvPr id="3284" name="Google Shape;3284;g3693f7da1e3_0_4776"/>
          <p:cNvSpPr/>
          <p:nvPr/>
        </p:nvSpPr>
        <p:spPr>
          <a:xfrm>
            <a:off x="350900"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 putaway requirements</a:t>
            </a:r>
            <a:endParaRPr sz="800">
              <a:solidFill>
                <a:srgbClr val="FFFFFF"/>
              </a:solidFill>
              <a:latin typeface="Roboto Light"/>
              <a:ea typeface="Roboto Light"/>
              <a:cs typeface="Roboto Light"/>
              <a:sym typeface="Roboto Light"/>
            </a:endParaRPr>
          </a:p>
        </p:txBody>
      </p:sp>
      <p:sp>
        <p:nvSpPr>
          <p:cNvPr id="3285" name="Google Shape;3285;g3693f7da1e3_0_4776"/>
          <p:cNvSpPr/>
          <p:nvPr/>
        </p:nvSpPr>
        <p:spPr>
          <a:xfrm>
            <a:off x="1820025"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Identify handling units to be processed</a:t>
            </a:r>
            <a:endParaRPr sz="800">
              <a:solidFill>
                <a:srgbClr val="FFFFFF"/>
              </a:solidFill>
              <a:latin typeface="Roboto Light"/>
              <a:ea typeface="Roboto Light"/>
              <a:cs typeface="Roboto Light"/>
              <a:sym typeface="Roboto Light"/>
            </a:endParaRPr>
          </a:p>
        </p:txBody>
      </p:sp>
      <p:sp>
        <p:nvSpPr>
          <p:cNvPr id="3286" name="Google Shape;3286;g3693f7da1e3_0_4776"/>
          <p:cNvSpPr/>
          <p:nvPr/>
        </p:nvSpPr>
        <p:spPr>
          <a:xfrm>
            <a:off x="3237200"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Review handling units warehouse tasks</a:t>
            </a:r>
            <a:endParaRPr sz="800">
              <a:solidFill>
                <a:srgbClr val="FFFFFF"/>
              </a:solidFill>
              <a:latin typeface="Roboto Light"/>
              <a:ea typeface="Roboto Light"/>
              <a:cs typeface="Roboto Light"/>
              <a:sym typeface="Roboto Light"/>
            </a:endParaRPr>
          </a:p>
        </p:txBody>
      </p:sp>
      <p:sp>
        <p:nvSpPr>
          <p:cNvPr id="3287" name="Google Shape;3287;g3693f7da1e3_0_4776"/>
          <p:cNvSpPr/>
          <p:nvPr/>
        </p:nvSpPr>
        <p:spPr>
          <a:xfrm>
            <a:off x="4675488"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Attach necessary documents to handling unit(If necessary)</a:t>
            </a:r>
            <a:endParaRPr>
              <a:latin typeface="Roboto Light"/>
              <a:ea typeface="Roboto Light"/>
              <a:cs typeface="Roboto Light"/>
              <a:sym typeface="Roboto Light"/>
            </a:endParaRPr>
          </a:p>
        </p:txBody>
      </p:sp>
      <p:sp>
        <p:nvSpPr>
          <p:cNvPr id="3288" name="Google Shape;3288;g3693f7da1e3_0_4776"/>
          <p:cNvSpPr/>
          <p:nvPr/>
        </p:nvSpPr>
        <p:spPr>
          <a:xfrm>
            <a:off x="6124338"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Move Handling unit to the appropriate area as per the warehouse task</a:t>
            </a:r>
            <a:endParaRPr sz="800">
              <a:solidFill>
                <a:srgbClr val="FFFFFF"/>
              </a:solidFill>
              <a:latin typeface="Roboto Light"/>
              <a:ea typeface="Roboto Light"/>
              <a:cs typeface="Roboto Light"/>
              <a:sym typeface="Roboto Light"/>
            </a:endParaRPr>
          </a:p>
        </p:txBody>
      </p:sp>
      <p:sp>
        <p:nvSpPr>
          <p:cNvPr id="3289" name="Google Shape;3289;g3693f7da1e3_0_4776"/>
          <p:cNvSpPr/>
          <p:nvPr/>
        </p:nvSpPr>
        <p:spPr>
          <a:xfrm>
            <a:off x="7573200" y="2160425"/>
            <a:ext cx="1102500" cy="7095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Update putaway completion in inbound delivery</a:t>
            </a:r>
            <a:endParaRPr sz="800">
              <a:solidFill>
                <a:srgbClr val="FFFFFF"/>
              </a:solidFill>
              <a:latin typeface="Roboto Light"/>
              <a:ea typeface="Roboto Light"/>
              <a:cs typeface="Roboto Light"/>
              <a:sym typeface="Roboto Light"/>
            </a:endParaRPr>
          </a:p>
        </p:txBody>
      </p:sp>
      <p:cxnSp>
        <p:nvCxnSpPr>
          <p:cNvPr id="3290" name="Google Shape;3290;g3693f7da1e3_0_4776"/>
          <p:cNvCxnSpPr>
            <a:stCxn id="3284" idx="3"/>
            <a:endCxn id="3285" idx="1"/>
          </p:cNvCxnSpPr>
          <p:nvPr/>
        </p:nvCxnSpPr>
        <p:spPr>
          <a:xfrm>
            <a:off x="1453400" y="2515175"/>
            <a:ext cx="366600" cy="0"/>
          </a:xfrm>
          <a:prstGeom prst="straightConnector1">
            <a:avLst/>
          </a:prstGeom>
          <a:noFill/>
          <a:ln cap="flat" cmpd="sng" w="9525">
            <a:solidFill>
              <a:srgbClr val="000000"/>
            </a:solidFill>
            <a:prstDash val="solid"/>
            <a:round/>
            <a:headEnd len="med" w="med" type="none"/>
            <a:tailEnd len="med" w="med" type="triangle"/>
          </a:ln>
        </p:spPr>
      </p:cxnSp>
      <p:cxnSp>
        <p:nvCxnSpPr>
          <p:cNvPr id="3291" name="Google Shape;3291;g3693f7da1e3_0_4776"/>
          <p:cNvCxnSpPr>
            <a:stCxn id="3285" idx="3"/>
            <a:endCxn id="3286" idx="1"/>
          </p:cNvCxnSpPr>
          <p:nvPr/>
        </p:nvCxnSpPr>
        <p:spPr>
          <a:xfrm>
            <a:off x="2922525" y="2515175"/>
            <a:ext cx="314700" cy="0"/>
          </a:xfrm>
          <a:prstGeom prst="straightConnector1">
            <a:avLst/>
          </a:prstGeom>
          <a:noFill/>
          <a:ln cap="flat" cmpd="sng" w="9525">
            <a:solidFill>
              <a:srgbClr val="000000"/>
            </a:solidFill>
            <a:prstDash val="solid"/>
            <a:round/>
            <a:headEnd len="med" w="med" type="none"/>
            <a:tailEnd len="med" w="med" type="triangle"/>
          </a:ln>
        </p:spPr>
      </p:cxnSp>
      <p:cxnSp>
        <p:nvCxnSpPr>
          <p:cNvPr id="3292" name="Google Shape;3292;g3693f7da1e3_0_4776"/>
          <p:cNvCxnSpPr>
            <a:stCxn id="3286" idx="3"/>
            <a:endCxn id="3287" idx="1"/>
          </p:cNvCxnSpPr>
          <p:nvPr/>
        </p:nvCxnSpPr>
        <p:spPr>
          <a:xfrm>
            <a:off x="4339700" y="2515175"/>
            <a:ext cx="335700" cy="0"/>
          </a:xfrm>
          <a:prstGeom prst="straightConnector1">
            <a:avLst/>
          </a:prstGeom>
          <a:noFill/>
          <a:ln cap="flat" cmpd="sng" w="9525">
            <a:solidFill>
              <a:srgbClr val="000000"/>
            </a:solidFill>
            <a:prstDash val="solid"/>
            <a:round/>
            <a:headEnd len="med" w="med" type="none"/>
            <a:tailEnd len="med" w="med" type="triangle"/>
          </a:ln>
        </p:spPr>
      </p:cxnSp>
      <p:cxnSp>
        <p:nvCxnSpPr>
          <p:cNvPr id="3293" name="Google Shape;3293;g3693f7da1e3_0_4776"/>
          <p:cNvCxnSpPr>
            <a:stCxn id="3287" idx="3"/>
            <a:endCxn id="3288" idx="1"/>
          </p:cNvCxnSpPr>
          <p:nvPr/>
        </p:nvCxnSpPr>
        <p:spPr>
          <a:xfrm>
            <a:off x="5777988" y="2515175"/>
            <a:ext cx="346500" cy="0"/>
          </a:xfrm>
          <a:prstGeom prst="straightConnector1">
            <a:avLst/>
          </a:prstGeom>
          <a:noFill/>
          <a:ln cap="flat" cmpd="sng" w="9525">
            <a:solidFill>
              <a:srgbClr val="000000"/>
            </a:solidFill>
            <a:prstDash val="solid"/>
            <a:round/>
            <a:headEnd len="med" w="med" type="none"/>
            <a:tailEnd len="med" w="med" type="triangle"/>
          </a:ln>
        </p:spPr>
      </p:cxnSp>
      <p:cxnSp>
        <p:nvCxnSpPr>
          <p:cNvPr id="3294" name="Google Shape;3294;g3693f7da1e3_0_4776"/>
          <p:cNvCxnSpPr>
            <a:stCxn id="3288" idx="3"/>
            <a:endCxn id="3289" idx="1"/>
          </p:cNvCxnSpPr>
          <p:nvPr/>
        </p:nvCxnSpPr>
        <p:spPr>
          <a:xfrm>
            <a:off x="7226838" y="2515175"/>
            <a:ext cx="346500" cy="0"/>
          </a:xfrm>
          <a:prstGeom prst="straightConnector1">
            <a:avLst/>
          </a:prstGeom>
          <a:noFill/>
          <a:ln cap="flat" cmpd="sng" w="9525">
            <a:solidFill>
              <a:srgbClr val="000000"/>
            </a:solidFill>
            <a:prstDash val="solid"/>
            <a:round/>
            <a:headEnd len="med" w="med" type="none"/>
            <a:tailEnd len="med" w="med" type="triangle"/>
          </a:ln>
        </p:spPr>
      </p:cxn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99" name="Shape 3299"/>
        <p:cNvGrpSpPr/>
        <p:nvPr/>
      </p:nvGrpSpPr>
      <p:grpSpPr>
        <a:xfrm>
          <a:off x="0" y="0"/>
          <a:ext cx="0" cy="0"/>
          <a:chOff x="0" y="0"/>
          <a:chExt cx="0" cy="0"/>
        </a:xfrm>
      </p:grpSpPr>
      <p:sp>
        <p:nvSpPr>
          <p:cNvPr id="3300" name="Google Shape;3300;g3693f7da1e3_0_4793"/>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301" name="Google Shape;3301;g3693f7da1e3_0_4793"/>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Putaway execution</a:t>
            </a:r>
            <a:endParaRPr sz="1200">
              <a:solidFill>
                <a:schemeClr val="dk1"/>
              </a:solidFill>
              <a:latin typeface="Roboto Light"/>
              <a:ea typeface="Roboto Light"/>
              <a:cs typeface="Roboto Light"/>
              <a:sym typeface="Roboto Light"/>
            </a:endParaRPr>
          </a:p>
        </p:txBody>
      </p:sp>
      <p:pic>
        <p:nvPicPr>
          <p:cNvPr id="3302" name="Google Shape;3302;g3693f7da1e3_0_4793"/>
          <p:cNvPicPr preferRelativeResize="0"/>
          <p:nvPr/>
        </p:nvPicPr>
        <p:blipFill>
          <a:blip r:embed="rId3">
            <a:alphaModFix/>
          </a:blip>
          <a:stretch>
            <a:fillRect/>
          </a:stretch>
        </p:blipFill>
        <p:spPr>
          <a:xfrm>
            <a:off x="1115850" y="933600"/>
            <a:ext cx="6776401" cy="3763125"/>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06" name="Shape 3306"/>
        <p:cNvGrpSpPr/>
        <p:nvPr/>
      </p:nvGrpSpPr>
      <p:grpSpPr>
        <a:xfrm>
          <a:off x="0" y="0"/>
          <a:ext cx="0" cy="0"/>
          <a:chOff x="0" y="0"/>
          <a:chExt cx="0" cy="0"/>
        </a:xfrm>
      </p:grpSpPr>
      <p:sp>
        <p:nvSpPr>
          <p:cNvPr id="3307" name="Google Shape;3307;g3693f7da1e3_0_4800"/>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3308" name="Google Shape;3308;g3693f7da1e3_0_4800"/>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309" name="Google Shape;3309;g3693f7da1e3_0_4800"/>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3310" name="Google Shape;3310;g3693f7da1e3_0_4800"/>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3311" name="Google Shape;3311;g3693f7da1e3_0_4800"/>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6" name="Shape 3316"/>
        <p:cNvGrpSpPr/>
        <p:nvPr/>
      </p:nvGrpSpPr>
      <p:grpSpPr>
        <a:xfrm>
          <a:off x="0" y="0"/>
          <a:ext cx="0" cy="0"/>
          <a:chOff x="0" y="0"/>
          <a:chExt cx="0" cy="0"/>
        </a:xfrm>
      </p:grpSpPr>
      <p:sp>
        <p:nvSpPr>
          <p:cNvPr id="3317" name="Google Shape;3317;g3693f7da1e3_0_4808"/>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318" name="Google Shape;3318;g3693f7da1e3_0_4808"/>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Production receipt or goods receipt from production</a:t>
            </a:r>
            <a:endParaRPr sz="1200">
              <a:solidFill>
                <a:schemeClr val="dk1"/>
              </a:solidFill>
              <a:latin typeface="Roboto Light"/>
              <a:ea typeface="Roboto Light"/>
              <a:cs typeface="Roboto Light"/>
              <a:sym typeface="Roboto Light"/>
            </a:endParaRPr>
          </a:p>
        </p:txBody>
      </p:sp>
      <p:cxnSp>
        <p:nvCxnSpPr>
          <p:cNvPr id="3319" name="Google Shape;3319;g3693f7da1e3_0_4808"/>
          <p:cNvCxnSpPr/>
          <p:nvPr/>
        </p:nvCxnSpPr>
        <p:spPr>
          <a:xfrm>
            <a:off x="4304150" y="947300"/>
            <a:ext cx="0" cy="3677100"/>
          </a:xfrm>
          <a:prstGeom prst="straightConnector1">
            <a:avLst/>
          </a:prstGeom>
          <a:noFill/>
          <a:ln cap="flat" cmpd="sng" w="19050">
            <a:solidFill>
              <a:schemeClr val="accent1"/>
            </a:solidFill>
            <a:prstDash val="dash"/>
            <a:round/>
            <a:headEnd len="med" w="med" type="none"/>
            <a:tailEnd len="med" w="med" type="none"/>
          </a:ln>
        </p:spPr>
      </p:cxnSp>
      <p:sp>
        <p:nvSpPr>
          <p:cNvPr id="3320" name="Google Shape;3320;g3693f7da1e3_0_4808"/>
          <p:cNvSpPr txBox="1"/>
          <p:nvPr/>
        </p:nvSpPr>
        <p:spPr>
          <a:xfrm>
            <a:off x="172175" y="988700"/>
            <a:ext cx="39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Auto Post Goods Receipt against Process Order</a:t>
            </a:r>
            <a:endParaRPr/>
          </a:p>
        </p:txBody>
      </p:sp>
      <p:sp>
        <p:nvSpPr>
          <p:cNvPr id="3321" name="Google Shape;3321;g3693f7da1e3_0_4808"/>
          <p:cNvSpPr txBox="1"/>
          <p:nvPr/>
        </p:nvSpPr>
        <p:spPr>
          <a:xfrm>
            <a:off x="4471400" y="988700"/>
            <a:ext cx="4470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Manual Post Goods Receipt against Process Order</a:t>
            </a:r>
            <a:endParaRPr sz="1200">
              <a:solidFill>
                <a:schemeClr val="dk1"/>
              </a:solidFill>
              <a:latin typeface="Roboto Light"/>
              <a:ea typeface="Roboto Light"/>
              <a:cs typeface="Roboto Light"/>
              <a:sym typeface="Roboto Light"/>
            </a:endParaRPr>
          </a:p>
        </p:txBody>
      </p:sp>
      <p:sp>
        <p:nvSpPr>
          <p:cNvPr id="3322" name="Google Shape;3322;g3693f7da1e3_0_4808"/>
          <p:cNvSpPr/>
          <p:nvPr/>
        </p:nvSpPr>
        <p:spPr>
          <a:xfrm>
            <a:off x="1395800" y="13580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3323" name="Google Shape;3323;g3693f7da1e3_0_4808"/>
          <p:cNvSpPr/>
          <p:nvPr/>
        </p:nvSpPr>
        <p:spPr>
          <a:xfrm>
            <a:off x="2704425" y="1413650"/>
            <a:ext cx="724500" cy="3693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Auto GR at operation confirmation</a:t>
            </a:r>
            <a:endParaRPr sz="600">
              <a:solidFill>
                <a:schemeClr val="lt2"/>
              </a:solidFill>
              <a:latin typeface="Roboto Light"/>
              <a:ea typeface="Roboto Light"/>
              <a:cs typeface="Roboto Light"/>
              <a:sym typeface="Roboto Light"/>
            </a:endParaRPr>
          </a:p>
        </p:txBody>
      </p:sp>
      <p:cxnSp>
        <p:nvCxnSpPr>
          <p:cNvPr id="3324" name="Google Shape;3324;g3693f7da1e3_0_4808"/>
          <p:cNvCxnSpPr>
            <a:stCxn id="3323" idx="1"/>
            <a:endCxn id="3322" idx="3"/>
          </p:cNvCxnSpPr>
          <p:nvPr/>
        </p:nvCxnSpPr>
        <p:spPr>
          <a:xfrm rot="10800000">
            <a:off x="2299125" y="1598300"/>
            <a:ext cx="405300" cy="0"/>
          </a:xfrm>
          <a:prstGeom prst="straightConnector1">
            <a:avLst/>
          </a:prstGeom>
          <a:noFill/>
          <a:ln cap="flat" cmpd="sng" w="9525">
            <a:solidFill>
              <a:schemeClr val="dk2"/>
            </a:solidFill>
            <a:prstDash val="dash"/>
            <a:round/>
            <a:headEnd len="med" w="med" type="none"/>
            <a:tailEnd len="med" w="med" type="triangle"/>
          </a:ln>
        </p:spPr>
      </p:cxnSp>
      <p:cxnSp>
        <p:nvCxnSpPr>
          <p:cNvPr id="3325" name="Google Shape;3325;g3693f7da1e3_0_4808"/>
          <p:cNvCxnSpPr/>
          <p:nvPr/>
        </p:nvCxnSpPr>
        <p:spPr>
          <a:xfrm>
            <a:off x="216000" y="2819475"/>
            <a:ext cx="3960300" cy="0"/>
          </a:xfrm>
          <a:prstGeom prst="straightConnector1">
            <a:avLst/>
          </a:prstGeom>
          <a:noFill/>
          <a:ln cap="flat" cmpd="sng" w="9525">
            <a:solidFill>
              <a:schemeClr val="dk2"/>
            </a:solidFill>
            <a:prstDash val="solid"/>
            <a:round/>
            <a:headEnd len="med" w="med" type="none"/>
            <a:tailEnd len="med" w="med" type="none"/>
          </a:ln>
        </p:spPr>
      </p:cxnSp>
      <p:sp>
        <p:nvSpPr>
          <p:cNvPr id="3326" name="Google Shape;3326;g3693f7da1e3_0_4808"/>
          <p:cNvSpPr/>
          <p:nvPr/>
        </p:nvSpPr>
        <p:spPr>
          <a:xfrm>
            <a:off x="1395800" y="22493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3327" name="Google Shape;3327;g3693f7da1e3_0_4808"/>
          <p:cNvCxnSpPr>
            <a:stCxn id="3322" idx="2"/>
            <a:endCxn id="3326" idx="0"/>
          </p:cNvCxnSpPr>
          <p:nvPr/>
        </p:nvCxnSpPr>
        <p:spPr>
          <a:xfrm>
            <a:off x="1847450" y="1838608"/>
            <a:ext cx="0" cy="410700"/>
          </a:xfrm>
          <a:prstGeom prst="straightConnector1">
            <a:avLst/>
          </a:prstGeom>
          <a:noFill/>
          <a:ln cap="flat" cmpd="sng" w="9525">
            <a:solidFill>
              <a:schemeClr val="dk2"/>
            </a:solidFill>
            <a:prstDash val="solid"/>
            <a:round/>
            <a:headEnd len="med" w="med" type="none"/>
            <a:tailEnd len="med" w="med" type="triangle"/>
          </a:ln>
        </p:spPr>
      </p:cxnSp>
      <p:sp>
        <p:nvSpPr>
          <p:cNvPr id="3328" name="Google Shape;3328;g3693f7da1e3_0_4808"/>
          <p:cNvSpPr/>
          <p:nvPr/>
        </p:nvSpPr>
        <p:spPr>
          <a:xfrm>
            <a:off x="139580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3329" name="Google Shape;3329;g3693f7da1e3_0_4808"/>
          <p:cNvCxnSpPr>
            <a:stCxn id="3326" idx="2"/>
            <a:endCxn id="3328" idx="0"/>
          </p:cNvCxnSpPr>
          <p:nvPr/>
        </p:nvCxnSpPr>
        <p:spPr>
          <a:xfrm>
            <a:off x="1847450" y="2729908"/>
            <a:ext cx="0" cy="355200"/>
          </a:xfrm>
          <a:prstGeom prst="straightConnector1">
            <a:avLst/>
          </a:prstGeom>
          <a:noFill/>
          <a:ln cap="flat" cmpd="sng" w="9525">
            <a:solidFill>
              <a:schemeClr val="dk2"/>
            </a:solidFill>
            <a:prstDash val="solid"/>
            <a:round/>
            <a:headEnd len="med" w="med" type="none"/>
            <a:tailEnd len="med" w="med" type="triangle"/>
          </a:ln>
        </p:spPr>
      </p:cxnSp>
      <p:sp>
        <p:nvSpPr>
          <p:cNvPr id="3330" name="Google Shape;3330;g3693f7da1e3_0_4808"/>
          <p:cNvSpPr/>
          <p:nvPr/>
        </p:nvSpPr>
        <p:spPr>
          <a:xfrm>
            <a:off x="2816650" y="3085049"/>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3331" name="Google Shape;3331;g3693f7da1e3_0_4808"/>
          <p:cNvSpPr/>
          <p:nvPr/>
        </p:nvSpPr>
        <p:spPr>
          <a:xfrm>
            <a:off x="2849975" y="41928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sp>
        <p:nvSpPr>
          <p:cNvPr id="3332" name="Google Shape;3332;g3693f7da1e3_0_4808"/>
          <p:cNvSpPr/>
          <p:nvPr/>
        </p:nvSpPr>
        <p:spPr>
          <a:xfrm>
            <a:off x="1395800"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sp>
        <p:nvSpPr>
          <p:cNvPr id="3333" name="Google Shape;3333;g3693f7da1e3_0_4808"/>
          <p:cNvSpPr txBox="1"/>
          <p:nvPr/>
        </p:nvSpPr>
        <p:spPr>
          <a:xfrm rot="-5400000">
            <a:off x="-437075" y="2538213"/>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cxnSp>
        <p:nvCxnSpPr>
          <p:cNvPr id="3334" name="Google Shape;3334;g3693f7da1e3_0_4808"/>
          <p:cNvCxnSpPr>
            <a:stCxn id="3328" idx="3"/>
            <a:endCxn id="3330" idx="1"/>
          </p:cNvCxnSpPr>
          <p:nvPr/>
        </p:nvCxnSpPr>
        <p:spPr>
          <a:xfrm>
            <a:off x="2299100" y="3343949"/>
            <a:ext cx="517500" cy="0"/>
          </a:xfrm>
          <a:prstGeom prst="straightConnector1">
            <a:avLst/>
          </a:prstGeom>
          <a:noFill/>
          <a:ln cap="flat" cmpd="sng" w="9525">
            <a:solidFill>
              <a:schemeClr val="dk2"/>
            </a:solidFill>
            <a:prstDash val="solid"/>
            <a:round/>
            <a:headEnd len="med" w="med" type="none"/>
            <a:tailEnd len="med" w="med" type="triangle"/>
          </a:ln>
        </p:spPr>
      </p:cxnSp>
      <p:cxnSp>
        <p:nvCxnSpPr>
          <p:cNvPr id="3335" name="Google Shape;3335;g3693f7da1e3_0_4808"/>
          <p:cNvCxnSpPr>
            <a:stCxn id="3331" idx="1"/>
            <a:endCxn id="3332" idx="3"/>
          </p:cNvCxnSpPr>
          <p:nvPr/>
        </p:nvCxnSpPr>
        <p:spPr>
          <a:xfrm rot="10800000">
            <a:off x="2299175" y="4451724"/>
            <a:ext cx="550800" cy="0"/>
          </a:xfrm>
          <a:prstGeom prst="straightConnector1">
            <a:avLst/>
          </a:prstGeom>
          <a:noFill/>
          <a:ln cap="flat" cmpd="sng" w="9525">
            <a:solidFill>
              <a:schemeClr val="dk2"/>
            </a:solidFill>
            <a:prstDash val="solid"/>
            <a:round/>
            <a:headEnd len="med" w="med" type="none"/>
            <a:tailEnd len="med" w="med" type="triangle"/>
          </a:ln>
        </p:spPr>
      </p:cxnSp>
      <p:sp>
        <p:nvSpPr>
          <p:cNvPr id="3336" name="Google Shape;3336;g3693f7da1e3_0_4808"/>
          <p:cNvSpPr/>
          <p:nvPr/>
        </p:nvSpPr>
        <p:spPr>
          <a:xfrm>
            <a:off x="4660900" y="1413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confirmation </a:t>
            </a:r>
            <a:endParaRPr sz="800">
              <a:solidFill>
                <a:schemeClr val="lt2"/>
              </a:solidFill>
              <a:latin typeface="Roboto Light"/>
              <a:ea typeface="Roboto Light"/>
              <a:cs typeface="Roboto Light"/>
              <a:sym typeface="Roboto Light"/>
            </a:endParaRPr>
          </a:p>
        </p:txBody>
      </p:sp>
      <p:sp>
        <p:nvSpPr>
          <p:cNvPr id="3337" name="Google Shape;3337;g3693f7da1e3_0_4808"/>
          <p:cNvSpPr/>
          <p:nvPr/>
        </p:nvSpPr>
        <p:spPr>
          <a:xfrm>
            <a:off x="6576025" y="1376000"/>
            <a:ext cx="988800" cy="555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chemeClr val="lt2"/>
                </a:solidFill>
                <a:latin typeface="Roboto Light"/>
                <a:ea typeface="Roboto Light"/>
                <a:cs typeface="Roboto Light"/>
                <a:sym typeface="Roboto Light"/>
              </a:rPr>
              <a:t>Manual GR posting from MIGO against process order</a:t>
            </a:r>
            <a:endParaRPr sz="800">
              <a:solidFill>
                <a:schemeClr val="lt2"/>
              </a:solidFill>
              <a:latin typeface="Roboto Light"/>
              <a:ea typeface="Roboto Light"/>
              <a:cs typeface="Roboto Light"/>
              <a:sym typeface="Roboto Light"/>
            </a:endParaRPr>
          </a:p>
        </p:txBody>
      </p:sp>
      <p:cxnSp>
        <p:nvCxnSpPr>
          <p:cNvPr id="3338" name="Google Shape;3338;g3693f7da1e3_0_4808"/>
          <p:cNvCxnSpPr>
            <a:stCxn id="3336" idx="3"/>
            <a:endCxn id="3337" idx="1"/>
          </p:cNvCxnSpPr>
          <p:nvPr/>
        </p:nvCxnSpPr>
        <p:spPr>
          <a:xfrm>
            <a:off x="5564200" y="1653958"/>
            <a:ext cx="1011900" cy="0"/>
          </a:xfrm>
          <a:prstGeom prst="straightConnector1">
            <a:avLst/>
          </a:prstGeom>
          <a:noFill/>
          <a:ln cap="flat" cmpd="sng" w="9525">
            <a:solidFill>
              <a:schemeClr val="dk2"/>
            </a:solidFill>
            <a:prstDash val="solid"/>
            <a:round/>
            <a:headEnd len="med" w="med" type="none"/>
            <a:tailEnd len="med" w="med" type="triangle"/>
          </a:ln>
        </p:spPr>
      </p:cxnSp>
      <p:sp>
        <p:nvSpPr>
          <p:cNvPr id="3339" name="Google Shape;3339;g3693f7da1e3_0_4808"/>
          <p:cNvSpPr/>
          <p:nvPr/>
        </p:nvSpPr>
        <p:spPr>
          <a:xfrm>
            <a:off x="6618775" y="22184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auto created</a:t>
            </a:r>
            <a:endParaRPr sz="800">
              <a:solidFill>
                <a:schemeClr val="lt2"/>
              </a:solidFill>
              <a:latin typeface="Roboto Light"/>
              <a:ea typeface="Roboto Light"/>
              <a:cs typeface="Roboto Light"/>
              <a:sym typeface="Roboto Light"/>
            </a:endParaRPr>
          </a:p>
        </p:txBody>
      </p:sp>
      <p:cxnSp>
        <p:nvCxnSpPr>
          <p:cNvPr id="3340" name="Google Shape;3340;g3693f7da1e3_0_4808"/>
          <p:cNvCxnSpPr>
            <a:stCxn id="3337" idx="2"/>
            <a:endCxn id="3339" idx="0"/>
          </p:cNvCxnSpPr>
          <p:nvPr/>
        </p:nvCxnSpPr>
        <p:spPr>
          <a:xfrm>
            <a:off x="7070425" y="1931900"/>
            <a:ext cx="0" cy="286500"/>
          </a:xfrm>
          <a:prstGeom prst="straightConnector1">
            <a:avLst/>
          </a:prstGeom>
          <a:noFill/>
          <a:ln cap="flat" cmpd="sng" w="9525">
            <a:solidFill>
              <a:schemeClr val="dk2"/>
            </a:solidFill>
            <a:prstDash val="solid"/>
            <a:round/>
            <a:headEnd len="med" w="med" type="none"/>
            <a:tailEnd len="med" w="med" type="triangle"/>
          </a:ln>
        </p:spPr>
      </p:cxnSp>
      <p:sp>
        <p:nvSpPr>
          <p:cNvPr id="3341" name="Google Shape;3341;g3693f7da1e3_0_4808"/>
          <p:cNvSpPr/>
          <p:nvPr/>
        </p:nvSpPr>
        <p:spPr>
          <a:xfrm>
            <a:off x="6618775"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Inbound delivery in EWM against process order</a:t>
            </a:r>
            <a:endParaRPr sz="800">
              <a:solidFill>
                <a:schemeClr val="lt2"/>
              </a:solidFill>
              <a:latin typeface="Roboto Light"/>
              <a:ea typeface="Roboto Light"/>
              <a:cs typeface="Roboto Light"/>
              <a:sym typeface="Roboto Light"/>
            </a:endParaRPr>
          </a:p>
        </p:txBody>
      </p:sp>
      <p:cxnSp>
        <p:nvCxnSpPr>
          <p:cNvPr id="3342" name="Google Shape;3342;g3693f7da1e3_0_4808"/>
          <p:cNvCxnSpPr>
            <a:stCxn id="3339" idx="2"/>
            <a:endCxn id="3341" idx="0"/>
          </p:cNvCxnSpPr>
          <p:nvPr/>
        </p:nvCxnSpPr>
        <p:spPr>
          <a:xfrm>
            <a:off x="7070425" y="2699008"/>
            <a:ext cx="0" cy="386100"/>
          </a:xfrm>
          <a:prstGeom prst="straightConnector1">
            <a:avLst/>
          </a:prstGeom>
          <a:noFill/>
          <a:ln cap="flat" cmpd="sng" w="9525">
            <a:solidFill>
              <a:schemeClr val="dk2"/>
            </a:solidFill>
            <a:prstDash val="solid"/>
            <a:round/>
            <a:headEnd len="med" w="med" type="none"/>
            <a:tailEnd len="med" w="med" type="triangle"/>
          </a:ln>
        </p:spPr>
      </p:cxnSp>
      <p:sp>
        <p:nvSpPr>
          <p:cNvPr id="3343" name="Google Shape;3343;g3693f7da1e3_0_4808"/>
          <p:cNvSpPr/>
          <p:nvPr/>
        </p:nvSpPr>
        <p:spPr>
          <a:xfrm>
            <a:off x="7772400" y="3085062"/>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Packing in Handling units and labels</a:t>
            </a:r>
            <a:endParaRPr sz="800">
              <a:solidFill>
                <a:schemeClr val="lt2"/>
              </a:solidFill>
              <a:latin typeface="Roboto Light"/>
              <a:ea typeface="Roboto Light"/>
              <a:cs typeface="Roboto Light"/>
              <a:sym typeface="Roboto Light"/>
            </a:endParaRPr>
          </a:p>
        </p:txBody>
      </p:sp>
      <p:sp>
        <p:nvSpPr>
          <p:cNvPr id="3344" name="Google Shape;3344;g3693f7da1e3_0_4808"/>
          <p:cNvSpPr/>
          <p:nvPr/>
        </p:nvSpPr>
        <p:spPr>
          <a:xfrm>
            <a:off x="6061625" y="4127337"/>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execution</a:t>
            </a:r>
            <a:endParaRPr sz="800">
              <a:solidFill>
                <a:schemeClr val="lt2"/>
              </a:solidFill>
              <a:latin typeface="Roboto Light"/>
              <a:ea typeface="Roboto Light"/>
              <a:cs typeface="Roboto Light"/>
              <a:sym typeface="Roboto Light"/>
            </a:endParaRPr>
          </a:p>
        </p:txBody>
      </p:sp>
      <p:cxnSp>
        <p:nvCxnSpPr>
          <p:cNvPr id="3345" name="Google Shape;3345;g3693f7da1e3_0_4808"/>
          <p:cNvCxnSpPr/>
          <p:nvPr/>
        </p:nvCxnSpPr>
        <p:spPr>
          <a:xfrm flipH="1" rot="10800000">
            <a:off x="4572000" y="2808525"/>
            <a:ext cx="4170300" cy="7800"/>
          </a:xfrm>
          <a:prstGeom prst="straightConnector1">
            <a:avLst/>
          </a:prstGeom>
          <a:noFill/>
          <a:ln cap="flat" cmpd="sng" w="9525">
            <a:solidFill>
              <a:schemeClr val="dk2"/>
            </a:solidFill>
            <a:prstDash val="solid"/>
            <a:round/>
            <a:headEnd len="med" w="med" type="none"/>
            <a:tailEnd len="med" w="med" type="none"/>
          </a:ln>
        </p:spPr>
      </p:cxnSp>
      <p:sp>
        <p:nvSpPr>
          <p:cNvPr id="3346" name="Google Shape;3346;g3693f7da1e3_0_4808"/>
          <p:cNvSpPr/>
          <p:nvPr/>
        </p:nvSpPr>
        <p:spPr>
          <a:xfrm>
            <a:off x="77724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Putaway location determination</a:t>
            </a:r>
            <a:endParaRPr sz="800">
              <a:solidFill>
                <a:schemeClr val="lt2"/>
              </a:solidFill>
              <a:latin typeface="Roboto Light"/>
              <a:ea typeface="Roboto Light"/>
              <a:cs typeface="Roboto Light"/>
              <a:sym typeface="Roboto Light"/>
            </a:endParaRPr>
          </a:p>
        </p:txBody>
      </p:sp>
      <p:cxnSp>
        <p:nvCxnSpPr>
          <p:cNvPr id="3347" name="Google Shape;3347;g3693f7da1e3_0_4808"/>
          <p:cNvCxnSpPr>
            <a:stCxn id="3341" idx="3"/>
            <a:endCxn id="3343" idx="1"/>
          </p:cNvCxnSpPr>
          <p:nvPr/>
        </p:nvCxnSpPr>
        <p:spPr>
          <a:xfrm>
            <a:off x="7522075" y="3343962"/>
            <a:ext cx="250200" cy="0"/>
          </a:xfrm>
          <a:prstGeom prst="straightConnector1">
            <a:avLst/>
          </a:prstGeom>
          <a:noFill/>
          <a:ln cap="flat" cmpd="sng" w="9525">
            <a:solidFill>
              <a:schemeClr val="dk2"/>
            </a:solidFill>
            <a:prstDash val="solid"/>
            <a:round/>
            <a:headEnd len="med" w="med" type="none"/>
            <a:tailEnd len="med" w="med" type="triangle"/>
          </a:ln>
        </p:spPr>
      </p:cxnSp>
      <p:cxnSp>
        <p:nvCxnSpPr>
          <p:cNvPr id="3348" name="Google Shape;3348;g3693f7da1e3_0_4808"/>
          <p:cNvCxnSpPr>
            <a:stCxn id="3346" idx="1"/>
            <a:endCxn id="3344" idx="3"/>
          </p:cNvCxnSpPr>
          <p:nvPr/>
        </p:nvCxnSpPr>
        <p:spPr>
          <a:xfrm rot="10800000">
            <a:off x="6964800" y="4386224"/>
            <a:ext cx="807600" cy="0"/>
          </a:xfrm>
          <a:prstGeom prst="straightConnector1">
            <a:avLst/>
          </a:prstGeom>
          <a:noFill/>
          <a:ln cap="flat" cmpd="sng" w="9525">
            <a:solidFill>
              <a:schemeClr val="dk2"/>
            </a:solidFill>
            <a:prstDash val="solid"/>
            <a:round/>
            <a:headEnd len="med" w="med" type="none"/>
            <a:tailEnd len="med" w="med" type="triangle"/>
          </a:ln>
        </p:spPr>
      </p:cxnSp>
      <p:sp>
        <p:nvSpPr>
          <p:cNvPr id="3349" name="Google Shape;3349;g3693f7da1e3_0_4808"/>
          <p:cNvSpPr txBox="1"/>
          <p:nvPr/>
        </p:nvSpPr>
        <p:spPr>
          <a:xfrm rot="-5400000">
            <a:off x="4085888" y="2721950"/>
            <a:ext cx="1810800" cy="1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chemeClr val="dk1"/>
                </a:solidFill>
                <a:latin typeface="Roboto Light"/>
                <a:ea typeface="Roboto Light"/>
                <a:cs typeface="Roboto Light"/>
                <a:sym typeface="Roboto Light"/>
              </a:rPr>
              <a:t>Goods movement update in S/4 HANA</a:t>
            </a:r>
            <a:endParaRPr sz="600">
              <a:solidFill>
                <a:schemeClr val="dk1"/>
              </a:solidFill>
              <a:latin typeface="Roboto Light"/>
              <a:ea typeface="Roboto Light"/>
              <a:cs typeface="Roboto Light"/>
              <a:sym typeface="Roboto Light"/>
            </a:endParaRPr>
          </a:p>
        </p:txBody>
      </p:sp>
      <p:sp>
        <p:nvSpPr>
          <p:cNvPr id="3350" name="Google Shape;3350;g3693f7da1e3_0_4808"/>
          <p:cNvSpPr/>
          <p:nvPr/>
        </p:nvSpPr>
        <p:spPr>
          <a:xfrm>
            <a:off x="172175" y="419267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3351" name="Google Shape;3351;g3693f7da1e3_0_4808"/>
          <p:cNvCxnSpPr>
            <a:stCxn id="3332" idx="1"/>
            <a:endCxn id="3350" idx="3"/>
          </p:cNvCxnSpPr>
          <p:nvPr/>
        </p:nvCxnSpPr>
        <p:spPr>
          <a:xfrm rot="10800000">
            <a:off x="1075400" y="4451574"/>
            <a:ext cx="320400" cy="0"/>
          </a:xfrm>
          <a:prstGeom prst="straightConnector1">
            <a:avLst/>
          </a:prstGeom>
          <a:noFill/>
          <a:ln cap="flat" cmpd="sng" w="9525">
            <a:solidFill>
              <a:schemeClr val="dk2"/>
            </a:solidFill>
            <a:prstDash val="solid"/>
            <a:round/>
            <a:headEnd len="med" w="med" type="none"/>
            <a:tailEnd len="med" w="med" type="triangle"/>
          </a:ln>
        </p:spPr>
      </p:cxnSp>
      <p:cxnSp>
        <p:nvCxnSpPr>
          <p:cNvPr id="3352" name="Google Shape;3352;g3693f7da1e3_0_4808"/>
          <p:cNvCxnSpPr>
            <a:stCxn id="3350" idx="0"/>
            <a:endCxn id="3322" idx="1"/>
          </p:cNvCxnSpPr>
          <p:nvPr/>
        </p:nvCxnSpPr>
        <p:spPr>
          <a:xfrm rot="-5400000">
            <a:off x="-287425" y="2509524"/>
            <a:ext cx="2594400" cy="771900"/>
          </a:xfrm>
          <a:prstGeom prst="bentConnector2">
            <a:avLst/>
          </a:prstGeom>
          <a:noFill/>
          <a:ln cap="flat" cmpd="sng" w="9525">
            <a:solidFill>
              <a:schemeClr val="dk2"/>
            </a:solidFill>
            <a:prstDash val="dash"/>
            <a:round/>
            <a:headEnd len="med" w="med" type="none"/>
            <a:tailEnd len="med" w="med" type="triangle"/>
          </a:ln>
        </p:spPr>
      </p:cxnSp>
      <p:sp>
        <p:nvSpPr>
          <p:cNvPr id="3353" name="Google Shape;3353;g3693f7da1e3_0_4808"/>
          <p:cNvSpPr/>
          <p:nvPr/>
        </p:nvSpPr>
        <p:spPr>
          <a:xfrm>
            <a:off x="4660900" y="4127324"/>
            <a:ext cx="903300" cy="5178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Quality management after receipt</a:t>
            </a:r>
            <a:endParaRPr sz="800">
              <a:solidFill>
                <a:schemeClr val="lt2"/>
              </a:solidFill>
              <a:latin typeface="Roboto Light"/>
              <a:ea typeface="Roboto Light"/>
              <a:cs typeface="Roboto Light"/>
              <a:sym typeface="Roboto Light"/>
            </a:endParaRPr>
          </a:p>
        </p:txBody>
      </p:sp>
      <p:cxnSp>
        <p:nvCxnSpPr>
          <p:cNvPr id="3354" name="Google Shape;3354;g3693f7da1e3_0_4808"/>
          <p:cNvCxnSpPr>
            <a:stCxn id="3344" idx="1"/>
            <a:endCxn id="3353" idx="3"/>
          </p:cNvCxnSpPr>
          <p:nvPr/>
        </p:nvCxnSpPr>
        <p:spPr>
          <a:xfrm rot="10800000">
            <a:off x="5564225" y="4386237"/>
            <a:ext cx="497400" cy="0"/>
          </a:xfrm>
          <a:prstGeom prst="straightConnector1">
            <a:avLst/>
          </a:prstGeom>
          <a:noFill/>
          <a:ln cap="flat" cmpd="sng" w="9525">
            <a:solidFill>
              <a:schemeClr val="dk2"/>
            </a:solidFill>
            <a:prstDash val="solid"/>
            <a:round/>
            <a:headEnd len="med" w="med" type="none"/>
            <a:tailEnd len="med" w="med" type="triangle"/>
          </a:ln>
        </p:spPr>
      </p:cxnSp>
      <p:cxnSp>
        <p:nvCxnSpPr>
          <p:cNvPr id="3355" name="Google Shape;3355;g3693f7da1e3_0_4808"/>
          <p:cNvCxnSpPr>
            <a:stCxn id="3353" idx="0"/>
            <a:endCxn id="3336" idx="2"/>
          </p:cNvCxnSpPr>
          <p:nvPr/>
        </p:nvCxnSpPr>
        <p:spPr>
          <a:xfrm rot="-5400000">
            <a:off x="3996250" y="3010424"/>
            <a:ext cx="2233200" cy="600"/>
          </a:xfrm>
          <a:prstGeom prst="bentConnector3">
            <a:avLst>
              <a:gd fmla="val 49997" name="adj1"/>
            </a:avLst>
          </a:prstGeom>
          <a:noFill/>
          <a:ln cap="flat" cmpd="sng" w="9525">
            <a:solidFill>
              <a:schemeClr val="dk2"/>
            </a:solidFill>
            <a:prstDash val="dash"/>
            <a:round/>
            <a:headEnd len="med" w="med" type="none"/>
            <a:tailEnd len="med" w="med" type="triangle"/>
          </a:ln>
        </p:spPr>
      </p:cxnSp>
      <p:sp>
        <p:nvSpPr>
          <p:cNvPr id="3356" name="Google Shape;3356;g3693f7da1e3_0_4808"/>
          <p:cNvSpPr/>
          <p:nvPr/>
        </p:nvSpPr>
        <p:spPr>
          <a:xfrm>
            <a:off x="101650" y="4076475"/>
            <a:ext cx="1145700" cy="67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357" name="Google Shape;3357;g3693f7da1e3_0_4808"/>
          <p:cNvSpPr/>
          <p:nvPr/>
        </p:nvSpPr>
        <p:spPr>
          <a:xfrm>
            <a:off x="4552563" y="4076475"/>
            <a:ext cx="1161300" cy="619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358" name="Google Shape;3358;g3693f7da1e3_0_4808"/>
          <p:cNvSpPr/>
          <p:nvPr/>
        </p:nvSpPr>
        <p:spPr>
          <a:xfrm>
            <a:off x="2585075" y="3721825"/>
            <a:ext cx="1161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sp>
        <p:nvSpPr>
          <p:cNvPr id="3359" name="Google Shape;3359;g3693f7da1e3_0_4808"/>
          <p:cNvSpPr/>
          <p:nvPr/>
        </p:nvSpPr>
        <p:spPr>
          <a:xfrm>
            <a:off x="7514400" y="3721825"/>
            <a:ext cx="1161300" cy="2865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800">
                <a:solidFill>
                  <a:schemeClr val="lt1"/>
                </a:solidFill>
                <a:latin typeface="Roboto Light"/>
                <a:ea typeface="Roboto Light"/>
                <a:cs typeface="Roboto Light"/>
                <a:sym typeface="Roboto Light"/>
              </a:rPr>
              <a:t>Record exceptions &amp; Post goods receipt</a:t>
            </a:r>
            <a:endParaRPr sz="800">
              <a:solidFill>
                <a:schemeClr val="lt2"/>
              </a:solidFill>
              <a:latin typeface="Roboto Light"/>
              <a:ea typeface="Roboto Light"/>
              <a:cs typeface="Roboto Light"/>
              <a:sym typeface="Roboto Light"/>
            </a:endParaRPr>
          </a:p>
        </p:txBody>
      </p:sp>
      <p:cxnSp>
        <p:nvCxnSpPr>
          <p:cNvPr id="3360" name="Google Shape;3360;g3693f7da1e3_0_4808"/>
          <p:cNvCxnSpPr>
            <a:stCxn id="3330" idx="3"/>
            <a:endCxn id="3358" idx="3"/>
          </p:cNvCxnSpPr>
          <p:nvPr/>
        </p:nvCxnSpPr>
        <p:spPr>
          <a:xfrm>
            <a:off x="3719950" y="3343949"/>
            <a:ext cx="26400" cy="521100"/>
          </a:xfrm>
          <a:prstGeom prst="bentConnector3">
            <a:avLst>
              <a:gd fmla="val 1002083" name="adj1"/>
            </a:avLst>
          </a:prstGeom>
          <a:noFill/>
          <a:ln cap="flat" cmpd="sng" w="9525">
            <a:solidFill>
              <a:schemeClr val="dk2"/>
            </a:solidFill>
            <a:prstDash val="solid"/>
            <a:round/>
            <a:headEnd len="med" w="med" type="none"/>
            <a:tailEnd len="med" w="med" type="triangle"/>
          </a:ln>
        </p:spPr>
      </p:cxnSp>
      <p:cxnSp>
        <p:nvCxnSpPr>
          <p:cNvPr id="3361" name="Google Shape;3361;g3693f7da1e3_0_4808"/>
          <p:cNvCxnSpPr>
            <a:endCxn id="3331" idx="0"/>
          </p:cNvCxnSpPr>
          <p:nvPr/>
        </p:nvCxnSpPr>
        <p:spPr>
          <a:xfrm flipH="1">
            <a:off x="3301625" y="4013724"/>
            <a:ext cx="2700" cy="179100"/>
          </a:xfrm>
          <a:prstGeom prst="straightConnector1">
            <a:avLst/>
          </a:prstGeom>
          <a:noFill/>
          <a:ln cap="flat" cmpd="sng" w="9525">
            <a:solidFill>
              <a:schemeClr val="dk2"/>
            </a:solidFill>
            <a:prstDash val="solid"/>
            <a:round/>
            <a:headEnd len="med" w="med" type="none"/>
            <a:tailEnd len="med" w="med" type="triangle"/>
          </a:ln>
        </p:spPr>
      </p:cxnSp>
      <p:cxnSp>
        <p:nvCxnSpPr>
          <p:cNvPr id="3362" name="Google Shape;3362;g3693f7da1e3_0_4808"/>
          <p:cNvCxnSpPr>
            <a:stCxn id="3343" idx="3"/>
            <a:endCxn id="3359" idx="3"/>
          </p:cNvCxnSpPr>
          <p:nvPr/>
        </p:nvCxnSpPr>
        <p:spPr>
          <a:xfrm>
            <a:off x="8675700" y="3343962"/>
            <a:ext cx="600" cy="521100"/>
          </a:xfrm>
          <a:prstGeom prst="bentConnector3">
            <a:avLst>
              <a:gd fmla="val 39687500" name="adj1"/>
            </a:avLst>
          </a:prstGeom>
          <a:noFill/>
          <a:ln cap="flat" cmpd="sng" w="9525">
            <a:solidFill>
              <a:schemeClr val="dk2"/>
            </a:solidFill>
            <a:prstDash val="solid"/>
            <a:round/>
            <a:headEnd len="med" w="med" type="none"/>
            <a:tailEnd len="med" w="med" type="triangle"/>
          </a:ln>
        </p:spPr>
      </p:cxnSp>
      <p:cxnSp>
        <p:nvCxnSpPr>
          <p:cNvPr id="3363" name="Google Shape;3363;g3693f7da1e3_0_4808"/>
          <p:cNvCxnSpPr>
            <a:endCxn id="3346" idx="0"/>
          </p:cNvCxnSpPr>
          <p:nvPr/>
        </p:nvCxnSpPr>
        <p:spPr>
          <a:xfrm flipH="1">
            <a:off x="8224050" y="4019024"/>
            <a:ext cx="18300" cy="108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68" name="Shape 3368"/>
        <p:cNvGrpSpPr/>
        <p:nvPr/>
      </p:nvGrpSpPr>
      <p:grpSpPr>
        <a:xfrm>
          <a:off x="0" y="0"/>
          <a:ext cx="0" cy="0"/>
          <a:chOff x="0" y="0"/>
          <a:chExt cx="0" cy="0"/>
        </a:xfrm>
      </p:grpSpPr>
      <p:sp>
        <p:nvSpPr>
          <p:cNvPr id="3369" name="Google Shape;3369;g3693f7da1e3_0_4859"/>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370" name="Google Shape;3370;g3693f7da1e3_0_4859"/>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Determine quality requirements</a:t>
            </a:r>
            <a:endParaRPr sz="1200">
              <a:solidFill>
                <a:schemeClr val="dk1"/>
              </a:solidFill>
              <a:latin typeface="Roboto Light"/>
              <a:ea typeface="Roboto Light"/>
              <a:cs typeface="Roboto Light"/>
              <a:sym typeface="Roboto Light"/>
            </a:endParaRPr>
          </a:p>
        </p:txBody>
      </p:sp>
      <p:sp>
        <p:nvSpPr>
          <p:cNvPr id="3371" name="Google Shape;3371;g3693f7da1e3_0_4859"/>
          <p:cNvSpPr/>
          <p:nvPr/>
        </p:nvSpPr>
        <p:spPr>
          <a:xfrm>
            <a:off x="2398850" y="2519850"/>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Receive goods</a:t>
            </a:r>
            <a:endParaRPr sz="800">
              <a:solidFill>
                <a:srgbClr val="FFFFFF"/>
              </a:solidFill>
              <a:latin typeface="Roboto Light"/>
              <a:ea typeface="Roboto Light"/>
              <a:cs typeface="Roboto Light"/>
              <a:sym typeface="Roboto Light"/>
            </a:endParaRPr>
          </a:p>
        </p:txBody>
      </p:sp>
      <p:sp>
        <p:nvSpPr>
          <p:cNvPr id="3372" name="Google Shape;3372;g3693f7da1e3_0_4859"/>
          <p:cNvSpPr/>
          <p:nvPr/>
        </p:nvSpPr>
        <p:spPr>
          <a:xfrm>
            <a:off x="3816025" y="1329625"/>
            <a:ext cx="1015500" cy="6291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rgbClr val="000000"/>
                </a:solidFill>
                <a:latin typeface="Roboto Light"/>
                <a:ea typeface="Roboto Light"/>
                <a:cs typeface="Roboto Light"/>
                <a:sym typeface="Roboto Light"/>
              </a:rPr>
              <a:t>Create work instruction to direct HU to Quality hold area</a:t>
            </a:r>
            <a:endParaRPr>
              <a:latin typeface="Roboto Light"/>
              <a:ea typeface="Roboto Light"/>
              <a:cs typeface="Roboto Light"/>
              <a:sym typeface="Roboto Light"/>
            </a:endParaRPr>
          </a:p>
        </p:txBody>
      </p:sp>
      <p:sp>
        <p:nvSpPr>
          <p:cNvPr id="3373" name="Google Shape;3373;g3693f7da1e3_0_4859"/>
          <p:cNvSpPr/>
          <p:nvPr/>
        </p:nvSpPr>
        <p:spPr>
          <a:xfrm>
            <a:off x="3790075" y="3515425"/>
            <a:ext cx="1067400" cy="7173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rgbClr val="000000"/>
                </a:solidFill>
                <a:latin typeface="Roboto Light"/>
                <a:ea typeface="Roboto Light"/>
                <a:cs typeface="Roboto Light"/>
                <a:sym typeface="Roboto Light"/>
              </a:rPr>
              <a:t>Create work instruction to direct the portion of receipt quality hold area</a:t>
            </a:r>
            <a:endParaRPr>
              <a:latin typeface="Roboto Light"/>
              <a:ea typeface="Roboto Light"/>
              <a:cs typeface="Roboto Light"/>
              <a:sym typeface="Roboto Light"/>
            </a:endParaRPr>
          </a:p>
        </p:txBody>
      </p:sp>
      <p:sp>
        <p:nvSpPr>
          <p:cNvPr id="3374" name="Google Shape;3374;g3693f7da1e3_0_4859"/>
          <p:cNvSpPr/>
          <p:nvPr/>
        </p:nvSpPr>
        <p:spPr>
          <a:xfrm>
            <a:off x="5148900" y="2448425"/>
            <a:ext cx="960000" cy="629100"/>
          </a:xfrm>
          <a:prstGeom prst="roundRect">
            <a:avLst>
              <a:gd fmla="val 16667" name="adj"/>
            </a:avLst>
          </a:prstGeom>
          <a:solidFill>
            <a:srgbClr val="A6CCE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solidFill>
                  <a:srgbClr val="FFFFFF"/>
                </a:solidFill>
                <a:latin typeface="Roboto Light"/>
                <a:ea typeface="Roboto Light"/>
                <a:cs typeface="Roboto Light"/>
                <a:sym typeface="Roboto Light"/>
              </a:rPr>
              <a:t>Determine putaway requirements</a:t>
            </a:r>
            <a:endParaRPr sz="800">
              <a:solidFill>
                <a:srgbClr val="FFFFFF"/>
              </a:solidFill>
              <a:latin typeface="Roboto Light"/>
              <a:ea typeface="Roboto Light"/>
              <a:cs typeface="Roboto Light"/>
              <a:sym typeface="Roboto Light"/>
            </a:endParaRPr>
          </a:p>
        </p:txBody>
      </p:sp>
      <p:cxnSp>
        <p:nvCxnSpPr>
          <p:cNvPr id="3375" name="Google Shape;3375;g3693f7da1e3_0_4859"/>
          <p:cNvCxnSpPr>
            <a:stCxn id="3371" idx="3"/>
            <a:endCxn id="3372" idx="1"/>
          </p:cNvCxnSpPr>
          <p:nvPr/>
        </p:nvCxnSpPr>
        <p:spPr>
          <a:xfrm flipH="1" rot="10800000">
            <a:off x="3358850" y="1644300"/>
            <a:ext cx="457200" cy="1190100"/>
          </a:xfrm>
          <a:prstGeom prst="bentConnector3">
            <a:avLst>
              <a:gd fmla="val 49997" name="adj1"/>
            </a:avLst>
          </a:prstGeom>
          <a:noFill/>
          <a:ln cap="flat" cmpd="sng" w="9525">
            <a:solidFill>
              <a:srgbClr val="000000"/>
            </a:solidFill>
            <a:prstDash val="solid"/>
            <a:round/>
            <a:headEnd len="med" w="med" type="none"/>
            <a:tailEnd len="med" w="med" type="triangle"/>
          </a:ln>
        </p:spPr>
      </p:cxnSp>
      <p:cxnSp>
        <p:nvCxnSpPr>
          <p:cNvPr id="3376" name="Google Shape;3376;g3693f7da1e3_0_4859"/>
          <p:cNvCxnSpPr>
            <a:stCxn id="3371" idx="3"/>
            <a:endCxn id="3373" idx="1"/>
          </p:cNvCxnSpPr>
          <p:nvPr/>
        </p:nvCxnSpPr>
        <p:spPr>
          <a:xfrm>
            <a:off x="3358850" y="2834400"/>
            <a:ext cx="431100" cy="1039800"/>
          </a:xfrm>
          <a:prstGeom prst="bentConnector3">
            <a:avLst>
              <a:gd fmla="val 50014" name="adj1"/>
            </a:avLst>
          </a:prstGeom>
          <a:noFill/>
          <a:ln cap="flat" cmpd="sng" w="9525">
            <a:solidFill>
              <a:srgbClr val="000000"/>
            </a:solidFill>
            <a:prstDash val="solid"/>
            <a:round/>
            <a:headEnd len="med" w="med" type="none"/>
            <a:tailEnd len="med" w="med" type="triangle"/>
          </a:ln>
        </p:spPr>
      </p:cxnSp>
      <p:cxnSp>
        <p:nvCxnSpPr>
          <p:cNvPr id="3377" name="Google Shape;3377;g3693f7da1e3_0_4859"/>
          <p:cNvCxnSpPr>
            <a:stCxn id="3372" idx="3"/>
            <a:endCxn id="3374" idx="1"/>
          </p:cNvCxnSpPr>
          <p:nvPr/>
        </p:nvCxnSpPr>
        <p:spPr>
          <a:xfrm>
            <a:off x="4831525" y="1644175"/>
            <a:ext cx="317400" cy="1118700"/>
          </a:xfrm>
          <a:prstGeom prst="bentConnector3">
            <a:avLst>
              <a:gd fmla="val 49996" name="adj1"/>
            </a:avLst>
          </a:prstGeom>
          <a:noFill/>
          <a:ln cap="flat" cmpd="sng" w="9525">
            <a:solidFill>
              <a:srgbClr val="000000"/>
            </a:solidFill>
            <a:prstDash val="solid"/>
            <a:round/>
            <a:headEnd len="med" w="med" type="none"/>
            <a:tailEnd len="med" w="med" type="triangle"/>
          </a:ln>
        </p:spPr>
      </p:cxnSp>
      <p:cxnSp>
        <p:nvCxnSpPr>
          <p:cNvPr id="3378" name="Google Shape;3378;g3693f7da1e3_0_4859"/>
          <p:cNvCxnSpPr>
            <a:stCxn id="3373" idx="3"/>
            <a:endCxn id="3374" idx="1"/>
          </p:cNvCxnSpPr>
          <p:nvPr/>
        </p:nvCxnSpPr>
        <p:spPr>
          <a:xfrm flipH="1" rot="10800000">
            <a:off x="4857475" y="2762875"/>
            <a:ext cx="291300" cy="1111200"/>
          </a:xfrm>
          <a:prstGeom prst="bentConnector3">
            <a:avLst>
              <a:gd fmla="val 50021" name="adj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82" name="Shape 3382"/>
        <p:cNvGrpSpPr/>
        <p:nvPr/>
      </p:nvGrpSpPr>
      <p:grpSpPr>
        <a:xfrm>
          <a:off x="0" y="0"/>
          <a:ext cx="0" cy="0"/>
          <a:chOff x="0" y="0"/>
          <a:chExt cx="0" cy="0"/>
        </a:xfrm>
      </p:grpSpPr>
      <p:sp>
        <p:nvSpPr>
          <p:cNvPr id="3383" name="Google Shape;3383;g3693f7da1e3_0_4873"/>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3384" name="Google Shape;3384;g3693f7da1e3_0_4873"/>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385" name="Google Shape;3385;g3693f7da1e3_0_4873"/>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3386" name="Google Shape;3386;g3693f7da1e3_0_4873"/>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3387" name="Google Shape;3387;g3693f7da1e3_0_4873"/>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92" name="Shape 3392"/>
        <p:cNvGrpSpPr/>
        <p:nvPr/>
      </p:nvGrpSpPr>
      <p:grpSpPr>
        <a:xfrm>
          <a:off x="0" y="0"/>
          <a:ext cx="0" cy="0"/>
          <a:chOff x="0" y="0"/>
          <a:chExt cx="0" cy="0"/>
        </a:xfrm>
      </p:grpSpPr>
      <p:sp>
        <p:nvSpPr>
          <p:cNvPr id="3393" name="Google Shape;3393;g3693f7da1e3_0_4881"/>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394" name="Google Shape;3394;g3693f7da1e3_0_4881"/>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Return to stock from production</a:t>
            </a:r>
            <a:endParaRPr sz="1200">
              <a:solidFill>
                <a:schemeClr val="dk1"/>
              </a:solidFill>
              <a:latin typeface="Roboto Light"/>
              <a:ea typeface="Roboto Light"/>
              <a:cs typeface="Roboto Light"/>
              <a:sym typeface="Roboto Light"/>
            </a:endParaRPr>
          </a:p>
        </p:txBody>
      </p:sp>
      <p:sp>
        <p:nvSpPr>
          <p:cNvPr id="3395" name="Google Shape;3395;g3693f7da1e3_0_4881"/>
          <p:cNvSpPr/>
          <p:nvPr/>
        </p:nvSpPr>
        <p:spPr>
          <a:xfrm>
            <a:off x="5215075" y="2651005"/>
            <a:ext cx="751800" cy="387900"/>
          </a:xfrm>
          <a:prstGeom prst="roundRect">
            <a:avLst>
              <a:gd fmla="val 16667" name="adj"/>
            </a:avLst>
          </a:prstGeom>
          <a:solidFill>
            <a:srgbClr val="EAD1DC"/>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600">
                <a:solidFill>
                  <a:schemeClr val="lt2"/>
                </a:solidFill>
                <a:latin typeface="Roboto Light"/>
                <a:ea typeface="Roboto Light"/>
                <a:cs typeface="Roboto Light"/>
                <a:sym typeface="Roboto Light"/>
              </a:rPr>
              <a:t>Excess Stock available in PSA</a:t>
            </a:r>
            <a:endParaRPr sz="600">
              <a:solidFill>
                <a:schemeClr val="lt2"/>
              </a:solidFill>
              <a:latin typeface="Roboto Light"/>
              <a:ea typeface="Roboto Light"/>
              <a:cs typeface="Roboto Light"/>
              <a:sym typeface="Roboto Light"/>
            </a:endParaRPr>
          </a:p>
        </p:txBody>
      </p:sp>
      <p:cxnSp>
        <p:nvCxnSpPr>
          <p:cNvPr id="3396" name="Google Shape;3396;g3693f7da1e3_0_4881"/>
          <p:cNvCxnSpPr/>
          <p:nvPr/>
        </p:nvCxnSpPr>
        <p:spPr>
          <a:xfrm flipH="1" rot="10800000">
            <a:off x="1332475" y="2480825"/>
            <a:ext cx="6010200" cy="5400"/>
          </a:xfrm>
          <a:prstGeom prst="straightConnector1">
            <a:avLst/>
          </a:prstGeom>
          <a:noFill/>
          <a:ln cap="flat" cmpd="sng" w="9525">
            <a:solidFill>
              <a:schemeClr val="dk2"/>
            </a:solidFill>
            <a:prstDash val="solid"/>
            <a:round/>
            <a:headEnd len="med" w="med" type="none"/>
            <a:tailEnd len="med" w="med" type="none"/>
          </a:ln>
        </p:spPr>
      </p:cxnSp>
      <p:sp>
        <p:nvSpPr>
          <p:cNvPr id="3397" name="Google Shape;3397;g3693f7da1e3_0_4881"/>
          <p:cNvSpPr/>
          <p:nvPr/>
        </p:nvSpPr>
        <p:spPr>
          <a:xfrm>
            <a:off x="3217675" y="1258033"/>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Process order</a:t>
            </a:r>
            <a:endParaRPr sz="800">
              <a:solidFill>
                <a:schemeClr val="lt2"/>
              </a:solidFill>
              <a:latin typeface="Roboto Light"/>
              <a:ea typeface="Roboto Light"/>
              <a:cs typeface="Roboto Light"/>
              <a:sym typeface="Roboto Light"/>
            </a:endParaRPr>
          </a:p>
          <a:p>
            <a:pPr indent="0" lvl="0" marL="0" rtl="0" algn="ctr">
              <a:spcBef>
                <a:spcPts val="0"/>
              </a:spcBef>
              <a:spcAft>
                <a:spcPts val="0"/>
              </a:spcAft>
              <a:buNone/>
            </a:pPr>
            <a:r>
              <a:rPr lang="en-US" sz="800">
                <a:solidFill>
                  <a:schemeClr val="lt2"/>
                </a:solidFill>
                <a:latin typeface="Roboto Light"/>
                <a:ea typeface="Roboto Light"/>
                <a:cs typeface="Roboto Light"/>
                <a:sym typeface="Roboto Light"/>
              </a:rPr>
              <a:t>TECO</a:t>
            </a:r>
            <a:endParaRPr sz="800">
              <a:solidFill>
                <a:schemeClr val="lt2"/>
              </a:solidFill>
              <a:latin typeface="Roboto Light"/>
              <a:ea typeface="Roboto Light"/>
              <a:cs typeface="Roboto Light"/>
              <a:sym typeface="Roboto Light"/>
            </a:endParaRPr>
          </a:p>
        </p:txBody>
      </p:sp>
      <p:sp>
        <p:nvSpPr>
          <p:cNvPr id="3398" name="Google Shape;3398;g3693f7da1e3_0_4881"/>
          <p:cNvSpPr/>
          <p:nvPr/>
        </p:nvSpPr>
        <p:spPr>
          <a:xfrm>
            <a:off x="3287525" y="260465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Plan Return to Stock from Production</a:t>
            </a:r>
            <a:endParaRPr sz="800">
              <a:solidFill>
                <a:schemeClr val="lt2"/>
              </a:solidFill>
              <a:latin typeface="Roboto Light"/>
              <a:ea typeface="Roboto Light"/>
              <a:cs typeface="Roboto Light"/>
              <a:sym typeface="Roboto Light"/>
            </a:endParaRPr>
          </a:p>
        </p:txBody>
      </p:sp>
      <p:cxnSp>
        <p:nvCxnSpPr>
          <p:cNvPr id="3399" name="Google Shape;3399;g3693f7da1e3_0_4881"/>
          <p:cNvCxnSpPr>
            <a:stCxn id="3395" idx="0"/>
            <a:endCxn id="3397" idx="3"/>
          </p:cNvCxnSpPr>
          <p:nvPr/>
        </p:nvCxnSpPr>
        <p:spPr>
          <a:xfrm flipH="1" rot="5400000">
            <a:off x="4279675" y="1339705"/>
            <a:ext cx="1152600" cy="1470000"/>
          </a:xfrm>
          <a:prstGeom prst="bentConnector2">
            <a:avLst/>
          </a:prstGeom>
          <a:noFill/>
          <a:ln cap="flat" cmpd="sng" w="9525">
            <a:solidFill>
              <a:schemeClr val="dk2"/>
            </a:solidFill>
            <a:prstDash val="dash"/>
            <a:round/>
            <a:headEnd len="med" w="med" type="none"/>
            <a:tailEnd len="med" w="med" type="triangle"/>
          </a:ln>
        </p:spPr>
      </p:cxnSp>
      <p:sp>
        <p:nvSpPr>
          <p:cNvPr id="3400" name="Google Shape;3400;g3693f7da1e3_0_4881"/>
          <p:cNvSpPr/>
          <p:nvPr/>
        </p:nvSpPr>
        <p:spPr>
          <a:xfrm>
            <a:off x="3287525" y="3445808"/>
            <a:ext cx="903300" cy="480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lt2"/>
                </a:solidFill>
                <a:latin typeface="Roboto Light"/>
                <a:ea typeface="Roboto Light"/>
                <a:cs typeface="Roboto Light"/>
                <a:sym typeface="Roboto Light"/>
              </a:rPr>
              <a:t>Execute movement back to Stock</a:t>
            </a:r>
            <a:endParaRPr sz="800">
              <a:solidFill>
                <a:schemeClr val="lt2"/>
              </a:solidFill>
              <a:latin typeface="Roboto Light"/>
              <a:ea typeface="Roboto Light"/>
              <a:cs typeface="Roboto Light"/>
              <a:sym typeface="Roboto Light"/>
            </a:endParaRPr>
          </a:p>
        </p:txBody>
      </p:sp>
      <p:cxnSp>
        <p:nvCxnSpPr>
          <p:cNvPr id="3401" name="Google Shape;3401;g3693f7da1e3_0_4881"/>
          <p:cNvCxnSpPr>
            <a:stCxn id="3398" idx="2"/>
            <a:endCxn id="3400" idx="0"/>
          </p:cNvCxnSpPr>
          <p:nvPr/>
        </p:nvCxnSpPr>
        <p:spPr>
          <a:xfrm>
            <a:off x="3739175" y="3085258"/>
            <a:ext cx="0" cy="360600"/>
          </a:xfrm>
          <a:prstGeom prst="straightConnector1">
            <a:avLst/>
          </a:prstGeom>
          <a:noFill/>
          <a:ln cap="flat" cmpd="sng" w="9525">
            <a:solidFill>
              <a:schemeClr val="dk2"/>
            </a:solidFill>
            <a:prstDash val="solid"/>
            <a:round/>
            <a:headEnd len="med" w="med" type="none"/>
            <a:tailEnd len="med" w="med" type="triangle"/>
          </a:ln>
        </p:spPr>
      </p:cxnSp>
      <p:cxnSp>
        <p:nvCxnSpPr>
          <p:cNvPr id="3402" name="Google Shape;3402;g3693f7da1e3_0_4881"/>
          <p:cNvCxnSpPr>
            <a:stCxn id="3395" idx="1"/>
            <a:endCxn id="3398" idx="3"/>
          </p:cNvCxnSpPr>
          <p:nvPr/>
        </p:nvCxnSpPr>
        <p:spPr>
          <a:xfrm rot="10800000">
            <a:off x="4190875" y="2844955"/>
            <a:ext cx="1024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06" name="Shape 3406"/>
        <p:cNvGrpSpPr/>
        <p:nvPr/>
      </p:nvGrpSpPr>
      <p:grpSpPr>
        <a:xfrm>
          <a:off x="0" y="0"/>
          <a:ext cx="0" cy="0"/>
          <a:chOff x="0" y="0"/>
          <a:chExt cx="0" cy="0"/>
        </a:xfrm>
      </p:grpSpPr>
      <p:sp>
        <p:nvSpPr>
          <p:cNvPr id="3407" name="Google Shape;3407;g3693f7da1e3_0_4895"/>
          <p:cNvSpPr txBox="1"/>
          <p:nvPr>
            <p:ph type="title"/>
          </p:nvPr>
        </p:nvSpPr>
        <p:spPr>
          <a:xfrm>
            <a:off x="252000" y="198000"/>
            <a:ext cx="6480000" cy="43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a:t>L4 Documentation &amp; Actions</a:t>
            </a:r>
            <a:endParaRPr/>
          </a:p>
        </p:txBody>
      </p:sp>
      <p:graphicFrame>
        <p:nvGraphicFramePr>
          <p:cNvPr id="3408" name="Google Shape;3408;g3693f7da1e3_0_4895"/>
          <p:cNvGraphicFramePr/>
          <p:nvPr/>
        </p:nvGraphicFramePr>
        <p:xfrm>
          <a:off x="627850" y="1287300"/>
          <a:ext cx="3000000" cy="3000000"/>
        </p:xfrm>
        <a:graphic>
          <a:graphicData uri="http://schemas.openxmlformats.org/drawingml/2006/table">
            <a:tbl>
              <a:tblPr>
                <a:noFill/>
                <a:tableStyleId>{4E120BDC-8647-49A0-AC03-2FABD6DCC959}</a:tableStyleId>
              </a:tblPr>
              <a:tblGrid>
                <a:gridCol w="770650"/>
                <a:gridCol w="1299000"/>
                <a:gridCol w="5169350"/>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Fit/GAP</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409" name="Google Shape;3409;g3693f7da1e3_0_4895"/>
          <p:cNvSpPr txBox="1"/>
          <p:nvPr/>
        </p:nvSpPr>
        <p:spPr>
          <a:xfrm>
            <a:off x="468325" y="8871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FIT/GAPs:</a:t>
            </a:r>
            <a:endParaRPr b="1">
              <a:solidFill>
                <a:schemeClr val="dk1"/>
              </a:solidFill>
              <a:latin typeface="Roboto"/>
              <a:ea typeface="Roboto"/>
              <a:cs typeface="Roboto"/>
              <a:sym typeface="Roboto"/>
            </a:endParaRPr>
          </a:p>
        </p:txBody>
      </p:sp>
      <p:sp>
        <p:nvSpPr>
          <p:cNvPr id="3410" name="Google Shape;3410;g3693f7da1e3_0_4895"/>
          <p:cNvSpPr txBox="1"/>
          <p:nvPr/>
        </p:nvSpPr>
        <p:spPr>
          <a:xfrm>
            <a:off x="512500" y="2637300"/>
            <a:ext cx="36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Action:</a:t>
            </a:r>
            <a:endParaRPr b="1">
              <a:solidFill>
                <a:schemeClr val="dk1"/>
              </a:solidFill>
              <a:latin typeface="Roboto"/>
              <a:ea typeface="Roboto"/>
              <a:cs typeface="Roboto"/>
              <a:sym typeface="Roboto"/>
            </a:endParaRPr>
          </a:p>
        </p:txBody>
      </p:sp>
      <p:graphicFrame>
        <p:nvGraphicFramePr>
          <p:cNvPr id="3411" name="Google Shape;3411;g3693f7da1e3_0_4895"/>
          <p:cNvGraphicFramePr/>
          <p:nvPr/>
        </p:nvGraphicFramePr>
        <p:xfrm>
          <a:off x="627850" y="3037500"/>
          <a:ext cx="3000000" cy="3000000"/>
        </p:xfrm>
        <a:graphic>
          <a:graphicData uri="http://schemas.openxmlformats.org/drawingml/2006/table">
            <a:tbl>
              <a:tblPr>
                <a:noFill/>
                <a:tableStyleId>{4E120BDC-8647-49A0-AC03-2FABD6DCC959}</a:tableStyleId>
              </a:tblPr>
              <a:tblGrid>
                <a:gridCol w="469475"/>
                <a:gridCol w="2579025"/>
                <a:gridCol w="1084900"/>
                <a:gridCol w="976675"/>
                <a:gridCol w="2128875"/>
              </a:tblGrid>
              <a:tr h="381000">
                <a:tc>
                  <a:txBody>
                    <a:bodyPr/>
                    <a:lstStyle/>
                    <a:p>
                      <a:pPr indent="0" lvl="0" marL="0" rtl="0" algn="l">
                        <a:spcBef>
                          <a:spcPts val="0"/>
                        </a:spcBef>
                        <a:spcAft>
                          <a:spcPts val="0"/>
                        </a:spcAft>
                        <a:buNone/>
                      </a:pPr>
                      <a:r>
                        <a:rPr lang="en-US"/>
                        <a:t>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Description</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Owner</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Due Date</a:t>
                      </a:r>
                      <a:endParaRPr/>
                    </a:p>
                  </a:txBody>
                  <a:tcPr marT="91425" marB="91425" marR="91425" marL="91425">
                    <a:solidFill>
                      <a:schemeClr val="accent3"/>
                    </a:solidFill>
                  </a:tcPr>
                </a:tc>
                <a:tc>
                  <a:txBody>
                    <a:bodyPr/>
                    <a:lstStyle/>
                    <a:p>
                      <a:pPr indent="0" lvl="0" marL="0" rtl="0" algn="l">
                        <a:spcBef>
                          <a:spcPts val="0"/>
                        </a:spcBef>
                        <a:spcAft>
                          <a:spcPts val="0"/>
                        </a:spcAft>
                        <a:buNone/>
                      </a:pPr>
                      <a:r>
                        <a:rPr lang="en-US"/>
                        <a:t>Next steps</a:t>
                      </a:r>
                      <a:endParaRPr/>
                    </a:p>
                  </a:txBody>
                  <a:tcPr marT="91425" marB="91425" marR="91425" marL="91425">
                    <a:solidFill>
                      <a:schemeClr val="accent3"/>
                    </a:solidFill>
                  </a:tcPr>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16" name="Shape 3416"/>
        <p:cNvGrpSpPr/>
        <p:nvPr/>
      </p:nvGrpSpPr>
      <p:grpSpPr>
        <a:xfrm>
          <a:off x="0" y="0"/>
          <a:ext cx="0" cy="0"/>
          <a:chOff x="0" y="0"/>
          <a:chExt cx="0" cy="0"/>
        </a:xfrm>
      </p:grpSpPr>
      <p:sp>
        <p:nvSpPr>
          <p:cNvPr id="3417" name="Google Shape;3417;g3693f7da1e3_0_4903"/>
          <p:cNvSpPr txBox="1"/>
          <p:nvPr>
            <p:ph type="title"/>
          </p:nvPr>
        </p:nvSpPr>
        <p:spPr>
          <a:xfrm>
            <a:off x="594058" y="23845"/>
            <a:ext cx="7367700" cy="578400"/>
          </a:xfrm>
          <a:prstGeom prst="rect">
            <a:avLst/>
          </a:prstGeom>
          <a:noFill/>
          <a:ln>
            <a:noFill/>
          </a:ln>
        </p:spPr>
        <p:txBody>
          <a:bodyPr anchorCtr="0" anchor="t" bIns="0" lIns="180000" spcFirstLastPara="1" rIns="180000" wrap="square" tIns="72000">
            <a:noAutofit/>
          </a:bodyPr>
          <a:lstStyle/>
          <a:p>
            <a:pPr indent="0" lvl="0" marL="0" rtl="0" algn="l">
              <a:lnSpc>
                <a:spcPct val="90000"/>
              </a:lnSpc>
              <a:spcBef>
                <a:spcPts val="0"/>
              </a:spcBef>
              <a:spcAft>
                <a:spcPts val="0"/>
              </a:spcAft>
              <a:buSzPts val="2600"/>
              <a:buNone/>
            </a:pPr>
            <a:r>
              <a:rPr lang="en-US"/>
              <a:t>L3 Chemical Core Process Flow Diagram </a:t>
            </a:r>
            <a:br>
              <a:rPr lang="en-US"/>
            </a:br>
            <a:r>
              <a:rPr lang="en-US">
                <a:solidFill>
                  <a:srgbClr val="000000"/>
                </a:solidFill>
                <a:latin typeface="Open Sans"/>
                <a:ea typeface="Open Sans"/>
                <a:cs typeface="Open Sans"/>
                <a:sym typeface="Open Sans"/>
              </a:rPr>
              <a:t>Process Order integration with EWM</a:t>
            </a:r>
            <a:endParaRPr>
              <a:solidFill>
                <a:srgbClr val="000000"/>
              </a:solidFill>
              <a:latin typeface="Open Sans"/>
              <a:ea typeface="Open Sans"/>
              <a:cs typeface="Open Sans"/>
              <a:sym typeface="Open Sans"/>
            </a:endParaRPr>
          </a:p>
        </p:txBody>
      </p:sp>
      <p:sp>
        <p:nvSpPr>
          <p:cNvPr id="3418" name="Google Shape;3418;g3693f7da1e3_0_4903"/>
          <p:cNvSpPr txBox="1"/>
          <p:nvPr/>
        </p:nvSpPr>
        <p:spPr>
          <a:xfrm>
            <a:off x="765900" y="625425"/>
            <a:ext cx="4054800" cy="1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Light"/>
                <a:ea typeface="Roboto Light"/>
                <a:cs typeface="Roboto Light"/>
                <a:sym typeface="Roboto Light"/>
              </a:rPr>
              <a:t>Master data</a:t>
            </a:r>
            <a:endParaRPr sz="1200">
              <a:solidFill>
                <a:schemeClr val="dk1"/>
              </a:solidFill>
              <a:latin typeface="Roboto Light"/>
              <a:ea typeface="Roboto Light"/>
              <a:cs typeface="Roboto Light"/>
              <a:sym typeface="Roboto Light"/>
            </a:endParaRPr>
          </a:p>
        </p:txBody>
      </p:sp>
      <p:sp>
        <p:nvSpPr>
          <p:cNvPr id="3419" name="Google Shape;3419;g3693f7da1e3_0_4903"/>
          <p:cNvSpPr/>
          <p:nvPr/>
        </p:nvSpPr>
        <p:spPr>
          <a:xfrm>
            <a:off x="427075" y="1036475"/>
            <a:ext cx="2433000" cy="3632700"/>
          </a:xfrm>
          <a:prstGeom prst="rect">
            <a:avLst/>
          </a:prstGeom>
          <a:solidFill>
            <a:schemeClr val="lt2"/>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600">
              <a:latin typeface="Roboto Light"/>
              <a:ea typeface="Roboto Light"/>
              <a:cs typeface="Roboto Light"/>
              <a:sym typeface="Roboto Light"/>
            </a:endParaRPr>
          </a:p>
        </p:txBody>
      </p:sp>
      <p:sp>
        <p:nvSpPr>
          <p:cNvPr id="3420" name="Google Shape;3420;g3693f7da1e3_0_4903"/>
          <p:cNvSpPr txBox="1"/>
          <p:nvPr/>
        </p:nvSpPr>
        <p:spPr>
          <a:xfrm>
            <a:off x="538075" y="1069800"/>
            <a:ext cx="2133000" cy="2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Production supply area(PSA)</a:t>
            </a:r>
            <a:endParaRPr b="1" sz="1000">
              <a:solidFill>
                <a:schemeClr val="dk1"/>
              </a:solidFill>
              <a:latin typeface="Roboto"/>
              <a:ea typeface="Roboto"/>
              <a:cs typeface="Roboto"/>
              <a:sym typeface="Roboto"/>
            </a:endParaRPr>
          </a:p>
        </p:txBody>
      </p:sp>
      <p:sp>
        <p:nvSpPr>
          <p:cNvPr id="3421" name="Google Shape;3421;g3693f7da1e3_0_4903"/>
          <p:cNvSpPr/>
          <p:nvPr/>
        </p:nvSpPr>
        <p:spPr>
          <a:xfrm>
            <a:off x="3224900" y="1036475"/>
            <a:ext cx="2553300" cy="3632700"/>
          </a:xfrm>
          <a:prstGeom prst="rect">
            <a:avLst/>
          </a:prstGeom>
          <a:solidFill>
            <a:schemeClr val="lt2"/>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422" name="Google Shape;3422;g3693f7da1e3_0_4903"/>
          <p:cNvSpPr txBox="1"/>
          <p:nvPr/>
        </p:nvSpPr>
        <p:spPr>
          <a:xfrm>
            <a:off x="3880250" y="1071750"/>
            <a:ext cx="2088600" cy="2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Control cycles</a:t>
            </a:r>
            <a:endParaRPr b="1" sz="1000">
              <a:solidFill>
                <a:schemeClr val="dk1"/>
              </a:solidFill>
              <a:latin typeface="Roboto"/>
              <a:ea typeface="Roboto"/>
              <a:cs typeface="Roboto"/>
              <a:sym typeface="Roboto"/>
            </a:endParaRPr>
          </a:p>
        </p:txBody>
      </p:sp>
      <p:sp>
        <p:nvSpPr>
          <p:cNvPr id="3423" name="Google Shape;3423;g3693f7da1e3_0_4903"/>
          <p:cNvSpPr/>
          <p:nvPr/>
        </p:nvSpPr>
        <p:spPr>
          <a:xfrm>
            <a:off x="6111700" y="1036475"/>
            <a:ext cx="2486100" cy="3632700"/>
          </a:xfrm>
          <a:prstGeom prst="rect">
            <a:avLst/>
          </a:prstGeom>
          <a:solidFill>
            <a:schemeClr val="lt2"/>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424" name="Google Shape;3424;g3693f7da1e3_0_4903"/>
          <p:cNvSpPr txBox="1"/>
          <p:nvPr/>
        </p:nvSpPr>
        <p:spPr>
          <a:xfrm>
            <a:off x="6394875" y="1036474"/>
            <a:ext cx="2088600" cy="2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PSA assignment to PSA bin</a:t>
            </a:r>
            <a:endParaRPr b="1" sz="1000">
              <a:solidFill>
                <a:schemeClr val="dk1"/>
              </a:solidFill>
              <a:latin typeface="Roboto"/>
              <a:ea typeface="Roboto"/>
              <a:cs typeface="Roboto"/>
              <a:sym typeface="Roboto"/>
            </a:endParaRPr>
          </a:p>
        </p:txBody>
      </p:sp>
      <p:pic>
        <p:nvPicPr>
          <p:cNvPr id="3425" name="Google Shape;3425;g3693f7da1e3_0_4903"/>
          <p:cNvPicPr preferRelativeResize="0"/>
          <p:nvPr/>
        </p:nvPicPr>
        <p:blipFill>
          <a:blip r:embed="rId3">
            <a:alphaModFix/>
          </a:blip>
          <a:stretch>
            <a:fillRect/>
          </a:stretch>
        </p:blipFill>
        <p:spPr>
          <a:xfrm>
            <a:off x="485450" y="2493975"/>
            <a:ext cx="2316251" cy="2080750"/>
          </a:xfrm>
          <a:prstGeom prst="rect">
            <a:avLst/>
          </a:prstGeom>
          <a:noFill/>
          <a:ln>
            <a:noFill/>
          </a:ln>
        </p:spPr>
      </p:pic>
      <p:sp>
        <p:nvSpPr>
          <p:cNvPr id="3426" name="Google Shape;3426;g3693f7da1e3_0_4903"/>
          <p:cNvSpPr txBox="1"/>
          <p:nvPr/>
        </p:nvSpPr>
        <p:spPr>
          <a:xfrm>
            <a:off x="515950" y="1425300"/>
            <a:ext cx="2155200" cy="8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000">
                <a:solidFill>
                  <a:schemeClr val="dk1"/>
                </a:solidFill>
                <a:latin typeface="Roboto Light"/>
                <a:ea typeface="Roboto Light"/>
                <a:cs typeface="Roboto Light"/>
                <a:sym typeface="Roboto Light"/>
              </a:rPr>
              <a:t>Designated location on the shop floor where materials are staged for use in production.</a:t>
            </a:r>
            <a:endParaRPr sz="1200">
              <a:solidFill>
                <a:schemeClr val="dk1"/>
              </a:solidFill>
              <a:latin typeface="Roboto Light"/>
              <a:ea typeface="Roboto Light"/>
              <a:cs typeface="Roboto Light"/>
              <a:sym typeface="Roboto Light"/>
            </a:endParaRPr>
          </a:p>
        </p:txBody>
      </p:sp>
      <p:sp>
        <p:nvSpPr>
          <p:cNvPr id="3427" name="Google Shape;3427;g3693f7da1e3_0_4903"/>
          <p:cNvSpPr txBox="1"/>
          <p:nvPr/>
        </p:nvSpPr>
        <p:spPr>
          <a:xfrm>
            <a:off x="3370975" y="1447525"/>
            <a:ext cx="2343900" cy="71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Roboto Light"/>
                <a:ea typeface="Roboto Light"/>
                <a:cs typeface="Roboto Light"/>
                <a:sym typeface="Roboto Light"/>
              </a:rPr>
              <a:t>The control cycle defines the relationship between the demand source and the supply source.</a:t>
            </a:r>
            <a:endParaRPr sz="1200">
              <a:solidFill>
                <a:schemeClr val="dk1"/>
              </a:solidFill>
              <a:latin typeface="Roboto Light"/>
              <a:ea typeface="Roboto Light"/>
              <a:cs typeface="Roboto Light"/>
              <a:sym typeface="Roboto Light"/>
            </a:endParaRPr>
          </a:p>
        </p:txBody>
      </p:sp>
      <p:pic>
        <p:nvPicPr>
          <p:cNvPr id="3428" name="Google Shape;3428;g3693f7da1e3_0_4903"/>
          <p:cNvPicPr preferRelativeResize="0"/>
          <p:nvPr/>
        </p:nvPicPr>
        <p:blipFill>
          <a:blip r:embed="rId4">
            <a:alphaModFix/>
          </a:blip>
          <a:stretch>
            <a:fillRect/>
          </a:stretch>
        </p:blipFill>
        <p:spPr>
          <a:xfrm>
            <a:off x="3343375" y="2294050"/>
            <a:ext cx="2343900" cy="2308650"/>
          </a:xfrm>
          <a:prstGeom prst="rect">
            <a:avLst/>
          </a:prstGeom>
          <a:noFill/>
          <a:ln>
            <a:noFill/>
          </a:ln>
        </p:spPr>
      </p:pic>
      <p:pic>
        <p:nvPicPr>
          <p:cNvPr id="3429" name="Google Shape;3429;g3693f7da1e3_0_4903"/>
          <p:cNvPicPr preferRelativeResize="0"/>
          <p:nvPr/>
        </p:nvPicPr>
        <p:blipFill>
          <a:blip r:embed="rId5">
            <a:alphaModFix/>
          </a:blip>
          <a:stretch>
            <a:fillRect/>
          </a:stretch>
        </p:blipFill>
        <p:spPr>
          <a:xfrm>
            <a:off x="6182788" y="2247375"/>
            <a:ext cx="2343925" cy="2355325"/>
          </a:xfrm>
          <a:prstGeom prst="rect">
            <a:avLst/>
          </a:prstGeom>
          <a:noFill/>
          <a:ln>
            <a:noFill/>
          </a:ln>
        </p:spPr>
      </p:pic>
      <p:sp>
        <p:nvSpPr>
          <p:cNvPr id="3430" name="Google Shape;3430;g3693f7da1e3_0_4903"/>
          <p:cNvSpPr txBox="1"/>
          <p:nvPr/>
        </p:nvSpPr>
        <p:spPr>
          <a:xfrm>
            <a:off x="6196600" y="1191975"/>
            <a:ext cx="2316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Roboto Light"/>
                <a:ea typeface="Roboto Light"/>
                <a:cs typeface="Roboto Light"/>
                <a:sym typeface="Roboto Light"/>
              </a:rPr>
              <a:t>You do not assign a storage bin to a production supply area (PSA) directly, instead you define the storage bin in which you want to stage a particular product or product group within a PSA</a:t>
            </a:r>
            <a:r>
              <a:rPr lang="en-US" sz="1050">
                <a:solidFill>
                  <a:srgbClr val="32363A"/>
                </a:solidFill>
                <a:highlight>
                  <a:srgbClr val="F7F7F7"/>
                </a:highlight>
              </a:rPr>
              <a:t>.</a:t>
            </a:r>
            <a:endParaRPr sz="1200">
              <a:solidFill>
                <a:schemeClr val="dk1"/>
              </a:solidFill>
              <a:latin typeface="Roboto Light"/>
              <a:ea typeface="Roboto Light"/>
              <a:cs typeface="Roboto Light"/>
              <a:sym typeface="Roboto Light"/>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5" name="Shape 3435"/>
        <p:cNvGrpSpPr/>
        <p:nvPr/>
      </p:nvGrpSpPr>
      <p:grpSpPr>
        <a:xfrm>
          <a:off x="0" y="0"/>
          <a:ext cx="0" cy="0"/>
          <a:chOff x="0" y="0"/>
          <a:chExt cx="0" cy="0"/>
        </a:xfrm>
      </p:grpSpPr>
      <p:sp>
        <p:nvSpPr>
          <p:cNvPr id="3436" name="Google Shape;3436;g3693f7da1e3_0_4921"/>
          <p:cNvSpPr/>
          <p:nvPr/>
        </p:nvSpPr>
        <p:spPr>
          <a:xfrm>
            <a:off x="3833741" y="1081301"/>
            <a:ext cx="34200" cy="34200"/>
          </a:xfrm>
          <a:prstGeom prst="ellipse">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Calibri"/>
              <a:buNone/>
            </a:pPr>
            <a:r>
              <a:t/>
            </a:r>
            <a:endParaRPr b="0" i="0" sz="800" u="none" cap="none" strike="noStrike">
              <a:solidFill>
                <a:srgbClr val="FFFFFF"/>
              </a:solidFill>
              <a:latin typeface="Arial"/>
              <a:ea typeface="Arial"/>
              <a:cs typeface="Arial"/>
              <a:sym typeface="Arial"/>
            </a:endParaRPr>
          </a:p>
        </p:txBody>
      </p:sp>
      <p:sp>
        <p:nvSpPr>
          <p:cNvPr id="3437" name="Google Shape;3437;g3693f7da1e3_0_4921"/>
          <p:cNvSpPr txBox="1"/>
          <p:nvPr/>
        </p:nvSpPr>
        <p:spPr>
          <a:xfrm>
            <a:off x="398878" y="761339"/>
            <a:ext cx="8385600" cy="524400"/>
          </a:xfrm>
          <a:prstGeom prst="rect">
            <a:avLst/>
          </a:prstGeom>
          <a:noFill/>
          <a:ln>
            <a:noFill/>
          </a:ln>
        </p:spPr>
        <p:txBody>
          <a:bodyPr anchorCtr="0" anchor="t" bIns="34275" lIns="68575" spcFirstLastPara="1" rIns="68575" wrap="square" tIns="34275">
            <a:noAutofit/>
          </a:bodyPr>
          <a:lstStyle/>
          <a:p>
            <a:pPr indent="-38100" lvl="0" marL="127000" marR="0" rtl="0" algn="l">
              <a:lnSpc>
                <a:spcPct val="100000"/>
              </a:lnSpc>
              <a:spcBef>
                <a:spcPts val="0"/>
              </a:spcBef>
              <a:spcAft>
                <a:spcPts val="0"/>
              </a:spcAft>
              <a:buClr>
                <a:schemeClr val="dk2"/>
              </a:buClr>
              <a:buSzPts val="1400"/>
              <a:buFont typeface="Lemon"/>
              <a:buNone/>
            </a:pPr>
            <a:r>
              <a:t/>
            </a:r>
            <a:endParaRPr b="0" i="0" sz="1100" u="none" cap="none" strike="noStrike">
              <a:solidFill>
                <a:schemeClr val="dk1"/>
              </a:solidFill>
              <a:latin typeface="Calibri"/>
              <a:ea typeface="Calibri"/>
              <a:cs typeface="Calibri"/>
              <a:sym typeface="Calibri"/>
            </a:endParaRPr>
          </a:p>
        </p:txBody>
      </p:sp>
      <p:graphicFrame>
        <p:nvGraphicFramePr>
          <p:cNvPr id="3438" name="Google Shape;3438;g3693f7da1e3_0_4921"/>
          <p:cNvGraphicFramePr/>
          <p:nvPr/>
        </p:nvGraphicFramePr>
        <p:xfrm>
          <a:off x="398878" y="1145657"/>
          <a:ext cx="3000000" cy="3000000"/>
        </p:xfrm>
        <a:graphic>
          <a:graphicData uri="http://schemas.openxmlformats.org/drawingml/2006/table">
            <a:tbl>
              <a:tblPr bandRow="1" firstRow="1">
                <a:noFill/>
                <a:tableStyleId>{352A6EF0-C611-4F09-9A5A-4747802A3ADF}</a:tableStyleId>
              </a:tblPr>
              <a:tblGrid>
                <a:gridCol w="2281125"/>
                <a:gridCol w="6104400"/>
              </a:tblGrid>
              <a:tr h="312075">
                <a:tc>
                  <a:txBody>
                    <a:bodyPr/>
                    <a:lstStyle/>
                    <a:p>
                      <a:pPr indent="0" lvl="0" marL="0" marR="0" rtl="0" algn="ctr">
                        <a:lnSpc>
                          <a:spcPct val="100000"/>
                        </a:lnSpc>
                        <a:spcBef>
                          <a:spcPts val="0"/>
                        </a:spcBef>
                        <a:spcAft>
                          <a:spcPts val="0"/>
                        </a:spcAft>
                        <a:buClr>
                          <a:srgbClr val="000000"/>
                        </a:buClr>
                        <a:buSzPts val="1100"/>
                        <a:buFont typeface="Arial"/>
                        <a:buNone/>
                      </a:pPr>
                      <a:r>
                        <a:rPr lang="en-US" sz="1100" u="none" cap="none" strike="noStrike">
                          <a:solidFill>
                            <a:schemeClr val="dk2"/>
                          </a:solidFill>
                          <a:latin typeface="Roboto"/>
                          <a:ea typeface="Roboto"/>
                          <a:cs typeface="Roboto"/>
                          <a:sym typeface="Roboto"/>
                        </a:rPr>
                        <a:t>Type</a:t>
                      </a:r>
                      <a:endParaRPr sz="1100" u="none" cap="none" strike="noStrike">
                        <a:solidFill>
                          <a:schemeClr val="dk2"/>
                        </a:solidFill>
                        <a:latin typeface="Roboto"/>
                        <a:ea typeface="Roboto"/>
                        <a:cs typeface="Roboto"/>
                        <a:sym typeface="Roboto"/>
                      </a:endParaRPr>
                    </a:p>
                  </a:txBody>
                  <a:tcPr marT="34300" marB="34300" marR="68600" marL="68600" anchor="ctr">
                    <a:solidFill>
                      <a:schemeClr val="accent2"/>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US" sz="1100" u="none" cap="none" strike="noStrike">
                          <a:solidFill>
                            <a:schemeClr val="dk2"/>
                          </a:solidFill>
                          <a:latin typeface="Roboto"/>
                          <a:ea typeface="Roboto"/>
                          <a:cs typeface="Roboto"/>
                          <a:sym typeface="Roboto"/>
                        </a:rPr>
                        <a:t>Previous discussion points</a:t>
                      </a:r>
                      <a:endParaRPr sz="1100" u="none" cap="none" strike="noStrike">
                        <a:solidFill>
                          <a:schemeClr val="dk2"/>
                        </a:solidFill>
                        <a:latin typeface="Roboto"/>
                        <a:ea typeface="Roboto"/>
                        <a:cs typeface="Roboto"/>
                        <a:sym typeface="Roboto"/>
                      </a:endParaRPr>
                    </a:p>
                  </a:txBody>
                  <a:tcPr marT="34300" marB="34300" marR="68600" marL="68600" anchor="ctr">
                    <a:solidFill>
                      <a:schemeClr val="accent2"/>
                    </a:solidFill>
                  </a:tcPr>
                </a:tc>
              </a:tr>
              <a:tr h="267900">
                <a:tc rowSpan="4">
                  <a:txBody>
                    <a:bodyPr/>
                    <a:lstStyle/>
                    <a:p>
                      <a:pPr indent="0" lvl="0" marL="0" marR="0" rtl="0" algn="ctr">
                        <a:lnSpc>
                          <a:spcPct val="100000"/>
                        </a:lnSpc>
                        <a:spcBef>
                          <a:spcPts val="0"/>
                        </a:spcBef>
                        <a:spcAft>
                          <a:spcPts val="0"/>
                        </a:spcAft>
                        <a:buClr>
                          <a:srgbClr val="000000"/>
                        </a:buClr>
                        <a:buSzPts val="1100"/>
                        <a:buFont typeface="Arial"/>
                        <a:buNone/>
                      </a:pPr>
                      <a:br>
                        <a:rPr b="1" lang="en-US" sz="1100" u="none" cap="none" strike="noStrike">
                          <a:solidFill>
                            <a:schemeClr val="dk2"/>
                          </a:solidFill>
                          <a:latin typeface="Roboto"/>
                          <a:ea typeface="Roboto"/>
                          <a:cs typeface="Roboto"/>
                          <a:sym typeface="Roboto"/>
                        </a:rPr>
                      </a:br>
                      <a:br>
                        <a:rPr b="1" lang="en-US" sz="1100" u="none" cap="none" strike="noStrike">
                          <a:solidFill>
                            <a:schemeClr val="dk2"/>
                          </a:solidFill>
                          <a:latin typeface="Roboto"/>
                          <a:ea typeface="Roboto"/>
                          <a:cs typeface="Roboto"/>
                          <a:sym typeface="Roboto"/>
                        </a:rPr>
                      </a:br>
                      <a:br>
                        <a:rPr b="1" lang="en-US" sz="1100" u="none" cap="none" strike="noStrike">
                          <a:solidFill>
                            <a:schemeClr val="dk2"/>
                          </a:solidFill>
                          <a:latin typeface="Roboto"/>
                          <a:ea typeface="Roboto"/>
                          <a:cs typeface="Roboto"/>
                          <a:sym typeface="Roboto"/>
                        </a:rPr>
                      </a:br>
                      <a:br>
                        <a:rPr b="1" lang="en-US" sz="1100" u="none" cap="none" strike="noStrike">
                          <a:solidFill>
                            <a:schemeClr val="dk2"/>
                          </a:solidFill>
                          <a:latin typeface="Roboto"/>
                          <a:ea typeface="Roboto"/>
                          <a:cs typeface="Roboto"/>
                          <a:sym typeface="Roboto"/>
                        </a:rPr>
                      </a:br>
                      <a:r>
                        <a:rPr b="1" lang="en-US" sz="1100" u="none" cap="none" strike="noStrike">
                          <a:solidFill>
                            <a:schemeClr val="dk2"/>
                          </a:solidFill>
                          <a:latin typeface="Roboto"/>
                          <a:ea typeface="Roboto"/>
                          <a:cs typeface="Roboto"/>
                          <a:sym typeface="Roboto"/>
                        </a:rPr>
                        <a:t>Key Design Decisions</a:t>
                      </a:r>
                      <a:endParaRPr sz="1100" u="none" cap="none" strike="noStrike">
                        <a:solidFill>
                          <a:schemeClr val="dk2"/>
                        </a:solidFill>
                        <a:latin typeface="Roboto"/>
                        <a:ea typeface="Roboto"/>
                        <a:cs typeface="Roboto"/>
                        <a:sym typeface="Roboto"/>
                      </a:endParaRPr>
                    </a:p>
                  </a:txBody>
                  <a:tcPr marT="34300" marB="34300" marR="68600" marL="68600" anchor="ctr">
                    <a:solidFill>
                      <a:srgbClr val="CFE2F3"/>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vMerge="1"/>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vMerge="1"/>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vMerge="1"/>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rowSpan="4">
                  <a:txBody>
                    <a:bodyPr/>
                    <a:lstStyle/>
                    <a:p>
                      <a:pPr indent="0" lvl="0" marL="0" marR="0" rtl="0" algn="ctr">
                        <a:lnSpc>
                          <a:spcPct val="100000"/>
                        </a:lnSpc>
                        <a:spcBef>
                          <a:spcPts val="0"/>
                        </a:spcBef>
                        <a:spcAft>
                          <a:spcPts val="0"/>
                        </a:spcAft>
                        <a:buClr>
                          <a:srgbClr val="000000"/>
                        </a:buClr>
                        <a:buSzPts val="1100"/>
                        <a:buFont typeface="Arial"/>
                        <a:buNone/>
                      </a:pPr>
                      <a:br>
                        <a:rPr b="1" lang="en-US" sz="1100" u="none" cap="none" strike="noStrike">
                          <a:solidFill>
                            <a:schemeClr val="dk2"/>
                          </a:solidFill>
                          <a:latin typeface="Roboto"/>
                          <a:ea typeface="Roboto"/>
                          <a:cs typeface="Roboto"/>
                          <a:sym typeface="Roboto"/>
                        </a:rPr>
                      </a:br>
                      <a:br>
                        <a:rPr b="1" lang="en-US" sz="1100" u="none" cap="none" strike="noStrike">
                          <a:solidFill>
                            <a:schemeClr val="dk2"/>
                          </a:solidFill>
                          <a:latin typeface="Roboto"/>
                          <a:ea typeface="Roboto"/>
                          <a:cs typeface="Roboto"/>
                          <a:sym typeface="Roboto"/>
                        </a:rPr>
                      </a:br>
                      <a:br>
                        <a:rPr b="1" lang="en-US" sz="1100" u="none" cap="none" strike="noStrike">
                          <a:solidFill>
                            <a:schemeClr val="dk2"/>
                          </a:solidFill>
                          <a:latin typeface="Roboto"/>
                          <a:ea typeface="Roboto"/>
                          <a:cs typeface="Roboto"/>
                          <a:sym typeface="Roboto"/>
                        </a:rPr>
                      </a:br>
                      <a:br>
                        <a:rPr b="1" lang="en-US" sz="1100" u="none" cap="none" strike="noStrike">
                          <a:solidFill>
                            <a:schemeClr val="dk2"/>
                          </a:solidFill>
                          <a:latin typeface="Roboto"/>
                          <a:ea typeface="Roboto"/>
                          <a:cs typeface="Roboto"/>
                          <a:sym typeface="Roboto"/>
                        </a:rPr>
                      </a:br>
                      <a:r>
                        <a:rPr b="1" lang="en-US" sz="1100" u="none" cap="none" strike="noStrike">
                          <a:solidFill>
                            <a:schemeClr val="dk2"/>
                          </a:solidFill>
                          <a:latin typeface="Roboto"/>
                          <a:ea typeface="Roboto"/>
                          <a:cs typeface="Roboto"/>
                          <a:sym typeface="Roboto"/>
                        </a:rPr>
                        <a:t>Initial Gaps</a:t>
                      </a:r>
                      <a:endParaRPr sz="1100" u="none" cap="none" strike="noStrike">
                        <a:solidFill>
                          <a:schemeClr val="dk2"/>
                        </a:solidFill>
                        <a:latin typeface="Roboto"/>
                        <a:ea typeface="Roboto"/>
                        <a:cs typeface="Roboto"/>
                        <a:sym typeface="Roboto"/>
                      </a:endParaRPr>
                    </a:p>
                  </a:txBody>
                  <a:tcPr marT="34300" marB="34300" marR="68600" marL="68600" anchor="ctr">
                    <a:solidFill>
                      <a:srgbClr val="CFE2F3"/>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2"/>
                          </a:solidFill>
                          <a:latin typeface="Roboto"/>
                          <a:ea typeface="Roboto"/>
                          <a:cs typeface="Roboto"/>
                          <a:sym typeface="Roboto"/>
                        </a:rPr>
                        <a:t>/</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vMerge="1"/>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vMerge="1"/>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vMerge="1"/>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rowSpan="4">
                  <a:txBody>
                    <a:bodyPr/>
                    <a:lstStyle/>
                    <a:p>
                      <a:pPr indent="0" lvl="0" marL="0" marR="0" rtl="0" algn="ctr">
                        <a:lnSpc>
                          <a:spcPct val="100000"/>
                        </a:lnSpc>
                        <a:spcBef>
                          <a:spcPts val="0"/>
                        </a:spcBef>
                        <a:spcAft>
                          <a:spcPts val="0"/>
                        </a:spcAft>
                        <a:buClr>
                          <a:srgbClr val="000000"/>
                        </a:buClr>
                        <a:buSzPts val="1100"/>
                        <a:buFont typeface="Arial"/>
                        <a:buNone/>
                      </a:pPr>
                      <a:br>
                        <a:rPr b="1" lang="en-US" sz="1100" u="none" cap="none" strike="noStrike">
                          <a:solidFill>
                            <a:schemeClr val="dk2"/>
                          </a:solidFill>
                          <a:latin typeface="Roboto"/>
                          <a:ea typeface="Roboto"/>
                          <a:cs typeface="Roboto"/>
                          <a:sym typeface="Roboto"/>
                        </a:rPr>
                      </a:br>
                      <a:br>
                        <a:rPr b="1" lang="en-US" sz="1100" u="none" cap="none" strike="noStrike">
                          <a:solidFill>
                            <a:schemeClr val="dk2"/>
                          </a:solidFill>
                          <a:latin typeface="Roboto"/>
                          <a:ea typeface="Roboto"/>
                          <a:cs typeface="Roboto"/>
                          <a:sym typeface="Roboto"/>
                        </a:rPr>
                      </a:br>
                      <a:endParaRPr b="1" sz="1100" u="none" cap="none" strike="noStrike">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lang="en-US" sz="1100" u="none" cap="none" strike="noStrike">
                          <a:solidFill>
                            <a:schemeClr val="dk2"/>
                          </a:solidFill>
                          <a:latin typeface="Roboto"/>
                          <a:ea typeface="Roboto"/>
                          <a:cs typeface="Roboto"/>
                          <a:sym typeface="Roboto"/>
                        </a:rPr>
                        <a:t>Other</a:t>
                      </a:r>
                      <a:endParaRPr sz="1100" u="none" cap="none" strike="noStrike">
                        <a:solidFill>
                          <a:schemeClr val="dk2"/>
                        </a:solidFill>
                        <a:latin typeface="Roboto"/>
                        <a:ea typeface="Roboto"/>
                        <a:cs typeface="Roboto"/>
                        <a:sym typeface="Roboto"/>
                      </a:endParaRPr>
                    </a:p>
                  </a:txBody>
                  <a:tcPr marT="34300" marB="34300" marR="68600" marL="68600" anchor="ctr">
                    <a:solidFill>
                      <a:srgbClr val="CFE2F3"/>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Roboto"/>
                          <a:ea typeface="Roboto"/>
                          <a:cs typeface="Roboto"/>
                          <a:sym typeface="Roboto"/>
                        </a:rPr>
                        <a:t>/</a:t>
                      </a:r>
                      <a:endParaRPr i="1"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vMerge="1"/>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vMerge="1"/>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r h="267900">
                <a:tc vMerge="1"/>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solidFill>
                      <a:srgbClr val="CFE2F3"/>
                    </a:solidFill>
                  </a:tcPr>
                </a:tc>
              </a:tr>
            </a:tbl>
          </a:graphicData>
        </a:graphic>
      </p:graphicFrame>
      <p:grpSp>
        <p:nvGrpSpPr>
          <p:cNvPr id="3439" name="Google Shape;3439;g3693f7da1e3_0_4921"/>
          <p:cNvGrpSpPr/>
          <p:nvPr/>
        </p:nvGrpSpPr>
        <p:grpSpPr>
          <a:xfrm>
            <a:off x="1317895" y="2785158"/>
            <a:ext cx="432000" cy="432000"/>
            <a:chOff x="6791829" y="3482611"/>
            <a:chExt cx="576000" cy="576000"/>
          </a:xfrm>
        </p:grpSpPr>
        <p:pic>
          <p:nvPicPr>
            <p:cNvPr descr="Scales of justice with solid fill" id="3440" name="Google Shape;3440;g3693f7da1e3_0_4921"/>
            <p:cNvPicPr preferRelativeResize="0"/>
            <p:nvPr/>
          </p:nvPicPr>
          <p:blipFill rotWithShape="1">
            <a:blip r:embed="rId3">
              <a:alphaModFix/>
            </a:blip>
            <a:srcRect b="0" l="0" r="0" t="0"/>
            <a:stretch/>
          </p:blipFill>
          <p:spPr>
            <a:xfrm>
              <a:off x="6866540" y="3563652"/>
              <a:ext cx="426575" cy="426575"/>
            </a:xfrm>
            <a:prstGeom prst="rect">
              <a:avLst/>
            </a:prstGeom>
            <a:noFill/>
            <a:ln>
              <a:noFill/>
            </a:ln>
          </p:spPr>
        </p:pic>
        <p:sp>
          <p:nvSpPr>
            <p:cNvPr id="3441" name="Google Shape;3441;g3693f7da1e3_0_4921"/>
            <p:cNvSpPr/>
            <p:nvPr/>
          </p:nvSpPr>
          <p:spPr>
            <a:xfrm>
              <a:off x="6791829" y="3482611"/>
              <a:ext cx="576000" cy="576000"/>
            </a:xfrm>
            <a:prstGeom prst="ellipse">
              <a:avLst/>
            </a:prstGeom>
            <a:noFill/>
            <a:ln cap="flat" cmpd="sng" w="28575">
              <a:solidFill>
                <a:schemeClr val="accent1"/>
              </a:solidFill>
              <a:prstDash val="solid"/>
              <a:round/>
              <a:headEnd len="sm" w="sm" type="none"/>
              <a:tailEnd len="sm" w="sm" type="none"/>
            </a:ln>
          </p:spPr>
          <p:txBody>
            <a:bodyPr anchorCtr="0" anchor="ctr" bIns="45725" lIns="91425" spcFirstLastPara="1" rIns="91425" wrap="square" tIns="45725">
              <a:noAutofit/>
            </a:bodyPr>
            <a:lstStyle/>
            <a:p>
              <a:pPr indent="0" lvl="0" marL="0" marR="0" rtl="0" algn="ctr">
                <a:lnSpc>
                  <a:spcPct val="9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3442" name="Google Shape;3442;g3693f7da1e3_0_4921"/>
          <p:cNvGrpSpPr/>
          <p:nvPr/>
        </p:nvGrpSpPr>
        <p:grpSpPr>
          <a:xfrm>
            <a:off x="1317895" y="3822464"/>
            <a:ext cx="432000" cy="432000"/>
            <a:chOff x="6783600" y="4857936"/>
            <a:chExt cx="576000" cy="576000"/>
          </a:xfrm>
        </p:grpSpPr>
        <p:pic>
          <p:nvPicPr>
            <p:cNvPr descr="Clipboard with solid fill" id="3443" name="Google Shape;3443;g3693f7da1e3_0_4921"/>
            <p:cNvPicPr preferRelativeResize="0"/>
            <p:nvPr/>
          </p:nvPicPr>
          <p:blipFill rotWithShape="1">
            <a:blip r:embed="rId4">
              <a:alphaModFix/>
            </a:blip>
            <a:srcRect b="0" l="0" r="0" t="0"/>
            <a:stretch/>
          </p:blipFill>
          <p:spPr>
            <a:xfrm>
              <a:off x="6853358" y="4932648"/>
              <a:ext cx="426575" cy="426575"/>
            </a:xfrm>
            <a:prstGeom prst="rect">
              <a:avLst/>
            </a:prstGeom>
            <a:noFill/>
            <a:ln>
              <a:noFill/>
            </a:ln>
          </p:spPr>
        </p:pic>
        <p:sp>
          <p:nvSpPr>
            <p:cNvPr id="3444" name="Google Shape;3444;g3693f7da1e3_0_4921"/>
            <p:cNvSpPr/>
            <p:nvPr/>
          </p:nvSpPr>
          <p:spPr>
            <a:xfrm>
              <a:off x="6783600" y="4857936"/>
              <a:ext cx="576000" cy="576000"/>
            </a:xfrm>
            <a:prstGeom prst="ellipse">
              <a:avLst/>
            </a:prstGeom>
            <a:noFill/>
            <a:ln cap="flat" cmpd="sng" w="28575">
              <a:solidFill>
                <a:schemeClr val="accent1"/>
              </a:solidFill>
              <a:prstDash val="solid"/>
              <a:round/>
              <a:headEnd len="sm" w="sm" type="none"/>
              <a:tailEnd len="sm" w="sm" type="none"/>
            </a:ln>
          </p:spPr>
          <p:txBody>
            <a:bodyPr anchorCtr="0" anchor="ctr" bIns="45725" lIns="91425" spcFirstLastPara="1" rIns="91425" wrap="square" tIns="45725">
              <a:noAutofit/>
            </a:bodyPr>
            <a:lstStyle/>
            <a:p>
              <a:pPr indent="0" lvl="0" marL="0" marR="0" rtl="0" algn="ctr">
                <a:lnSpc>
                  <a:spcPct val="9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3445" name="Google Shape;3445;g3693f7da1e3_0_4921"/>
          <p:cNvGrpSpPr/>
          <p:nvPr/>
        </p:nvGrpSpPr>
        <p:grpSpPr>
          <a:xfrm>
            <a:off x="1317895" y="1732742"/>
            <a:ext cx="432000" cy="432000"/>
            <a:chOff x="6791829" y="1938255"/>
            <a:chExt cx="576000" cy="576000"/>
          </a:xfrm>
        </p:grpSpPr>
        <p:pic>
          <p:nvPicPr>
            <p:cNvPr descr="Building Brick Wall with solid fill" id="3446" name="Google Shape;3446;g3693f7da1e3_0_4921"/>
            <p:cNvPicPr preferRelativeResize="0"/>
            <p:nvPr/>
          </p:nvPicPr>
          <p:blipFill rotWithShape="1">
            <a:blip r:embed="rId5">
              <a:alphaModFix/>
            </a:blip>
            <a:srcRect b="0" l="0" r="0" t="0"/>
            <a:stretch/>
          </p:blipFill>
          <p:spPr>
            <a:xfrm>
              <a:off x="6866541" y="2012967"/>
              <a:ext cx="426575" cy="426575"/>
            </a:xfrm>
            <a:prstGeom prst="rect">
              <a:avLst/>
            </a:prstGeom>
            <a:noFill/>
            <a:ln>
              <a:noFill/>
            </a:ln>
          </p:spPr>
        </p:pic>
        <p:sp>
          <p:nvSpPr>
            <p:cNvPr id="3447" name="Google Shape;3447;g3693f7da1e3_0_4921"/>
            <p:cNvSpPr/>
            <p:nvPr/>
          </p:nvSpPr>
          <p:spPr>
            <a:xfrm>
              <a:off x="6791829" y="1938255"/>
              <a:ext cx="576000" cy="576000"/>
            </a:xfrm>
            <a:prstGeom prst="ellipse">
              <a:avLst/>
            </a:prstGeom>
            <a:noFill/>
            <a:ln cap="flat" cmpd="sng" w="28575">
              <a:solidFill>
                <a:schemeClr val="accent1"/>
              </a:solidFill>
              <a:prstDash val="solid"/>
              <a:round/>
              <a:headEnd len="sm" w="sm" type="none"/>
              <a:tailEnd len="sm" w="sm" type="none"/>
            </a:ln>
          </p:spPr>
          <p:txBody>
            <a:bodyPr anchorCtr="0" anchor="ctr" bIns="45725" lIns="91425" spcFirstLastPara="1" rIns="91425" wrap="square" tIns="45725">
              <a:noAutofit/>
            </a:bodyPr>
            <a:lstStyle/>
            <a:p>
              <a:pPr indent="0" lvl="0" marL="0" marR="0" rtl="0" algn="ctr">
                <a:lnSpc>
                  <a:spcPct val="9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3448" name="Google Shape;3448;g3693f7da1e3_0_4921"/>
          <p:cNvSpPr txBox="1"/>
          <p:nvPr/>
        </p:nvSpPr>
        <p:spPr>
          <a:xfrm>
            <a:off x="290160" y="629990"/>
            <a:ext cx="8385600" cy="524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sp>
        <p:nvSpPr>
          <p:cNvPr id="3449" name="Google Shape;3449;g3693f7da1e3_0_4921"/>
          <p:cNvSpPr txBox="1"/>
          <p:nvPr>
            <p:ph type="title"/>
          </p:nvPr>
        </p:nvSpPr>
        <p:spPr>
          <a:xfrm>
            <a:off x="252000" y="198000"/>
            <a:ext cx="648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US"/>
              <a:t>Summary of Previous Discussion</a:t>
            </a:r>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4" name="Shape 3454"/>
        <p:cNvGrpSpPr/>
        <p:nvPr/>
      </p:nvGrpSpPr>
      <p:grpSpPr>
        <a:xfrm>
          <a:off x="0" y="0"/>
          <a:ext cx="0" cy="0"/>
          <a:chOff x="0" y="0"/>
          <a:chExt cx="0" cy="0"/>
        </a:xfrm>
      </p:grpSpPr>
      <p:sp>
        <p:nvSpPr>
          <p:cNvPr id="3455" name="Google Shape;3455;g3693f7da1e3_0_4939"/>
          <p:cNvSpPr/>
          <p:nvPr/>
        </p:nvSpPr>
        <p:spPr>
          <a:xfrm>
            <a:off x="434221" y="1197718"/>
            <a:ext cx="3909000" cy="3063900"/>
          </a:xfrm>
          <a:prstGeom prst="rect">
            <a:avLst/>
          </a:prstGeom>
          <a:no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t/>
            </a:r>
            <a:endParaRPr b="0" i="0" sz="1400" u="none" cap="none" strike="noStrike">
              <a:solidFill>
                <a:srgbClr val="000000"/>
              </a:solidFill>
              <a:latin typeface="Roboto"/>
              <a:ea typeface="Roboto"/>
              <a:cs typeface="Roboto"/>
              <a:sym typeface="Roboto"/>
            </a:endParaRPr>
          </a:p>
        </p:txBody>
      </p:sp>
      <p:sp>
        <p:nvSpPr>
          <p:cNvPr id="3456" name="Google Shape;3456;g3693f7da1e3_0_4939"/>
          <p:cNvSpPr/>
          <p:nvPr/>
        </p:nvSpPr>
        <p:spPr>
          <a:xfrm>
            <a:off x="4720590" y="1197718"/>
            <a:ext cx="3909000" cy="3063900"/>
          </a:xfrm>
          <a:prstGeom prst="rect">
            <a:avLst/>
          </a:prstGeom>
          <a:no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t/>
            </a:r>
            <a:endParaRPr b="0" i="0" sz="1400" u="none" cap="none" strike="noStrike">
              <a:solidFill>
                <a:srgbClr val="000000"/>
              </a:solidFill>
              <a:latin typeface="Roboto"/>
              <a:ea typeface="Roboto"/>
              <a:cs typeface="Roboto"/>
              <a:sym typeface="Roboto"/>
            </a:endParaRPr>
          </a:p>
          <a:p>
            <a:pPr indent="-127000" lvl="0" marL="215900" marR="0" rtl="0" algn="l">
              <a:lnSpc>
                <a:spcPct val="90000"/>
              </a:lnSpc>
              <a:spcBef>
                <a:spcPts val="0"/>
              </a:spcBef>
              <a:spcAft>
                <a:spcPts val="0"/>
              </a:spcAft>
              <a:buClr>
                <a:schemeClr val="lt1"/>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457" name="Google Shape;3457;g3693f7da1e3_0_4939"/>
          <p:cNvSpPr txBox="1"/>
          <p:nvPr/>
        </p:nvSpPr>
        <p:spPr>
          <a:xfrm>
            <a:off x="1602938" y="1064588"/>
            <a:ext cx="1571700" cy="2859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5587"/>
              </a:buClr>
              <a:buSzPts val="1500"/>
              <a:buFont typeface="Calibri"/>
              <a:buNone/>
            </a:pPr>
            <a:r>
              <a:rPr b="1" i="0" lang="en-US" sz="1500" u="none" cap="none" strike="noStrike">
                <a:solidFill>
                  <a:schemeClr val="accent2"/>
                </a:solidFill>
                <a:latin typeface="Roboto"/>
                <a:ea typeface="Roboto"/>
                <a:cs typeface="Roboto"/>
                <a:sym typeface="Roboto"/>
              </a:rPr>
              <a:t>Action items</a:t>
            </a:r>
            <a:endParaRPr b="0" i="0" sz="1100" u="none" cap="none" strike="noStrike">
              <a:solidFill>
                <a:schemeClr val="accent2"/>
              </a:solidFill>
              <a:latin typeface="Roboto"/>
              <a:ea typeface="Roboto"/>
              <a:cs typeface="Roboto"/>
              <a:sym typeface="Roboto"/>
            </a:endParaRPr>
          </a:p>
        </p:txBody>
      </p:sp>
      <p:sp>
        <p:nvSpPr>
          <p:cNvPr id="3458" name="Google Shape;3458;g3693f7da1e3_0_4939"/>
          <p:cNvSpPr txBox="1"/>
          <p:nvPr/>
        </p:nvSpPr>
        <p:spPr>
          <a:xfrm>
            <a:off x="5889308" y="1064588"/>
            <a:ext cx="1571700" cy="2859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5587"/>
              </a:buClr>
              <a:buSzPts val="1500"/>
              <a:buFont typeface="Calibri"/>
              <a:buNone/>
            </a:pPr>
            <a:r>
              <a:rPr b="1" i="0" lang="en-US" sz="1500" u="none" cap="none" strike="noStrike">
                <a:solidFill>
                  <a:schemeClr val="accent2"/>
                </a:solidFill>
                <a:latin typeface="Roboto"/>
                <a:ea typeface="Roboto"/>
                <a:cs typeface="Roboto"/>
                <a:sym typeface="Roboto"/>
              </a:rPr>
              <a:t>Parking lot Items</a:t>
            </a:r>
            <a:endParaRPr b="1" i="0" sz="1500" u="none" cap="none" strike="noStrike">
              <a:solidFill>
                <a:schemeClr val="accent2"/>
              </a:solidFill>
              <a:latin typeface="Roboto"/>
              <a:ea typeface="Roboto"/>
              <a:cs typeface="Roboto"/>
              <a:sym typeface="Roboto"/>
            </a:endParaRPr>
          </a:p>
        </p:txBody>
      </p:sp>
      <p:sp>
        <p:nvSpPr>
          <p:cNvPr id="3459" name="Google Shape;3459;g3693f7da1e3_0_4939"/>
          <p:cNvSpPr txBox="1"/>
          <p:nvPr/>
        </p:nvSpPr>
        <p:spPr>
          <a:xfrm>
            <a:off x="628650" y="1415463"/>
            <a:ext cx="3429000" cy="2858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Please refer to the following document to find the action items:</a:t>
            </a:r>
            <a:endParaRPr b="0" i="0" sz="1200" u="none" cap="none" strike="noStrike">
              <a:solidFill>
                <a:srgbClr val="000000"/>
              </a:solidFill>
              <a:latin typeface="Roboto"/>
              <a:ea typeface="Roboto"/>
              <a:cs typeface="Roboto"/>
              <a:sym typeface="Roboto"/>
            </a:endParaRPr>
          </a:p>
        </p:txBody>
      </p:sp>
      <p:sp>
        <p:nvSpPr>
          <p:cNvPr id="3460" name="Google Shape;3460;g3693f7da1e3_0_4939"/>
          <p:cNvSpPr txBox="1"/>
          <p:nvPr/>
        </p:nvSpPr>
        <p:spPr>
          <a:xfrm>
            <a:off x="4960620" y="1415463"/>
            <a:ext cx="3429000" cy="2858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Please refer to the following document to find the parking lot items:</a:t>
            </a:r>
            <a:endParaRPr b="0" i="0" sz="1100" u="none" cap="none" strike="noStrike">
              <a:solidFill>
                <a:srgbClr val="000000"/>
              </a:solidFill>
              <a:latin typeface="Roboto"/>
              <a:ea typeface="Roboto"/>
              <a:cs typeface="Roboto"/>
              <a:sym typeface="Roboto"/>
            </a:endParaRPr>
          </a:p>
          <a:p>
            <a:pPr indent="-139700" lvl="0" marL="215900" marR="0" rtl="0" algn="l">
              <a:lnSpc>
                <a:spcPct val="90000"/>
              </a:lnSpc>
              <a:spcBef>
                <a:spcPts val="0"/>
              </a:spcBef>
              <a:spcAft>
                <a:spcPts val="0"/>
              </a:spcAft>
              <a:buClr>
                <a:schemeClr val="dk1"/>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3461" name="Google Shape;3461;g3693f7da1e3_0_4939"/>
          <p:cNvSpPr txBox="1"/>
          <p:nvPr>
            <p:ph type="title"/>
          </p:nvPr>
        </p:nvSpPr>
        <p:spPr>
          <a:xfrm>
            <a:off x="252000" y="198000"/>
            <a:ext cx="648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US"/>
              <a:t>Action Items and Parking Lot</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6" name="Shape 3466"/>
        <p:cNvGrpSpPr/>
        <p:nvPr/>
      </p:nvGrpSpPr>
      <p:grpSpPr>
        <a:xfrm>
          <a:off x="0" y="0"/>
          <a:ext cx="0" cy="0"/>
          <a:chOff x="0" y="0"/>
          <a:chExt cx="0" cy="0"/>
        </a:xfrm>
      </p:grpSpPr>
      <p:sp>
        <p:nvSpPr>
          <p:cNvPr id="3467" name="Google Shape;3467;g3693f7da1e3_0_4950"/>
          <p:cNvSpPr/>
          <p:nvPr/>
        </p:nvSpPr>
        <p:spPr>
          <a:xfrm>
            <a:off x="3833741" y="959252"/>
            <a:ext cx="34200" cy="34200"/>
          </a:xfrm>
          <a:prstGeom prst="ellipse">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Calibri"/>
              <a:buNone/>
            </a:pPr>
            <a:r>
              <a:t/>
            </a:r>
            <a:endParaRPr b="0" i="0" sz="800" u="none" cap="none" strike="noStrike">
              <a:solidFill>
                <a:srgbClr val="FFFFFF"/>
              </a:solidFill>
              <a:latin typeface="Arial"/>
              <a:ea typeface="Arial"/>
              <a:cs typeface="Arial"/>
              <a:sym typeface="Arial"/>
            </a:endParaRPr>
          </a:p>
        </p:txBody>
      </p:sp>
      <p:graphicFrame>
        <p:nvGraphicFramePr>
          <p:cNvPr id="3468" name="Google Shape;3468;g3693f7da1e3_0_4950"/>
          <p:cNvGraphicFramePr/>
          <p:nvPr/>
        </p:nvGraphicFramePr>
        <p:xfrm>
          <a:off x="331276" y="964769"/>
          <a:ext cx="3000000" cy="3000000"/>
        </p:xfrm>
        <a:graphic>
          <a:graphicData uri="http://schemas.openxmlformats.org/drawingml/2006/table">
            <a:tbl>
              <a:tblPr bandRow="1" firstRow="1">
                <a:noFill/>
                <a:tableStyleId>{352A6EF0-C611-4F09-9A5A-4747802A3ADF}</a:tableStyleId>
              </a:tblPr>
              <a:tblGrid>
                <a:gridCol w="2536800"/>
                <a:gridCol w="5928525"/>
              </a:tblGrid>
              <a:tr h="511600">
                <a:tc gridSpan="2">
                  <a:txBody>
                    <a:bodyPr/>
                    <a:lstStyle/>
                    <a:p>
                      <a:pPr indent="0" lvl="0" marL="0" marR="0" rtl="0" algn="ctr">
                        <a:lnSpc>
                          <a:spcPct val="100000"/>
                        </a:lnSpc>
                        <a:spcBef>
                          <a:spcPts val="0"/>
                        </a:spcBef>
                        <a:spcAft>
                          <a:spcPts val="0"/>
                        </a:spcAft>
                        <a:buClr>
                          <a:srgbClr val="000000"/>
                        </a:buClr>
                        <a:buSzPts val="1100"/>
                        <a:buFont typeface="Arial"/>
                        <a:buNone/>
                      </a:pPr>
                      <a:r>
                        <a:rPr lang="en-US" sz="1100" u="none" cap="none" strike="noStrike">
                          <a:solidFill>
                            <a:schemeClr val="dk2"/>
                          </a:solidFill>
                          <a:latin typeface="Roboto"/>
                          <a:ea typeface="Roboto"/>
                          <a:cs typeface="Roboto"/>
                          <a:sym typeface="Roboto"/>
                        </a:rPr>
                        <a:t>Are there any Business Requirements we should keep in mind when discussing and designing processes within this topic?</a:t>
                      </a:r>
                      <a:endParaRPr sz="1100" u="none" cap="none" strike="noStrike">
                        <a:solidFill>
                          <a:schemeClr val="dk2"/>
                        </a:solidFill>
                        <a:latin typeface="Roboto"/>
                        <a:ea typeface="Roboto"/>
                        <a:cs typeface="Roboto"/>
                        <a:sym typeface="Roboto"/>
                      </a:endParaRPr>
                    </a:p>
                  </a:txBody>
                  <a:tcPr marT="34300" marB="34300" marR="68600" marL="686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2"/>
                    </a:solidFill>
                  </a:tcPr>
                </a:tc>
                <a:tc hMerge="1"/>
              </a:tr>
              <a:tr h="406600">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solidFill>
                            <a:schemeClr val="dk2"/>
                          </a:solidFill>
                          <a:latin typeface="Roboto"/>
                          <a:ea typeface="Roboto"/>
                          <a:cs typeface="Roboto"/>
                          <a:sym typeface="Roboto"/>
                        </a:rPr>
                        <a:t>Type of Business Requirements</a:t>
                      </a:r>
                      <a:endParaRPr sz="1100" u="none" cap="none" strike="noStrike">
                        <a:solidFill>
                          <a:schemeClr val="dk2"/>
                        </a:solidFill>
                        <a:latin typeface="Roboto"/>
                        <a:ea typeface="Roboto"/>
                        <a:cs typeface="Roboto"/>
                        <a:sym typeface="Roboto"/>
                      </a:endParaRPr>
                    </a:p>
                  </a:txBody>
                  <a:tcPr marT="34300" marB="34300" marR="68600" marL="686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solidFill>
                            <a:schemeClr val="dk2"/>
                          </a:solidFill>
                          <a:latin typeface="Roboto"/>
                          <a:ea typeface="Roboto"/>
                          <a:cs typeface="Roboto"/>
                          <a:sym typeface="Roboto"/>
                        </a:rPr>
                        <a:t>Explanation</a:t>
                      </a:r>
                      <a:endParaRPr sz="1100" u="none" cap="none" strike="noStrike">
                        <a:solidFill>
                          <a:schemeClr val="dk2"/>
                        </a:solidFill>
                        <a:latin typeface="Roboto"/>
                        <a:ea typeface="Roboto"/>
                        <a:cs typeface="Roboto"/>
                        <a:sym typeface="Roboto"/>
                      </a:endParaRPr>
                    </a:p>
                  </a:txBody>
                  <a:tcPr marT="34300" marB="34300" marR="68600" marL="686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2"/>
                    </a:solidFill>
                  </a:tcPr>
                </a:tc>
              </a:tr>
              <a:tr h="388275">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2"/>
                        </a:solidFill>
                        <a:latin typeface="Roboto"/>
                        <a:ea typeface="Roboto"/>
                        <a:cs typeface="Roboto"/>
                        <a:sym typeface="Roboto"/>
                      </a:endParaRPr>
                    </a:p>
                  </a:txBody>
                  <a:tcPr marT="34300" marB="34300" marR="68600" marL="686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r h="414575">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2"/>
                        </a:solidFill>
                        <a:latin typeface="Roboto"/>
                        <a:ea typeface="Roboto"/>
                        <a:cs typeface="Roboto"/>
                        <a:sym typeface="Roboto"/>
                      </a:endParaRPr>
                    </a:p>
                  </a:txBody>
                  <a:tcPr marT="34300" marB="34300" marR="68600" marL="686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r h="414575">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2"/>
                        </a:solidFill>
                        <a:latin typeface="Roboto"/>
                        <a:ea typeface="Roboto"/>
                        <a:cs typeface="Roboto"/>
                        <a:sym typeface="Roboto"/>
                      </a:endParaRPr>
                    </a:p>
                  </a:txBody>
                  <a:tcPr marT="34300" marB="34300" marR="68600" marL="686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r h="414575">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2"/>
                        </a:solidFill>
                        <a:latin typeface="Roboto"/>
                        <a:ea typeface="Roboto"/>
                        <a:cs typeface="Roboto"/>
                        <a:sym typeface="Roboto"/>
                      </a:endParaRPr>
                    </a:p>
                  </a:txBody>
                  <a:tcPr marT="34300" marB="34300" marR="68600" marL="686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r h="414575">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2"/>
                        </a:solidFill>
                        <a:latin typeface="Roboto"/>
                        <a:ea typeface="Roboto"/>
                        <a:cs typeface="Roboto"/>
                        <a:sym typeface="Roboto"/>
                      </a:endParaRPr>
                    </a:p>
                  </a:txBody>
                  <a:tcPr marT="34300" marB="34300" marR="68600" marL="686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r h="414575">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2"/>
                        </a:solidFill>
                        <a:latin typeface="Roboto"/>
                        <a:ea typeface="Roboto"/>
                        <a:cs typeface="Roboto"/>
                        <a:sym typeface="Roboto"/>
                      </a:endParaRPr>
                    </a:p>
                  </a:txBody>
                  <a:tcPr marT="34300" marB="34300" marR="68600" marL="686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2"/>
                        </a:solidFill>
                        <a:latin typeface="Roboto"/>
                        <a:ea typeface="Roboto"/>
                        <a:cs typeface="Roboto"/>
                        <a:sym typeface="Roboto"/>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FE2F3"/>
                    </a:solidFill>
                  </a:tcPr>
                </a:tc>
              </a:tr>
            </a:tbl>
          </a:graphicData>
        </a:graphic>
      </p:graphicFrame>
      <p:sp>
        <p:nvSpPr>
          <p:cNvPr id="3469" name="Google Shape;3469;g3693f7da1e3_0_4950"/>
          <p:cNvSpPr txBox="1"/>
          <p:nvPr>
            <p:ph type="title"/>
          </p:nvPr>
        </p:nvSpPr>
        <p:spPr>
          <a:xfrm>
            <a:off x="252000" y="198000"/>
            <a:ext cx="6480000" cy="4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US"/>
              <a:t>Present related Business Requirements</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3" name="Shape 3473"/>
        <p:cNvGrpSpPr/>
        <p:nvPr/>
      </p:nvGrpSpPr>
      <p:grpSpPr>
        <a:xfrm>
          <a:off x="0" y="0"/>
          <a:ext cx="0" cy="0"/>
          <a:chOff x="0" y="0"/>
          <a:chExt cx="0" cy="0"/>
        </a:xfrm>
      </p:grpSpPr>
      <p:pic>
        <p:nvPicPr>
          <p:cNvPr id="3474" name="Google Shape;3474;p50"/>
          <p:cNvPicPr preferRelativeResize="0"/>
          <p:nvPr>
            <p:ph idx="2" type="pic"/>
          </p:nvPr>
        </p:nvPicPr>
        <p:blipFill rotWithShape="1">
          <a:blip r:embed="rId3">
            <a:alphaModFix/>
          </a:blip>
          <a:srcRect b="602" l="0" r="0" t="602"/>
          <a:stretch/>
        </p:blipFill>
        <p:spPr>
          <a:xfrm>
            <a:off x="0" y="1"/>
            <a:ext cx="9144003" cy="5143500"/>
          </a:xfrm>
          <a:prstGeom prst="rect">
            <a:avLst/>
          </a:prstGeom>
          <a:noFill/>
          <a:ln>
            <a:noFill/>
          </a:ln>
        </p:spPr>
      </p:pic>
      <p:sp>
        <p:nvSpPr>
          <p:cNvPr id="3475" name="Google Shape;3475;p50"/>
          <p:cNvSpPr txBox="1"/>
          <p:nvPr>
            <p:ph type="ctrTitle"/>
          </p:nvPr>
        </p:nvSpPr>
        <p:spPr>
          <a:xfrm>
            <a:off x="1806000" y="2272350"/>
            <a:ext cx="5532000" cy="5988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1700"/>
              <a:buNone/>
            </a:pPr>
            <a:r>
              <a:rPr lang="en-US"/>
              <a:t>Thank you</a:t>
            </a:r>
            <a:endParaRPr/>
          </a:p>
        </p:txBody>
      </p:sp>
      <p:grpSp>
        <p:nvGrpSpPr>
          <p:cNvPr id="3476" name="Google Shape;3476;p50"/>
          <p:cNvGrpSpPr/>
          <p:nvPr/>
        </p:nvGrpSpPr>
        <p:grpSpPr>
          <a:xfrm>
            <a:off x="5785119" y="227477"/>
            <a:ext cx="3114446" cy="1198492"/>
            <a:chOff x="6086944" y="1507535"/>
            <a:chExt cx="1929047" cy="742330"/>
          </a:xfrm>
        </p:grpSpPr>
        <p:sp>
          <p:nvSpPr>
            <p:cNvPr id="3477" name="Google Shape;3477;p50"/>
            <p:cNvSpPr/>
            <p:nvPr/>
          </p:nvSpPr>
          <p:spPr>
            <a:xfrm>
              <a:off x="6086944" y="1861348"/>
              <a:ext cx="251981" cy="270015"/>
            </a:xfrm>
            <a:custGeom>
              <a:rect b="b" l="l" r="r" t="t"/>
              <a:pathLst>
                <a:path extrusionOk="0" h="270015" w="251981">
                  <a:moveTo>
                    <a:pt x="183719" y="197221"/>
                  </a:moveTo>
                  <a:cubicBezTo>
                    <a:pt x="183719" y="187064"/>
                    <a:pt x="179505" y="179446"/>
                    <a:pt x="170235" y="173521"/>
                  </a:cubicBezTo>
                  <a:cubicBezTo>
                    <a:pt x="160965" y="168442"/>
                    <a:pt x="144953" y="162517"/>
                    <a:pt x="121356" y="156592"/>
                  </a:cubicBezTo>
                  <a:cubicBezTo>
                    <a:pt x="97759" y="150667"/>
                    <a:pt x="79218" y="144742"/>
                    <a:pt x="65734" y="138817"/>
                  </a:cubicBezTo>
                  <a:cubicBezTo>
                    <a:pt x="28653" y="122734"/>
                    <a:pt x="10113" y="100727"/>
                    <a:pt x="10113" y="73641"/>
                  </a:cubicBezTo>
                  <a:cubicBezTo>
                    <a:pt x="10113" y="46554"/>
                    <a:pt x="15169" y="46554"/>
                    <a:pt x="25282" y="35551"/>
                  </a:cubicBezTo>
                  <a:cubicBezTo>
                    <a:pt x="35395" y="24547"/>
                    <a:pt x="49722" y="16082"/>
                    <a:pt x="68263" y="9311"/>
                  </a:cubicBezTo>
                  <a:cubicBezTo>
                    <a:pt x="86803" y="3386"/>
                    <a:pt x="107872" y="0"/>
                    <a:pt x="131469" y="0"/>
                  </a:cubicBezTo>
                  <a:cubicBezTo>
                    <a:pt x="155065" y="0"/>
                    <a:pt x="175291" y="3386"/>
                    <a:pt x="193832" y="10157"/>
                  </a:cubicBezTo>
                  <a:cubicBezTo>
                    <a:pt x="212372" y="16929"/>
                    <a:pt x="226699" y="26240"/>
                    <a:pt x="236812" y="38936"/>
                  </a:cubicBezTo>
                  <a:cubicBezTo>
                    <a:pt x="246925" y="51633"/>
                    <a:pt x="251981" y="65176"/>
                    <a:pt x="251981" y="81259"/>
                  </a:cubicBezTo>
                  <a:lnTo>
                    <a:pt x="184562" y="81259"/>
                  </a:lnTo>
                  <a:cubicBezTo>
                    <a:pt x="184562" y="69408"/>
                    <a:pt x="179505" y="60097"/>
                    <a:pt x="170235" y="53326"/>
                  </a:cubicBezTo>
                  <a:cubicBezTo>
                    <a:pt x="160965" y="46554"/>
                    <a:pt x="147481" y="43169"/>
                    <a:pt x="130626" y="43169"/>
                  </a:cubicBezTo>
                  <a:cubicBezTo>
                    <a:pt x="113771" y="43169"/>
                    <a:pt x="101130" y="45708"/>
                    <a:pt x="91859" y="51633"/>
                  </a:cubicBezTo>
                  <a:cubicBezTo>
                    <a:pt x="82589" y="57558"/>
                    <a:pt x="78375" y="64330"/>
                    <a:pt x="78375" y="73641"/>
                  </a:cubicBezTo>
                  <a:cubicBezTo>
                    <a:pt x="78375" y="82951"/>
                    <a:pt x="83432" y="89723"/>
                    <a:pt x="94388" y="94802"/>
                  </a:cubicBezTo>
                  <a:cubicBezTo>
                    <a:pt x="105343" y="100727"/>
                    <a:pt x="120513" y="105805"/>
                    <a:pt x="141582" y="110884"/>
                  </a:cubicBezTo>
                  <a:cubicBezTo>
                    <a:pt x="180348" y="120195"/>
                    <a:pt x="208159" y="132045"/>
                    <a:pt x="225014" y="145588"/>
                  </a:cubicBezTo>
                  <a:cubicBezTo>
                    <a:pt x="241868" y="159131"/>
                    <a:pt x="251139" y="176060"/>
                    <a:pt x="251139" y="197221"/>
                  </a:cubicBezTo>
                  <a:cubicBezTo>
                    <a:pt x="251139" y="218382"/>
                    <a:pt x="240183" y="237851"/>
                    <a:pt x="219114" y="250547"/>
                  </a:cubicBezTo>
                  <a:cubicBezTo>
                    <a:pt x="198046" y="263244"/>
                    <a:pt x="168549" y="270015"/>
                    <a:pt x="132311" y="270015"/>
                  </a:cubicBezTo>
                  <a:cubicBezTo>
                    <a:pt x="96073" y="270015"/>
                    <a:pt x="84275" y="266630"/>
                    <a:pt x="63206" y="259012"/>
                  </a:cubicBezTo>
                  <a:cubicBezTo>
                    <a:pt x="42137" y="251394"/>
                    <a:pt x="26968" y="241236"/>
                    <a:pt x="16012" y="228540"/>
                  </a:cubicBezTo>
                  <a:cubicBezTo>
                    <a:pt x="5056" y="215843"/>
                    <a:pt x="0" y="200607"/>
                    <a:pt x="0" y="183678"/>
                  </a:cubicBezTo>
                  <a:lnTo>
                    <a:pt x="67420" y="183678"/>
                  </a:lnTo>
                  <a:cubicBezTo>
                    <a:pt x="67420" y="212457"/>
                    <a:pt x="89331" y="226847"/>
                    <a:pt x="132311" y="226847"/>
                  </a:cubicBezTo>
                  <a:cubicBezTo>
                    <a:pt x="175291" y="226847"/>
                    <a:pt x="160965" y="224307"/>
                    <a:pt x="170235" y="219229"/>
                  </a:cubicBezTo>
                  <a:cubicBezTo>
                    <a:pt x="179505" y="214150"/>
                    <a:pt x="183719" y="206532"/>
                    <a:pt x="183719" y="19722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8" name="Google Shape;3478;p50"/>
            <p:cNvSpPr/>
            <p:nvPr/>
          </p:nvSpPr>
          <p:spPr>
            <a:xfrm>
              <a:off x="6376006" y="1864734"/>
              <a:ext cx="250295" cy="263243"/>
            </a:xfrm>
            <a:custGeom>
              <a:rect b="b" l="l" r="r" t="t"/>
              <a:pathLst>
                <a:path extrusionOk="0" h="263243" w="250295">
                  <a:moveTo>
                    <a:pt x="67420" y="170982"/>
                  </a:moveTo>
                  <a:lnTo>
                    <a:pt x="67420" y="263244"/>
                  </a:lnTo>
                  <a:lnTo>
                    <a:pt x="0" y="263244"/>
                  </a:lnTo>
                  <a:lnTo>
                    <a:pt x="0" y="0"/>
                  </a:lnTo>
                  <a:lnTo>
                    <a:pt x="127255" y="0"/>
                  </a:lnTo>
                  <a:cubicBezTo>
                    <a:pt x="151694" y="0"/>
                    <a:pt x="173606" y="3386"/>
                    <a:pt x="192146" y="11004"/>
                  </a:cubicBezTo>
                  <a:cubicBezTo>
                    <a:pt x="210687" y="18622"/>
                    <a:pt x="225014" y="28779"/>
                    <a:pt x="235126" y="41476"/>
                  </a:cubicBezTo>
                  <a:cubicBezTo>
                    <a:pt x="245239" y="55019"/>
                    <a:pt x="250296" y="70255"/>
                    <a:pt x="250296" y="87184"/>
                  </a:cubicBezTo>
                  <a:cubicBezTo>
                    <a:pt x="250296" y="112577"/>
                    <a:pt x="239340" y="132892"/>
                    <a:pt x="217429" y="148128"/>
                  </a:cubicBezTo>
                  <a:cubicBezTo>
                    <a:pt x="195517" y="163364"/>
                    <a:pt x="165178" y="170135"/>
                    <a:pt x="126412" y="170135"/>
                  </a:cubicBezTo>
                  <a:lnTo>
                    <a:pt x="67420" y="170135"/>
                  </a:lnTo>
                  <a:close/>
                  <a:moveTo>
                    <a:pt x="67420" y="126966"/>
                  </a:moveTo>
                  <a:lnTo>
                    <a:pt x="127255" y="126966"/>
                  </a:lnTo>
                  <a:cubicBezTo>
                    <a:pt x="144953" y="126966"/>
                    <a:pt x="158436" y="123581"/>
                    <a:pt x="167707" y="116809"/>
                  </a:cubicBezTo>
                  <a:cubicBezTo>
                    <a:pt x="176977" y="110038"/>
                    <a:pt x="182033" y="100727"/>
                    <a:pt x="182033" y="88030"/>
                  </a:cubicBezTo>
                  <a:cubicBezTo>
                    <a:pt x="182033" y="75333"/>
                    <a:pt x="176977" y="64330"/>
                    <a:pt x="167707" y="56712"/>
                  </a:cubicBezTo>
                  <a:cubicBezTo>
                    <a:pt x="158436" y="49094"/>
                    <a:pt x="144953" y="44861"/>
                    <a:pt x="128940" y="44015"/>
                  </a:cubicBezTo>
                  <a:lnTo>
                    <a:pt x="67420" y="44015"/>
                  </a:lnTo>
                  <a:lnTo>
                    <a:pt x="67420" y="12696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9" name="Google Shape;3479;p50"/>
            <p:cNvSpPr/>
            <p:nvPr/>
          </p:nvSpPr>
          <p:spPr>
            <a:xfrm>
              <a:off x="6594277" y="1864734"/>
              <a:ext cx="306759" cy="263243"/>
            </a:xfrm>
            <a:custGeom>
              <a:rect b="b" l="l" r="r" t="t"/>
              <a:pathLst>
                <a:path extrusionOk="0" h="263243" w="306759">
                  <a:moveTo>
                    <a:pt x="212372" y="209071"/>
                  </a:moveTo>
                  <a:lnTo>
                    <a:pt x="94388" y="209071"/>
                  </a:lnTo>
                  <a:lnTo>
                    <a:pt x="71633" y="263244"/>
                  </a:lnTo>
                  <a:lnTo>
                    <a:pt x="0" y="263244"/>
                  </a:lnTo>
                  <a:lnTo>
                    <a:pt x="122198" y="0"/>
                  </a:lnTo>
                  <a:lnTo>
                    <a:pt x="184562" y="0"/>
                  </a:lnTo>
                  <a:lnTo>
                    <a:pt x="306760" y="263244"/>
                  </a:lnTo>
                  <a:lnTo>
                    <a:pt x="235126" y="263244"/>
                  </a:lnTo>
                  <a:lnTo>
                    <a:pt x="212372" y="209071"/>
                  </a:lnTo>
                  <a:close/>
                  <a:moveTo>
                    <a:pt x="112928" y="165056"/>
                  </a:moveTo>
                  <a:lnTo>
                    <a:pt x="194675" y="165056"/>
                  </a:lnTo>
                  <a:lnTo>
                    <a:pt x="153380" y="66869"/>
                  </a:lnTo>
                  <a:lnTo>
                    <a:pt x="112928" y="16505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0" name="Google Shape;3480;p50"/>
            <p:cNvSpPr/>
            <p:nvPr/>
          </p:nvSpPr>
          <p:spPr>
            <a:xfrm>
              <a:off x="6928005" y="1864734"/>
              <a:ext cx="254509" cy="263243"/>
            </a:xfrm>
            <a:custGeom>
              <a:rect b="b" l="l" r="r" t="t"/>
              <a:pathLst>
                <a:path extrusionOk="0" h="263243" w="254509">
                  <a:moveTo>
                    <a:pt x="121356" y="166749"/>
                  </a:moveTo>
                  <a:lnTo>
                    <a:pt x="67420" y="166749"/>
                  </a:lnTo>
                  <a:lnTo>
                    <a:pt x="67420" y="263244"/>
                  </a:lnTo>
                  <a:lnTo>
                    <a:pt x="0" y="263244"/>
                  </a:lnTo>
                  <a:lnTo>
                    <a:pt x="0" y="0"/>
                  </a:lnTo>
                  <a:lnTo>
                    <a:pt x="121356" y="0"/>
                  </a:lnTo>
                  <a:cubicBezTo>
                    <a:pt x="160122" y="0"/>
                    <a:pt x="189618" y="6772"/>
                    <a:pt x="210687" y="21161"/>
                  </a:cubicBezTo>
                  <a:cubicBezTo>
                    <a:pt x="231755" y="34704"/>
                    <a:pt x="241868" y="54172"/>
                    <a:pt x="241868" y="79566"/>
                  </a:cubicBezTo>
                  <a:cubicBezTo>
                    <a:pt x="241868" y="104959"/>
                    <a:pt x="236812" y="112577"/>
                    <a:pt x="227542" y="124427"/>
                  </a:cubicBezTo>
                  <a:cubicBezTo>
                    <a:pt x="218271" y="136277"/>
                    <a:pt x="203102" y="145588"/>
                    <a:pt x="183719" y="153206"/>
                  </a:cubicBezTo>
                  <a:lnTo>
                    <a:pt x="254510" y="260705"/>
                  </a:lnTo>
                  <a:lnTo>
                    <a:pt x="254510" y="263244"/>
                  </a:lnTo>
                  <a:lnTo>
                    <a:pt x="182033" y="263244"/>
                  </a:lnTo>
                  <a:lnTo>
                    <a:pt x="120513" y="166749"/>
                  </a:lnTo>
                  <a:close/>
                  <a:moveTo>
                    <a:pt x="67420" y="122734"/>
                  </a:moveTo>
                  <a:lnTo>
                    <a:pt x="122198" y="122734"/>
                  </a:lnTo>
                  <a:cubicBezTo>
                    <a:pt x="139053" y="122734"/>
                    <a:pt x="152537" y="119348"/>
                    <a:pt x="161807" y="112577"/>
                  </a:cubicBezTo>
                  <a:cubicBezTo>
                    <a:pt x="171078" y="105805"/>
                    <a:pt x="176134" y="96495"/>
                    <a:pt x="176134" y="83798"/>
                  </a:cubicBezTo>
                  <a:cubicBezTo>
                    <a:pt x="176134" y="71101"/>
                    <a:pt x="171920" y="61790"/>
                    <a:pt x="162650" y="54172"/>
                  </a:cubicBezTo>
                  <a:cubicBezTo>
                    <a:pt x="154223" y="47401"/>
                    <a:pt x="140739" y="43169"/>
                    <a:pt x="122198" y="43169"/>
                  </a:cubicBezTo>
                  <a:lnTo>
                    <a:pt x="68263" y="43169"/>
                  </a:lnTo>
                  <a:lnTo>
                    <a:pt x="68263" y="12188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1" name="Google Shape;3481;p50"/>
            <p:cNvSpPr/>
            <p:nvPr/>
          </p:nvSpPr>
          <p:spPr>
            <a:xfrm>
              <a:off x="7217910" y="1864734"/>
              <a:ext cx="266308" cy="263243"/>
            </a:xfrm>
            <a:custGeom>
              <a:rect b="b" l="l" r="r" t="t"/>
              <a:pathLst>
                <a:path extrusionOk="0" h="263243" w="266308">
                  <a:moveTo>
                    <a:pt x="102815" y="157438"/>
                  </a:moveTo>
                  <a:lnTo>
                    <a:pt x="67420" y="187910"/>
                  </a:lnTo>
                  <a:lnTo>
                    <a:pt x="67420" y="263244"/>
                  </a:lnTo>
                  <a:lnTo>
                    <a:pt x="0" y="263244"/>
                  </a:lnTo>
                  <a:lnTo>
                    <a:pt x="0" y="0"/>
                  </a:lnTo>
                  <a:lnTo>
                    <a:pt x="67420" y="0"/>
                  </a:lnTo>
                  <a:lnTo>
                    <a:pt x="67420" y="119348"/>
                  </a:lnTo>
                  <a:lnTo>
                    <a:pt x="96916" y="86337"/>
                  </a:lnTo>
                  <a:lnTo>
                    <a:pt x="180348" y="0"/>
                  </a:lnTo>
                  <a:lnTo>
                    <a:pt x="262937" y="0"/>
                  </a:lnTo>
                  <a:lnTo>
                    <a:pt x="146638" y="116809"/>
                  </a:lnTo>
                  <a:lnTo>
                    <a:pt x="266308" y="263244"/>
                  </a:lnTo>
                  <a:lnTo>
                    <a:pt x="186247" y="263244"/>
                  </a:lnTo>
                  <a:lnTo>
                    <a:pt x="101972" y="15743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2" name="Google Shape;3482;p50"/>
            <p:cNvSpPr/>
            <p:nvPr/>
          </p:nvSpPr>
          <p:spPr>
            <a:xfrm>
              <a:off x="6828561" y="2198232"/>
              <a:ext cx="23596" cy="51633"/>
            </a:xfrm>
            <a:custGeom>
              <a:rect b="b" l="l" r="r" t="t"/>
              <a:pathLst>
                <a:path extrusionOk="0" h="51633" w="23596">
                  <a:moveTo>
                    <a:pt x="23597" y="28779"/>
                  </a:moveTo>
                  <a:lnTo>
                    <a:pt x="23597" y="21161"/>
                  </a:lnTo>
                  <a:cubicBezTo>
                    <a:pt x="23597" y="20315"/>
                    <a:pt x="23597" y="19468"/>
                    <a:pt x="22754" y="18622"/>
                  </a:cubicBezTo>
                  <a:lnTo>
                    <a:pt x="3371" y="0"/>
                  </a:lnTo>
                  <a:lnTo>
                    <a:pt x="0" y="3386"/>
                  </a:lnTo>
                  <a:lnTo>
                    <a:pt x="21911" y="23700"/>
                  </a:lnTo>
                  <a:lnTo>
                    <a:pt x="21911" y="27933"/>
                  </a:lnTo>
                  <a:cubicBezTo>
                    <a:pt x="21911" y="27933"/>
                    <a:pt x="0" y="48247"/>
                    <a:pt x="0" y="48247"/>
                  </a:cubicBezTo>
                  <a:lnTo>
                    <a:pt x="3371" y="51633"/>
                  </a:lnTo>
                  <a:lnTo>
                    <a:pt x="22754" y="33011"/>
                  </a:lnTo>
                  <a:cubicBezTo>
                    <a:pt x="22754" y="33011"/>
                    <a:pt x="23597" y="31318"/>
                    <a:pt x="23597" y="30472"/>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3" name="Google Shape;3483;p50"/>
            <p:cNvSpPr/>
            <p:nvPr/>
          </p:nvSpPr>
          <p:spPr>
            <a:xfrm>
              <a:off x="6820134" y="2220240"/>
              <a:ext cx="31181" cy="5078"/>
            </a:xfrm>
            <a:custGeom>
              <a:rect b="b" l="l" r="r" t="t"/>
              <a:pathLst>
                <a:path extrusionOk="0" h="5078" w="31181">
                  <a:moveTo>
                    <a:pt x="0" y="5079"/>
                  </a:moveTo>
                  <a:lnTo>
                    <a:pt x="0" y="0"/>
                  </a:lnTo>
                  <a:lnTo>
                    <a:pt x="31182" y="846"/>
                  </a:lnTo>
                  <a:lnTo>
                    <a:pt x="31182" y="4232"/>
                  </a:lnTo>
                  <a:lnTo>
                    <a:pt x="0" y="5079"/>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4" name="Google Shape;3484;p50"/>
            <p:cNvSpPr/>
            <p:nvPr/>
          </p:nvSpPr>
          <p:spPr>
            <a:xfrm>
              <a:off x="6423200" y="2199925"/>
              <a:ext cx="37923" cy="48247"/>
            </a:xfrm>
            <a:custGeom>
              <a:rect b="b" l="l" r="r" t="t"/>
              <a:pathLst>
                <a:path extrusionOk="0" h="48247" w="37923">
                  <a:moveTo>
                    <a:pt x="37924" y="48247"/>
                  </a:moveTo>
                  <a:lnTo>
                    <a:pt x="31182" y="48247"/>
                  </a:lnTo>
                  <a:lnTo>
                    <a:pt x="6742" y="11004"/>
                  </a:lnTo>
                  <a:lnTo>
                    <a:pt x="6742" y="48247"/>
                  </a:lnTo>
                  <a:lnTo>
                    <a:pt x="0" y="48247"/>
                  </a:lnTo>
                  <a:lnTo>
                    <a:pt x="0" y="0"/>
                  </a:lnTo>
                  <a:lnTo>
                    <a:pt x="6742" y="0"/>
                  </a:lnTo>
                  <a:lnTo>
                    <a:pt x="31182" y="37243"/>
                  </a:lnTo>
                  <a:lnTo>
                    <a:pt x="31182" y="0"/>
                  </a:lnTo>
                  <a:lnTo>
                    <a:pt x="37081" y="0"/>
                  </a:lnTo>
                  <a:lnTo>
                    <a:pt x="37081" y="4824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5" name="Google Shape;3485;p50"/>
            <p:cNvSpPr/>
            <p:nvPr/>
          </p:nvSpPr>
          <p:spPr>
            <a:xfrm>
              <a:off x="6478821" y="2199925"/>
              <a:ext cx="30338" cy="48247"/>
            </a:xfrm>
            <a:custGeom>
              <a:rect b="b" l="l" r="r" t="t"/>
              <a:pathLst>
                <a:path extrusionOk="0" h="48247" w="30338">
                  <a:moveTo>
                    <a:pt x="26968" y="26240"/>
                  </a:moveTo>
                  <a:lnTo>
                    <a:pt x="5899" y="26240"/>
                  </a:lnTo>
                  <a:lnTo>
                    <a:pt x="5899" y="43169"/>
                  </a:lnTo>
                  <a:lnTo>
                    <a:pt x="30339" y="43169"/>
                  </a:lnTo>
                  <a:lnTo>
                    <a:pt x="30339" y="48247"/>
                  </a:lnTo>
                  <a:lnTo>
                    <a:pt x="0" y="48247"/>
                  </a:lnTo>
                  <a:lnTo>
                    <a:pt x="0" y="0"/>
                  </a:lnTo>
                  <a:lnTo>
                    <a:pt x="30339" y="0"/>
                  </a:lnTo>
                  <a:lnTo>
                    <a:pt x="30339" y="5079"/>
                  </a:lnTo>
                  <a:lnTo>
                    <a:pt x="6742" y="5079"/>
                  </a:lnTo>
                  <a:lnTo>
                    <a:pt x="6742" y="20315"/>
                  </a:lnTo>
                  <a:lnTo>
                    <a:pt x="27811" y="20315"/>
                  </a:lnTo>
                  <a:lnTo>
                    <a:pt x="27811" y="253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6" name="Google Shape;3486;p50"/>
            <p:cNvSpPr/>
            <p:nvPr/>
          </p:nvSpPr>
          <p:spPr>
            <a:xfrm>
              <a:off x="6519273" y="2199925"/>
              <a:ext cx="57306" cy="48247"/>
            </a:xfrm>
            <a:custGeom>
              <a:rect b="b" l="l" r="r" t="t"/>
              <a:pathLst>
                <a:path extrusionOk="0" h="48247" w="57306">
                  <a:moveTo>
                    <a:pt x="14327" y="33011"/>
                  </a:moveTo>
                  <a:lnTo>
                    <a:pt x="14327" y="39783"/>
                  </a:lnTo>
                  <a:cubicBezTo>
                    <a:pt x="15169" y="39783"/>
                    <a:pt x="16855" y="33858"/>
                    <a:pt x="16855" y="33858"/>
                  </a:cubicBezTo>
                  <a:lnTo>
                    <a:pt x="26125" y="0"/>
                  </a:lnTo>
                  <a:lnTo>
                    <a:pt x="31182" y="0"/>
                  </a:lnTo>
                  <a:lnTo>
                    <a:pt x="40452" y="33858"/>
                  </a:lnTo>
                  <a:lnTo>
                    <a:pt x="42137" y="39783"/>
                  </a:lnTo>
                  <a:lnTo>
                    <a:pt x="42137" y="33011"/>
                  </a:lnTo>
                  <a:cubicBezTo>
                    <a:pt x="42980" y="33011"/>
                    <a:pt x="50565" y="0"/>
                    <a:pt x="50565" y="0"/>
                  </a:cubicBezTo>
                  <a:lnTo>
                    <a:pt x="57307" y="0"/>
                  </a:lnTo>
                  <a:lnTo>
                    <a:pt x="45508" y="48247"/>
                  </a:lnTo>
                  <a:lnTo>
                    <a:pt x="39609" y="48247"/>
                  </a:lnTo>
                  <a:lnTo>
                    <a:pt x="29496" y="13543"/>
                  </a:lnTo>
                  <a:lnTo>
                    <a:pt x="29496" y="10157"/>
                  </a:lnTo>
                  <a:cubicBezTo>
                    <a:pt x="29496" y="10157"/>
                    <a:pt x="27811" y="13543"/>
                    <a:pt x="27811" y="13543"/>
                  </a:cubicBezTo>
                  <a:lnTo>
                    <a:pt x="17698" y="48247"/>
                  </a:lnTo>
                  <a:lnTo>
                    <a:pt x="11798" y="48247"/>
                  </a:lnTo>
                  <a:lnTo>
                    <a:pt x="0" y="0"/>
                  </a:lnTo>
                  <a:lnTo>
                    <a:pt x="6742" y="0"/>
                  </a:lnTo>
                  <a:lnTo>
                    <a:pt x="14327" y="3301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7" name="Google Shape;3487;p50"/>
            <p:cNvSpPr/>
            <p:nvPr/>
          </p:nvSpPr>
          <p:spPr>
            <a:xfrm>
              <a:off x="6610289" y="2200771"/>
              <a:ext cx="37923" cy="48247"/>
            </a:xfrm>
            <a:custGeom>
              <a:rect b="b" l="l" r="r" t="t"/>
              <a:pathLst>
                <a:path extrusionOk="0" h="48247" w="37923">
                  <a:moveTo>
                    <a:pt x="37081" y="32165"/>
                  </a:moveTo>
                  <a:cubicBezTo>
                    <a:pt x="37081" y="37244"/>
                    <a:pt x="34553" y="41476"/>
                    <a:pt x="31182" y="44015"/>
                  </a:cubicBezTo>
                  <a:cubicBezTo>
                    <a:pt x="27811" y="46554"/>
                    <a:pt x="23597" y="48247"/>
                    <a:pt x="18540" y="48247"/>
                  </a:cubicBezTo>
                  <a:cubicBezTo>
                    <a:pt x="13484" y="48247"/>
                    <a:pt x="8427" y="46554"/>
                    <a:pt x="5057" y="42322"/>
                  </a:cubicBezTo>
                  <a:cubicBezTo>
                    <a:pt x="1686" y="38090"/>
                    <a:pt x="0" y="33011"/>
                    <a:pt x="0" y="26240"/>
                  </a:cubicBezTo>
                  <a:lnTo>
                    <a:pt x="0" y="22008"/>
                  </a:lnTo>
                  <a:cubicBezTo>
                    <a:pt x="0" y="17775"/>
                    <a:pt x="0" y="13543"/>
                    <a:pt x="2528" y="10157"/>
                  </a:cubicBezTo>
                  <a:cubicBezTo>
                    <a:pt x="5057" y="6772"/>
                    <a:pt x="6742" y="4232"/>
                    <a:pt x="9270" y="2539"/>
                  </a:cubicBezTo>
                  <a:cubicBezTo>
                    <a:pt x="11798" y="846"/>
                    <a:pt x="15169" y="0"/>
                    <a:pt x="19383" y="0"/>
                  </a:cubicBezTo>
                  <a:cubicBezTo>
                    <a:pt x="23597" y="0"/>
                    <a:pt x="28653" y="1693"/>
                    <a:pt x="32024" y="4232"/>
                  </a:cubicBezTo>
                  <a:cubicBezTo>
                    <a:pt x="35395" y="6772"/>
                    <a:pt x="37081" y="11004"/>
                    <a:pt x="37081" y="16082"/>
                  </a:cubicBezTo>
                  <a:lnTo>
                    <a:pt x="30339" y="16082"/>
                  </a:lnTo>
                  <a:cubicBezTo>
                    <a:pt x="30339" y="11850"/>
                    <a:pt x="28653" y="9311"/>
                    <a:pt x="26968" y="7618"/>
                  </a:cubicBezTo>
                  <a:cubicBezTo>
                    <a:pt x="25282" y="5925"/>
                    <a:pt x="22754" y="5079"/>
                    <a:pt x="19383" y="5079"/>
                  </a:cubicBezTo>
                  <a:cubicBezTo>
                    <a:pt x="16012" y="5079"/>
                    <a:pt x="11798" y="6772"/>
                    <a:pt x="10113" y="9311"/>
                  </a:cubicBezTo>
                  <a:cubicBezTo>
                    <a:pt x="7585" y="12697"/>
                    <a:pt x="6742" y="16929"/>
                    <a:pt x="6742" y="22008"/>
                  </a:cubicBezTo>
                  <a:lnTo>
                    <a:pt x="6742" y="27086"/>
                  </a:lnTo>
                  <a:cubicBezTo>
                    <a:pt x="6742" y="32165"/>
                    <a:pt x="7585" y="36397"/>
                    <a:pt x="10113" y="39783"/>
                  </a:cubicBezTo>
                  <a:cubicBezTo>
                    <a:pt x="12641" y="43169"/>
                    <a:pt x="15169" y="44015"/>
                    <a:pt x="19383" y="44015"/>
                  </a:cubicBezTo>
                  <a:cubicBezTo>
                    <a:pt x="23597" y="44015"/>
                    <a:pt x="25282" y="44015"/>
                    <a:pt x="27811" y="41476"/>
                  </a:cubicBezTo>
                  <a:cubicBezTo>
                    <a:pt x="30339" y="38936"/>
                    <a:pt x="31182" y="37244"/>
                    <a:pt x="31182" y="33011"/>
                  </a:cubicBezTo>
                  <a:lnTo>
                    <a:pt x="37924" y="3301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8" name="Google Shape;3488;p50"/>
            <p:cNvSpPr/>
            <p:nvPr/>
          </p:nvSpPr>
          <p:spPr>
            <a:xfrm>
              <a:off x="6660012" y="2200771"/>
              <a:ext cx="38766" cy="48247"/>
            </a:xfrm>
            <a:custGeom>
              <a:rect b="b" l="l" r="r" t="t"/>
              <a:pathLst>
                <a:path extrusionOk="0" h="48247" w="38766">
                  <a:moveTo>
                    <a:pt x="38766" y="24547"/>
                  </a:moveTo>
                  <a:cubicBezTo>
                    <a:pt x="38766" y="29626"/>
                    <a:pt x="38766" y="33011"/>
                    <a:pt x="36238" y="37244"/>
                  </a:cubicBezTo>
                  <a:cubicBezTo>
                    <a:pt x="33710" y="41476"/>
                    <a:pt x="32024" y="43169"/>
                    <a:pt x="29496" y="45708"/>
                  </a:cubicBezTo>
                  <a:cubicBezTo>
                    <a:pt x="26968" y="48247"/>
                    <a:pt x="23597" y="48247"/>
                    <a:pt x="19383" y="48247"/>
                  </a:cubicBezTo>
                  <a:cubicBezTo>
                    <a:pt x="15169" y="48247"/>
                    <a:pt x="12641" y="47401"/>
                    <a:pt x="9270" y="45708"/>
                  </a:cubicBezTo>
                  <a:cubicBezTo>
                    <a:pt x="5899" y="44015"/>
                    <a:pt x="4214" y="41476"/>
                    <a:pt x="2528" y="38090"/>
                  </a:cubicBezTo>
                  <a:cubicBezTo>
                    <a:pt x="843" y="34704"/>
                    <a:pt x="0" y="30472"/>
                    <a:pt x="0" y="26240"/>
                  </a:cubicBezTo>
                  <a:lnTo>
                    <a:pt x="0" y="22854"/>
                  </a:lnTo>
                  <a:cubicBezTo>
                    <a:pt x="0" y="18622"/>
                    <a:pt x="0" y="14390"/>
                    <a:pt x="2528" y="11004"/>
                  </a:cubicBezTo>
                  <a:cubicBezTo>
                    <a:pt x="5056" y="7618"/>
                    <a:pt x="6742" y="5079"/>
                    <a:pt x="9270" y="2539"/>
                  </a:cubicBezTo>
                  <a:cubicBezTo>
                    <a:pt x="11798" y="0"/>
                    <a:pt x="15169" y="0"/>
                    <a:pt x="19383" y="0"/>
                  </a:cubicBezTo>
                  <a:cubicBezTo>
                    <a:pt x="23597" y="0"/>
                    <a:pt x="26968" y="846"/>
                    <a:pt x="29496" y="2539"/>
                  </a:cubicBezTo>
                  <a:cubicBezTo>
                    <a:pt x="32024" y="4232"/>
                    <a:pt x="34553" y="6772"/>
                    <a:pt x="36238" y="11004"/>
                  </a:cubicBezTo>
                  <a:cubicBezTo>
                    <a:pt x="37924" y="15236"/>
                    <a:pt x="38766" y="18622"/>
                    <a:pt x="38766" y="23700"/>
                  </a:cubicBezTo>
                  <a:lnTo>
                    <a:pt x="38766" y="27086"/>
                  </a:lnTo>
                  <a:close/>
                  <a:moveTo>
                    <a:pt x="32024" y="22008"/>
                  </a:moveTo>
                  <a:cubicBezTo>
                    <a:pt x="32024" y="16082"/>
                    <a:pt x="31182" y="11850"/>
                    <a:pt x="28653" y="8464"/>
                  </a:cubicBezTo>
                  <a:cubicBezTo>
                    <a:pt x="26125" y="5079"/>
                    <a:pt x="23597" y="4232"/>
                    <a:pt x="19383" y="4232"/>
                  </a:cubicBezTo>
                  <a:cubicBezTo>
                    <a:pt x="15169" y="4232"/>
                    <a:pt x="12641" y="5925"/>
                    <a:pt x="10113" y="8464"/>
                  </a:cubicBezTo>
                  <a:cubicBezTo>
                    <a:pt x="7585" y="11004"/>
                    <a:pt x="6742" y="16082"/>
                    <a:pt x="6742" y="21161"/>
                  </a:cubicBezTo>
                  <a:lnTo>
                    <a:pt x="6742" y="24547"/>
                  </a:lnTo>
                  <a:cubicBezTo>
                    <a:pt x="6742" y="30472"/>
                    <a:pt x="7585" y="34704"/>
                    <a:pt x="10113" y="37244"/>
                  </a:cubicBezTo>
                  <a:cubicBezTo>
                    <a:pt x="12641" y="39783"/>
                    <a:pt x="16012" y="42322"/>
                    <a:pt x="19383" y="42322"/>
                  </a:cubicBezTo>
                  <a:cubicBezTo>
                    <a:pt x="22754" y="42322"/>
                    <a:pt x="26968" y="40629"/>
                    <a:pt x="28653" y="38090"/>
                  </a:cubicBezTo>
                  <a:cubicBezTo>
                    <a:pt x="30339" y="35551"/>
                    <a:pt x="32024" y="30472"/>
                    <a:pt x="32024" y="25393"/>
                  </a:cubicBezTo>
                  <a:lnTo>
                    <a:pt x="32024" y="2200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9" name="Google Shape;3489;p50"/>
            <p:cNvSpPr/>
            <p:nvPr/>
          </p:nvSpPr>
          <p:spPr>
            <a:xfrm>
              <a:off x="6713947" y="2199925"/>
              <a:ext cx="34552" cy="48247"/>
            </a:xfrm>
            <a:custGeom>
              <a:rect b="b" l="l" r="r" t="t"/>
              <a:pathLst>
                <a:path extrusionOk="0" h="48247" w="34552">
                  <a:moveTo>
                    <a:pt x="17698" y="28779"/>
                  </a:moveTo>
                  <a:lnTo>
                    <a:pt x="6742" y="28779"/>
                  </a:lnTo>
                  <a:lnTo>
                    <a:pt x="6742" y="48247"/>
                  </a:lnTo>
                  <a:lnTo>
                    <a:pt x="0" y="48247"/>
                  </a:lnTo>
                  <a:lnTo>
                    <a:pt x="0" y="0"/>
                  </a:lnTo>
                  <a:lnTo>
                    <a:pt x="16012" y="0"/>
                  </a:lnTo>
                  <a:cubicBezTo>
                    <a:pt x="21069" y="0"/>
                    <a:pt x="25282" y="846"/>
                    <a:pt x="28653" y="3386"/>
                  </a:cubicBezTo>
                  <a:cubicBezTo>
                    <a:pt x="32024" y="5925"/>
                    <a:pt x="32867" y="9311"/>
                    <a:pt x="32867" y="14390"/>
                  </a:cubicBezTo>
                  <a:cubicBezTo>
                    <a:pt x="32867" y="19468"/>
                    <a:pt x="32867" y="20315"/>
                    <a:pt x="30339" y="22008"/>
                  </a:cubicBezTo>
                  <a:cubicBezTo>
                    <a:pt x="27811" y="23700"/>
                    <a:pt x="26125" y="26240"/>
                    <a:pt x="23597" y="27086"/>
                  </a:cubicBezTo>
                  <a:lnTo>
                    <a:pt x="34553" y="47401"/>
                  </a:lnTo>
                  <a:lnTo>
                    <a:pt x="34553" y="47401"/>
                  </a:lnTo>
                  <a:cubicBezTo>
                    <a:pt x="34553" y="47401"/>
                    <a:pt x="27811" y="47401"/>
                    <a:pt x="27811" y="47401"/>
                  </a:cubicBezTo>
                  <a:lnTo>
                    <a:pt x="17698" y="27933"/>
                  </a:lnTo>
                  <a:close/>
                  <a:moveTo>
                    <a:pt x="6742" y="23700"/>
                  </a:moveTo>
                  <a:lnTo>
                    <a:pt x="16855" y="23700"/>
                  </a:lnTo>
                  <a:cubicBezTo>
                    <a:pt x="20226" y="23700"/>
                    <a:pt x="22754" y="23700"/>
                    <a:pt x="24440" y="21161"/>
                  </a:cubicBezTo>
                  <a:cubicBezTo>
                    <a:pt x="26125" y="19468"/>
                    <a:pt x="26968" y="16929"/>
                    <a:pt x="26968" y="14390"/>
                  </a:cubicBezTo>
                  <a:cubicBezTo>
                    <a:pt x="26968" y="11850"/>
                    <a:pt x="26125" y="9311"/>
                    <a:pt x="24440" y="7618"/>
                  </a:cubicBezTo>
                  <a:cubicBezTo>
                    <a:pt x="22754" y="5925"/>
                    <a:pt x="20226" y="5079"/>
                    <a:pt x="16855" y="5079"/>
                  </a:cubicBezTo>
                  <a:lnTo>
                    <a:pt x="7585" y="5079"/>
                  </a:lnTo>
                  <a:lnTo>
                    <a:pt x="7585" y="2370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0" name="Google Shape;3490;p50"/>
            <p:cNvSpPr/>
            <p:nvPr/>
          </p:nvSpPr>
          <p:spPr>
            <a:xfrm>
              <a:off x="6761984" y="2199925"/>
              <a:ext cx="30338" cy="48247"/>
            </a:xfrm>
            <a:custGeom>
              <a:rect b="b" l="l" r="r" t="t"/>
              <a:pathLst>
                <a:path extrusionOk="0" h="48247" w="30338">
                  <a:moveTo>
                    <a:pt x="26968" y="26240"/>
                  </a:moveTo>
                  <a:lnTo>
                    <a:pt x="5899" y="26240"/>
                  </a:lnTo>
                  <a:lnTo>
                    <a:pt x="5899" y="43169"/>
                  </a:lnTo>
                  <a:lnTo>
                    <a:pt x="30339" y="43169"/>
                  </a:lnTo>
                  <a:lnTo>
                    <a:pt x="30339" y="48247"/>
                  </a:lnTo>
                  <a:lnTo>
                    <a:pt x="0" y="48247"/>
                  </a:lnTo>
                  <a:lnTo>
                    <a:pt x="0" y="0"/>
                  </a:lnTo>
                  <a:lnTo>
                    <a:pt x="30339" y="0"/>
                  </a:lnTo>
                  <a:lnTo>
                    <a:pt x="30339" y="5079"/>
                  </a:lnTo>
                  <a:lnTo>
                    <a:pt x="6742" y="5079"/>
                  </a:lnTo>
                  <a:lnTo>
                    <a:pt x="6742" y="20315"/>
                  </a:lnTo>
                  <a:lnTo>
                    <a:pt x="27811" y="20315"/>
                  </a:lnTo>
                  <a:lnTo>
                    <a:pt x="27811" y="253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1" name="Google Shape;3491;p50"/>
            <p:cNvSpPr/>
            <p:nvPr/>
          </p:nvSpPr>
          <p:spPr>
            <a:xfrm>
              <a:off x="6881654" y="2199925"/>
              <a:ext cx="39609" cy="48247"/>
            </a:xfrm>
            <a:custGeom>
              <a:rect b="b" l="l" r="r" t="t"/>
              <a:pathLst>
                <a:path extrusionOk="0" h="48247" w="39609">
                  <a:moveTo>
                    <a:pt x="39609" y="48247"/>
                  </a:moveTo>
                  <a:lnTo>
                    <a:pt x="29496" y="48247"/>
                  </a:lnTo>
                  <a:lnTo>
                    <a:pt x="10113" y="16929"/>
                  </a:lnTo>
                  <a:lnTo>
                    <a:pt x="10113" y="48247"/>
                  </a:lnTo>
                  <a:lnTo>
                    <a:pt x="0" y="48247"/>
                  </a:lnTo>
                  <a:lnTo>
                    <a:pt x="0" y="0"/>
                  </a:lnTo>
                  <a:lnTo>
                    <a:pt x="10113" y="0"/>
                  </a:lnTo>
                  <a:lnTo>
                    <a:pt x="29496" y="32165"/>
                  </a:lnTo>
                  <a:lnTo>
                    <a:pt x="29496" y="0"/>
                  </a:lnTo>
                  <a:lnTo>
                    <a:pt x="39609" y="0"/>
                  </a:lnTo>
                  <a:lnTo>
                    <a:pt x="39609" y="4824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2" name="Google Shape;3492;p50"/>
            <p:cNvSpPr/>
            <p:nvPr/>
          </p:nvSpPr>
          <p:spPr>
            <a:xfrm>
              <a:off x="6936433" y="2199079"/>
              <a:ext cx="32024" cy="48247"/>
            </a:xfrm>
            <a:custGeom>
              <a:rect b="b" l="l" r="r" t="t"/>
              <a:pathLst>
                <a:path extrusionOk="0" h="48247" w="32024">
                  <a:moveTo>
                    <a:pt x="28653" y="27933"/>
                  </a:moveTo>
                  <a:lnTo>
                    <a:pt x="10113" y="27933"/>
                  </a:lnTo>
                  <a:lnTo>
                    <a:pt x="10113" y="40629"/>
                  </a:lnTo>
                  <a:lnTo>
                    <a:pt x="32024" y="40629"/>
                  </a:lnTo>
                  <a:lnTo>
                    <a:pt x="32024" y="48247"/>
                  </a:lnTo>
                  <a:lnTo>
                    <a:pt x="0" y="48247"/>
                  </a:lnTo>
                  <a:lnTo>
                    <a:pt x="0" y="0"/>
                  </a:lnTo>
                  <a:lnTo>
                    <a:pt x="32024" y="0"/>
                  </a:lnTo>
                  <a:lnTo>
                    <a:pt x="32024" y="7618"/>
                  </a:lnTo>
                  <a:lnTo>
                    <a:pt x="10113" y="7618"/>
                  </a:lnTo>
                  <a:lnTo>
                    <a:pt x="10113" y="19468"/>
                  </a:lnTo>
                  <a:lnTo>
                    <a:pt x="28653" y="19468"/>
                  </a:lnTo>
                  <a:lnTo>
                    <a:pt x="28653" y="2708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3" name="Google Shape;3493;p50"/>
            <p:cNvSpPr/>
            <p:nvPr/>
          </p:nvSpPr>
          <p:spPr>
            <a:xfrm>
              <a:off x="6976884" y="2199925"/>
              <a:ext cx="57306" cy="48247"/>
            </a:xfrm>
            <a:custGeom>
              <a:rect b="b" l="l" r="r" t="t"/>
              <a:pathLst>
                <a:path extrusionOk="0" h="48247" w="57306">
                  <a:moveTo>
                    <a:pt x="40452" y="33858"/>
                  </a:moveTo>
                  <a:lnTo>
                    <a:pt x="47194" y="0"/>
                  </a:lnTo>
                  <a:lnTo>
                    <a:pt x="57307" y="0"/>
                  </a:lnTo>
                  <a:lnTo>
                    <a:pt x="46351" y="48247"/>
                  </a:lnTo>
                  <a:lnTo>
                    <a:pt x="36238" y="48247"/>
                  </a:lnTo>
                  <a:lnTo>
                    <a:pt x="28653" y="16082"/>
                  </a:lnTo>
                  <a:lnTo>
                    <a:pt x="21069" y="48247"/>
                  </a:lnTo>
                  <a:lnTo>
                    <a:pt x="10956" y="48247"/>
                  </a:lnTo>
                  <a:lnTo>
                    <a:pt x="0" y="0"/>
                  </a:lnTo>
                  <a:lnTo>
                    <a:pt x="10113" y="0"/>
                  </a:lnTo>
                  <a:lnTo>
                    <a:pt x="16855" y="33858"/>
                  </a:lnTo>
                  <a:lnTo>
                    <a:pt x="24440" y="0"/>
                  </a:lnTo>
                  <a:lnTo>
                    <a:pt x="32867" y="0"/>
                  </a:lnTo>
                  <a:lnTo>
                    <a:pt x="40452" y="3385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4" name="Google Shape;3494;p50"/>
            <p:cNvSpPr/>
            <p:nvPr/>
          </p:nvSpPr>
          <p:spPr>
            <a:xfrm>
              <a:off x="7066216" y="2199079"/>
              <a:ext cx="37080" cy="49940"/>
            </a:xfrm>
            <a:custGeom>
              <a:rect b="b" l="l" r="r" t="t"/>
              <a:pathLst>
                <a:path extrusionOk="0" h="49940" w="37080">
                  <a:moveTo>
                    <a:pt x="26125" y="36397"/>
                  </a:moveTo>
                  <a:cubicBezTo>
                    <a:pt x="26125" y="34704"/>
                    <a:pt x="26125" y="33011"/>
                    <a:pt x="24440" y="32165"/>
                  </a:cubicBezTo>
                  <a:cubicBezTo>
                    <a:pt x="22754" y="31318"/>
                    <a:pt x="21069" y="30472"/>
                    <a:pt x="17698" y="28779"/>
                  </a:cubicBezTo>
                  <a:cubicBezTo>
                    <a:pt x="14327" y="27086"/>
                    <a:pt x="11798" y="26240"/>
                    <a:pt x="9270" y="25393"/>
                  </a:cubicBezTo>
                  <a:cubicBezTo>
                    <a:pt x="4214" y="22854"/>
                    <a:pt x="843" y="18622"/>
                    <a:pt x="843" y="13543"/>
                  </a:cubicBezTo>
                  <a:cubicBezTo>
                    <a:pt x="843" y="8464"/>
                    <a:pt x="843" y="8464"/>
                    <a:pt x="3371" y="6772"/>
                  </a:cubicBezTo>
                  <a:cubicBezTo>
                    <a:pt x="5899" y="5079"/>
                    <a:pt x="6742" y="3386"/>
                    <a:pt x="9270" y="1693"/>
                  </a:cubicBezTo>
                  <a:cubicBezTo>
                    <a:pt x="11798" y="0"/>
                    <a:pt x="15169" y="0"/>
                    <a:pt x="18540" y="0"/>
                  </a:cubicBezTo>
                  <a:cubicBezTo>
                    <a:pt x="21911" y="0"/>
                    <a:pt x="25282" y="0"/>
                    <a:pt x="27811" y="1693"/>
                  </a:cubicBezTo>
                  <a:cubicBezTo>
                    <a:pt x="30339" y="3386"/>
                    <a:pt x="32867" y="5079"/>
                    <a:pt x="33710" y="6772"/>
                  </a:cubicBezTo>
                  <a:cubicBezTo>
                    <a:pt x="34553" y="8464"/>
                    <a:pt x="36238" y="11850"/>
                    <a:pt x="36238" y="14390"/>
                  </a:cubicBezTo>
                  <a:lnTo>
                    <a:pt x="26125" y="14390"/>
                  </a:lnTo>
                  <a:cubicBezTo>
                    <a:pt x="26125" y="11850"/>
                    <a:pt x="26125" y="10157"/>
                    <a:pt x="24440" y="9311"/>
                  </a:cubicBezTo>
                  <a:cubicBezTo>
                    <a:pt x="22754" y="8464"/>
                    <a:pt x="21069" y="7618"/>
                    <a:pt x="18540" y="7618"/>
                  </a:cubicBezTo>
                  <a:cubicBezTo>
                    <a:pt x="16012" y="7618"/>
                    <a:pt x="14327" y="7618"/>
                    <a:pt x="12641" y="9311"/>
                  </a:cubicBezTo>
                  <a:cubicBezTo>
                    <a:pt x="10956" y="11004"/>
                    <a:pt x="10956" y="11850"/>
                    <a:pt x="10956" y="13543"/>
                  </a:cubicBezTo>
                  <a:cubicBezTo>
                    <a:pt x="10956" y="15236"/>
                    <a:pt x="10956" y="16082"/>
                    <a:pt x="13484" y="17775"/>
                  </a:cubicBezTo>
                  <a:cubicBezTo>
                    <a:pt x="16012" y="19468"/>
                    <a:pt x="17698" y="19468"/>
                    <a:pt x="20226" y="21161"/>
                  </a:cubicBezTo>
                  <a:cubicBezTo>
                    <a:pt x="26125" y="22854"/>
                    <a:pt x="30339" y="24547"/>
                    <a:pt x="32867" y="27086"/>
                  </a:cubicBezTo>
                  <a:cubicBezTo>
                    <a:pt x="35395" y="29626"/>
                    <a:pt x="37081" y="33011"/>
                    <a:pt x="37081" y="36397"/>
                  </a:cubicBezTo>
                  <a:cubicBezTo>
                    <a:pt x="37081" y="39783"/>
                    <a:pt x="35395" y="44015"/>
                    <a:pt x="32024" y="46554"/>
                  </a:cubicBezTo>
                  <a:cubicBezTo>
                    <a:pt x="28653" y="49094"/>
                    <a:pt x="24440" y="49940"/>
                    <a:pt x="19383" y="49940"/>
                  </a:cubicBezTo>
                  <a:cubicBezTo>
                    <a:pt x="14327" y="49940"/>
                    <a:pt x="12641" y="49940"/>
                    <a:pt x="9270" y="48247"/>
                  </a:cubicBezTo>
                  <a:cubicBezTo>
                    <a:pt x="5899" y="46554"/>
                    <a:pt x="4214" y="44862"/>
                    <a:pt x="2528" y="42322"/>
                  </a:cubicBezTo>
                  <a:cubicBezTo>
                    <a:pt x="843" y="39783"/>
                    <a:pt x="0" y="37244"/>
                    <a:pt x="0" y="33858"/>
                  </a:cubicBezTo>
                  <a:lnTo>
                    <a:pt x="10113" y="33858"/>
                  </a:lnTo>
                  <a:cubicBezTo>
                    <a:pt x="10113" y="38936"/>
                    <a:pt x="13484" y="41476"/>
                    <a:pt x="19383" y="41476"/>
                  </a:cubicBezTo>
                  <a:cubicBezTo>
                    <a:pt x="25282" y="41476"/>
                    <a:pt x="23597" y="41476"/>
                    <a:pt x="25282" y="39783"/>
                  </a:cubicBezTo>
                  <a:cubicBezTo>
                    <a:pt x="26968" y="38090"/>
                    <a:pt x="26968" y="37244"/>
                    <a:pt x="26968" y="3555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5" name="Google Shape;3495;p50"/>
            <p:cNvSpPr/>
            <p:nvPr/>
          </p:nvSpPr>
          <p:spPr>
            <a:xfrm>
              <a:off x="7112567" y="2199925"/>
              <a:ext cx="38766" cy="47400"/>
            </a:xfrm>
            <a:custGeom>
              <a:rect b="b" l="l" r="r" t="t"/>
              <a:pathLst>
                <a:path extrusionOk="0" h="47400" w="38766">
                  <a:moveTo>
                    <a:pt x="38766" y="7618"/>
                  </a:moveTo>
                  <a:lnTo>
                    <a:pt x="24440" y="7618"/>
                  </a:lnTo>
                  <a:lnTo>
                    <a:pt x="24440" y="47401"/>
                  </a:lnTo>
                  <a:lnTo>
                    <a:pt x="14327" y="47401"/>
                  </a:lnTo>
                  <a:lnTo>
                    <a:pt x="14327" y="7618"/>
                  </a:lnTo>
                  <a:lnTo>
                    <a:pt x="0" y="7618"/>
                  </a:lnTo>
                  <a:lnTo>
                    <a:pt x="0" y="0"/>
                  </a:lnTo>
                  <a:lnTo>
                    <a:pt x="38766" y="0"/>
                  </a:lnTo>
                  <a:lnTo>
                    <a:pt x="38766" y="761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6" name="Google Shape;3496;p50"/>
            <p:cNvSpPr/>
            <p:nvPr/>
          </p:nvSpPr>
          <p:spPr>
            <a:xfrm>
              <a:off x="7163132" y="2199925"/>
              <a:ext cx="36238" cy="48247"/>
            </a:xfrm>
            <a:custGeom>
              <a:rect b="b" l="l" r="r" t="t"/>
              <a:pathLst>
                <a:path extrusionOk="0" h="48247" w="36238">
                  <a:moveTo>
                    <a:pt x="17698" y="30472"/>
                  </a:moveTo>
                  <a:lnTo>
                    <a:pt x="10113" y="30472"/>
                  </a:lnTo>
                  <a:lnTo>
                    <a:pt x="10113" y="48247"/>
                  </a:lnTo>
                  <a:lnTo>
                    <a:pt x="0" y="48247"/>
                  </a:lnTo>
                  <a:lnTo>
                    <a:pt x="0" y="0"/>
                  </a:lnTo>
                  <a:lnTo>
                    <a:pt x="17698" y="0"/>
                  </a:lnTo>
                  <a:cubicBezTo>
                    <a:pt x="23597" y="0"/>
                    <a:pt x="27811" y="846"/>
                    <a:pt x="31182" y="3386"/>
                  </a:cubicBezTo>
                  <a:cubicBezTo>
                    <a:pt x="34553" y="5925"/>
                    <a:pt x="35395" y="9311"/>
                    <a:pt x="35395" y="14390"/>
                  </a:cubicBezTo>
                  <a:cubicBezTo>
                    <a:pt x="35395" y="19468"/>
                    <a:pt x="35395" y="20315"/>
                    <a:pt x="32867" y="22854"/>
                  </a:cubicBezTo>
                  <a:cubicBezTo>
                    <a:pt x="30339" y="25393"/>
                    <a:pt x="29496" y="27086"/>
                    <a:pt x="26125" y="27933"/>
                  </a:cubicBezTo>
                  <a:lnTo>
                    <a:pt x="36238" y="47401"/>
                  </a:lnTo>
                  <a:lnTo>
                    <a:pt x="36238" y="47401"/>
                  </a:lnTo>
                  <a:cubicBezTo>
                    <a:pt x="36238" y="47401"/>
                    <a:pt x="25282" y="47401"/>
                    <a:pt x="25282" y="47401"/>
                  </a:cubicBezTo>
                  <a:lnTo>
                    <a:pt x="16012" y="29626"/>
                  </a:lnTo>
                  <a:close/>
                  <a:moveTo>
                    <a:pt x="10113" y="22854"/>
                  </a:moveTo>
                  <a:lnTo>
                    <a:pt x="17698" y="22854"/>
                  </a:lnTo>
                  <a:cubicBezTo>
                    <a:pt x="20226" y="22854"/>
                    <a:pt x="21911" y="22854"/>
                    <a:pt x="23597" y="21161"/>
                  </a:cubicBezTo>
                  <a:cubicBezTo>
                    <a:pt x="25282" y="19468"/>
                    <a:pt x="25282" y="17775"/>
                    <a:pt x="25282" y="16082"/>
                  </a:cubicBezTo>
                  <a:cubicBezTo>
                    <a:pt x="25282" y="14390"/>
                    <a:pt x="25282" y="11850"/>
                    <a:pt x="23597" y="11004"/>
                  </a:cubicBezTo>
                  <a:cubicBezTo>
                    <a:pt x="21911" y="10157"/>
                    <a:pt x="20226" y="9311"/>
                    <a:pt x="17698" y="9311"/>
                  </a:cubicBezTo>
                  <a:lnTo>
                    <a:pt x="10113" y="9311"/>
                  </a:lnTo>
                  <a:lnTo>
                    <a:pt x="10113" y="2370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7" name="Google Shape;3497;p50"/>
            <p:cNvSpPr/>
            <p:nvPr/>
          </p:nvSpPr>
          <p:spPr>
            <a:xfrm>
              <a:off x="7212011" y="2199079"/>
              <a:ext cx="32024" cy="48247"/>
            </a:xfrm>
            <a:custGeom>
              <a:rect b="b" l="l" r="r" t="t"/>
              <a:pathLst>
                <a:path extrusionOk="0" h="48247" w="32024">
                  <a:moveTo>
                    <a:pt x="28653" y="27933"/>
                  </a:moveTo>
                  <a:lnTo>
                    <a:pt x="10113" y="27933"/>
                  </a:lnTo>
                  <a:lnTo>
                    <a:pt x="10113" y="40629"/>
                  </a:lnTo>
                  <a:lnTo>
                    <a:pt x="32024" y="40629"/>
                  </a:lnTo>
                  <a:lnTo>
                    <a:pt x="32024" y="48247"/>
                  </a:lnTo>
                  <a:lnTo>
                    <a:pt x="0" y="48247"/>
                  </a:lnTo>
                  <a:lnTo>
                    <a:pt x="0" y="0"/>
                  </a:lnTo>
                  <a:lnTo>
                    <a:pt x="32024" y="0"/>
                  </a:lnTo>
                  <a:lnTo>
                    <a:pt x="32024" y="7618"/>
                  </a:lnTo>
                  <a:lnTo>
                    <a:pt x="10113" y="7618"/>
                  </a:lnTo>
                  <a:lnTo>
                    <a:pt x="10113" y="19468"/>
                  </a:lnTo>
                  <a:lnTo>
                    <a:pt x="28653" y="19468"/>
                  </a:lnTo>
                  <a:lnTo>
                    <a:pt x="28653" y="2708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8" name="Google Shape;3498;p50"/>
            <p:cNvSpPr/>
            <p:nvPr/>
          </p:nvSpPr>
          <p:spPr>
            <a:xfrm>
              <a:off x="7255834" y="2199925"/>
              <a:ext cx="39609" cy="48247"/>
            </a:xfrm>
            <a:custGeom>
              <a:rect b="b" l="l" r="r" t="t"/>
              <a:pathLst>
                <a:path extrusionOk="0" h="48247" w="39609">
                  <a:moveTo>
                    <a:pt x="39609" y="48247"/>
                  </a:moveTo>
                  <a:lnTo>
                    <a:pt x="29496" y="48247"/>
                  </a:lnTo>
                  <a:lnTo>
                    <a:pt x="10113" y="16929"/>
                  </a:lnTo>
                  <a:lnTo>
                    <a:pt x="10113" y="48247"/>
                  </a:lnTo>
                  <a:lnTo>
                    <a:pt x="0" y="48247"/>
                  </a:lnTo>
                  <a:lnTo>
                    <a:pt x="0" y="0"/>
                  </a:lnTo>
                  <a:lnTo>
                    <a:pt x="10113" y="0"/>
                  </a:lnTo>
                  <a:lnTo>
                    <a:pt x="29496" y="32165"/>
                  </a:lnTo>
                  <a:lnTo>
                    <a:pt x="29496" y="0"/>
                  </a:lnTo>
                  <a:lnTo>
                    <a:pt x="39609" y="0"/>
                  </a:lnTo>
                  <a:lnTo>
                    <a:pt x="39609" y="4824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9" name="Google Shape;3499;p50"/>
            <p:cNvSpPr/>
            <p:nvPr/>
          </p:nvSpPr>
          <p:spPr>
            <a:xfrm>
              <a:off x="7308084" y="2199925"/>
              <a:ext cx="39609" cy="49093"/>
            </a:xfrm>
            <a:custGeom>
              <a:rect b="b" l="l" r="r" t="t"/>
              <a:pathLst>
                <a:path extrusionOk="0" h="49093" w="39609">
                  <a:moveTo>
                    <a:pt x="39609" y="42322"/>
                  </a:moveTo>
                  <a:cubicBezTo>
                    <a:pt x="37924" y="44861"/>
                    <a:pt x="35395" y="45708"/>
                    <a:pt x="32024" y="47401"/>
                  </a:cubicBezTo>
                  <a:cubicBezTo>
                    <a:pt x="28653" y="49094"/>
                    <a:pt x="25282" y="49094"/>
                    <a:pt x="21069" y="49094"/>
                  </a:cubicBezTo>
                  <a:cubicBezTo>
                    <a:pt x="16855" y="49094"/>
                    <a:pt x="13484" y="48247"/>
                    <a:pt x="10113" y="46554"/>
                  </a:cubicBezTo>
                  <a:cubicBezTo>
                    <a:pt x="6742" y="44861"/>
                    <a:pt x="4214" y="42322"/>
                    <a:pt x="2528" y="38936"/>
                  </a:cubicBezTo>
                  <a:cubicBezTo>
                    <a:pt x="843" y="35551"/>
                    <a:pt x="0" y="31318"/>
                    <a:pt x="0" y="27086"/>
                  </a:cubicBezTo>
                  <a:lnTo>
                    <a:pt x="0" y="23700"/>
                  </a:lnTo>
                  <a:cubicBezTo>
                    <a:pt x="0" y="18622"/>
                    <a:pt x="0" y="14390"/>
                    <a:pt x="2528" y="11004"/>
                  </a:cubicBezTo>
                  <a:cubicBezTo>
                    <a:pt x="5057" y="7618"/>
                    <a:pt x="6742" y="5079"/>
                    <a:pt x="9270" y="2539"/>
                  </a:cubicBezTo>
                  <a:cubicBezTo>
                    <a:pt x="11799" y="0"/>
                    <a:pt x="16012" y="0"/>
                    <a:pt x="20226" y="0"/>
                  </a:cubicBezTo>
                  <a:cubicBezTo>
                    <a:pt x="24440" y="0"/>
                    <a:pt x="30339" y="1693"/>
                    <a:pt x="33710" y="4232"/>
                  </a:cubicBezTo>
                  <a:cubicBezTo>
                    <a:pt x="37081" y="6772"/>
                    <a:pt x="38766" y="11004"/>
                    <a:pt x="39609" y="16082"/>
                  </a:cubicBezTo>
                  <a:lnTo>
                    <a:pt x="30339" y="16082"/>
                  </a:lnTo>
                  <a:cubicBezTo>
                    <a:pt x="30339" y="13543"/>
                    <a:pt x="28653" y="11004"/>
                    <a:pt x="27811" y="10157"/>
                  </a:cubicBezTo>
                  <a:cubicBezTo>
                    <a:pt x="26968" y="9311"/>
                    <a:pt x="24440" y="8464"/>
                    <a:pt x="21911" y="8464"/>
                  </a:cubicBezTo>
                  <a:cubicBezTo>
                    <a:pt x="19383" y="8464"/>
                    <a:pt x="16012" y="9311"/>
                    <a:pt x="14327" y="11850"/>
                  </a:cubicBezTo>
                  <a:cubicBezTo>
                    <a:pt x="12641" y="14390"/>
                    <a:pt x="11799" y="17775"/>
                    <a:pt x="11799" y="22854"/>
                  </a:cubicBezTo>
                  <a:lnTo>
                    <a:pt x="11799" y="26240"/>
                  </a:lnTo>
                  <a:cubicBezTo>
                    <a:pt x="11799" y="31318"/>
                    <a:pt x="12641" y="34704"/>
                    <a:pt x="14327" y="38090"/>
                  </a:cubicBezTo>
                  <a:cubicBezTo>
                    <a:pt x="16012" y="41476"/>
                    <a:pt x="19383" y="42322"/>
                    <a:pt x="22754" y="42322"/>
                  </a:cubicBezTo>
                  <a:cubicBezTo>
                    <a:pt x="26125" y="42322"/>
                    <a:pt x="29496" y="42322"/>
                    <a:pt x="30339" y="39783"/>
                  </a:cubicBezTo>
                  <a:lnTo>
                    <a:pt x="30339" y="31318"/>
                  </a:lnTo>
                  <a:lnTo>
                    <a:pt x="21069" y="31318"/>
                  </a:lnTo>
                  <a:lnTo>
                    <a:pt x="21069" y="23700"/>
                  </a:lnTo>
                  <a:lnTo>
                    <a:pt x="39609" y="23700"/>
                  </a:lnTo>
                  <a:lnTo>
                    <a:pt x="39609" y="4316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0" name="Google Shape;3500;p50"/>
            <p:cNvSpPr/>
            <p:nvPr/>
          </p:nvSpPr>
          <p:spPr>
            <a:xfrm>
              <a:off x="7405627" y="2199925"/>
              <a:ext cx="39609" cy="48247"/>
            </a:xfrm>
            <a:custGeom>
              <a:rect b="b" l="l" r="r" t="t"/>
              <a:pathLst>
                <a:path extrusionOk="0" h="48247" w="39609">
                  <a:moveTo>
                    <a:pt x="39609" y="48247"/>
                  </a:moveTo>
                  <a:lnTo>
                    <a:pt x="29496" y="48247"/>
                  </a:lnTo>
                  <a:lnTo>
                    <a:pt x="29496" y="27933"/>
                  </a:lnTo>
                  <a:lnTo>
                    <a:pt x="10113" y="27933"/>
                  </a:lnTo>
                  <a:lnTo>
                    <a:pt x="10113" y="48247"/>
                  </a:lnTo>
                  <a:lnTo>
                    <a:pt x="0" y="48247"/>
                  </a:lnTo>
                  <a:lnTo>
                    <a:pt x="0" y="0"/>
                  </a:lnTo>
                  <a:lnTo>
                    <a:pt x="10113" y="0"/>
                  </a:lnTo>
                  <a:lnTo>
                    <a:pt x="10113" y="19468"/>
                  </a:lnTo>
                  <a:lnTo>
                    <a:pt x="29496" y="19468"/>
                  </a:lnTo>
                  <a:lnTo>
                    <a:pt x="29496" y="0"/>
                  </a:lnTo>
                  <a:lnTo>
                    <a:pt x="39609" y="0"/>
                  </a:lnTo>
                  <a:lnTo>
                    <a:pt x="39609" y="4824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1" name="Google Shape;3501;p50"/>
            <p:cNvSpPr/>
            <p:nvPr/>
          </p:nvSpPr>
          <p:spPr>
            <a:xfrm>
              <a:off x="7354592" y="2199925"/>
              <a:ext cx="38766" cy="47400"/>
            </a:xfrm>
            <a:custGeom>
              <a:rect b="b" l="l" r="r" t="t"/>
              <a:pathLst>
                <a:path extrusionOk="0" h="47400" w="38766">
                  <a:moveTo>
                    <a:pt x="38766" y="7618"/>
                  </a:moveTo>
                  <a:lnTo>
                    <a:pt x="24440" y="7618"/>
                  </a:lnTo>
                  <a:lnTo>
                    <a:pt x="24440" y="47401"/>
                  </a:lnTo>
                  <a:lnTo>
                    <a:pt x="14327" y="47401"/>
                  </a:lnTo>
                  <a:lnTo>
                    <a:pt x="14327" y="7618"/>
                  </a:lnTo>
                  <a:lnTo>
                    <a:pt x="0" y="7618"/>
                  </a:lnTo>
                  <a:lnTo>
                    <a:pt x="0" y="0"/>
                  </a:lnTo>
                  <a:lnTo>
                    <a:pt x="38766" y="0"/>
                  </a:lnTo>
                  <a:lnTo>
                    <a:pt x="38766" y="761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2" name="Google Shape;3502;p50"/>
            <p:cNvSpPr/>
            <p:nvPr/>
          </p:nvSpPr>
          <p:spPr>
            <a:xfrm>
              <a:off x="7457446" y="2199079"/>
              <a:ext cx="37080" cy="49940"/>
            </a:xfrm>
            <a:custGeom>
              <a:rect b="b" l="l" r="r" t="t"/>
              <a:pathLst>
                <a:path extrusionOk="0" h="49940" w="37080">
                  <a:moveTo>
                    <a:pt x="26125" y="36397"/>
                  </a:moveTo>
                  <a:cubicBezTo>
                    <a:pt x="26125" y="34704"/>
                    <a:pt x="26125" y="33011"/>
                    <a:pt x="24440" y="32165"/>
                  </a:cubicBezTo>
                  <a:cubicBezTo>
                    <a:pt x="22754" y="31318"/>
                    <a:pt x="21069" y="30472"/>
                    <a:pt x="17698" y="28779"/>
                  </a:cubicBezTo>
                  <a:cubicBezTo>
                    <a:pt x="14327" y="27086"/>
                    <a:pt x="11798" y="26240"/>
                    <a:pt x="9270" y="25393"/>
                  </a:cubicBezTo>
                  <a:cubicBezTo>
                    <a:pt x="4214" y="22854"/>
                    <a:pt x="843" y="18622"/>
                    <a:pt x="843" y="13543"/>
                  </a:cubicBezTo>
                  <a:cubicBezTo>
                    <a:pt x="843" y="8464"/>
                    <a:pt x="843" y="8464"/>
                    <a:pt x="3371" y="6772"/>
                  </a:cubicBezTo>
                  <a:cubicBezTo>
                    <a:pt x="5899" y="5079"/>
                    <a:pt x="6742" y="3386"/>
                    <a:pt x="9270" y="1693"/>
                  </a:cubicBezTo>
                  <a:cubicBezTo>
                    <a:pt x="11798" y="0"/>
                    <a:pt x="15169" y="0"/>
                    <a:pt x="18540" y="0"/>
                  </a:cubicBezTo>
                  <a:cubicBezTo>
                    <a:pt x="21911" y="0"/>
                    <a:pt x="25282" y="0"/>
                    <a:pt x="27811" y="1693"/>
                  </a:cubicBezTo>
                  <a:cubicBezTo>
                    <a:pt x="30339" y="3386"/>
                    <a:pt x="32867" y="5079"/>
                    <a:pt x="33710" y="6772"/>
                  </a:cubicBezTo>
                  <a:cubicBezTo>
                    <a:pt x="34553" y="8464"/>
                    <a:pt x="36238" y="11850"/>
                    <a:pt x="36238" y="14390"/>
                  </a:cubicBezTo>
                  <a:lnTo>
                    <a:pt x="26125" y="14390"/>
                  </a:lnTo>
                  <a:cubicBezTo>
                    <a:pt x="26125" y="11850"/>
                    <a:pt x="26125" y="10157"/>
                    <a:pt x="24440" y="9311"/>
                  </a:cubicBezTo>
                  <a:cubicBezTo>
                    <a:pt x="22754" y="8464"/>
                    <a:pt x="21069" y="7618"/>
                    <a:pt x="18540" y="7618"/>
                  </a:cubicBezTo>
                  <a:cubicBezTo>
                    <a:pt x="16012" y="7618"/>
                    <a:pt x="14327" y="7618"/>
                    <a:pt x="12641" y="9311"/>
                  </a:cubicBezTo>
                  <a:cubicBezTo>
                    <a:pt x="10956" y="11004"/>
                    <a:pt x="10956" y="11850"/>
                    <a:pt x="10956" y="13543"/>
                  </a:cubicBezTo>
                  <a:cubicBezTo>
                    <a:pt x="10956" y="15236"/>
                    <a:pt x="10956" y="16082"/>
                    <a:pt x="13484" y="17775"/>
                  </a:cubicBezTo>
                  <a:cubicBezTo>
                    <a:pt x="16012" y="19468"/>
                    <a:pt x="17698" y="19468"/>
                    <a:pt x="20226" y="21161"/>
                  </a:cubicBezTo>
                  <a:cubicBezTo>
                    <a:pt x="26125" y="22854"/>
                    <a:pt x="30339" y="24547"/>
                    <a:pt x="32867" y="27086"/>
                  </a:cubicBezTo>
                  <a:cubicBezTo>
                    <a:pt x="35395" y="29626"/>
                    <a:pt x="37081" y="33011"/>
                    <a:pt x="37081" y="36397"/>
                  </a:cubicBezTo>
                  <a:cubicBezTo>
                    <a:pt x="37081" y="39783"/>
                    <a:pt x="35395" y="44015"/>
                    <a:pt x="32024" y="46554"/>
                  </a:cubicBezTo>
                  <a:cubicBezTo>
                    <a:pt x="28653" y="49094"/>
                    <a:pt x="24440" y="49940"/>
                    <a:pt x="19383" y="49940"/>
                  </a:cubicBezTo>
                  <a:cubicBezTo>
                    <a:pt x="14327" y="49940"/>
                    <a:pt x="12641" y="49940"/>
                    <a:pt x="9270" y="48247"/>
                  </a:cubicBezTo>
                  <a:cubicBezTo>
                    <a:pt x="5899" y="46554"/>
                    <a:pt x="4214" y="44862"/>
                    <a:pt x="2528" y="42322"/>
                  </a:cubicBezTo>
                  <a:cubicBezTo>
                    <a:pt x="843" y="39783"/>
                    <a:pt x="0" y="37244"/>
                    <a:pt x="0" y="33858"/>
                  </a:cubicBezTo>
                  <a:lnTo>
                    <a:pt x="10113" y="33858"/>
                  </a:lnTo>
                  <a:cubicBezTo>
                    <a:pt x="10113" y="38936"/>
                    <a:pt x="13484" y="41476"/>
                    <a:pt x="19383" y="41476"/>
                  </a:cubicBezTo>
                  <a:cubicBezTo>
                    <a:pt x="25282" y="41476"/>
                    <a:pt x="23597" y="41476"/>
                    <a:pt x="25282" y="39783"/>
                  </a:cubicBezTo>
                  <a:cubicBezTo>
                    <a:pt x="26968" y="38090"/>
                    <a:pt x="26968" y="37244"/>
                    <a:pt x="26968" y="3555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3" name="Google Shape;3503;p50"/>
            <p:cNvSpPr/>
            <p:nvPr/>
          </p:nvSpPr>
          <p:spPr>
            <a:xfrm>
              <a:off x="7737042" y="1507535"/>
              <a:ext cx="40451" cy="259858"/>
            </a:xfrm>
            <a:custGeom>
              <a:rect b="b" l="l" r="r" t="t"/>
              <a:pathLst>
                <a:path extrusionOk="0" h="259858" w="40451">
                  <a:moveTo>
                    <a:pt x="0" y="0"/>
                  </a:moveTo>
                  <a:lnTo>
                    <a:pt x="40452" y="0"/>
                  </a:lnTo>
                  <a:lnTo>
                    <a:pt x="36238" y="259858"/>
                  </a:lnTo>
                  <a:lnTo>
                    <a:pt x="5899" y="259858"/>
                  </a:lnTo>
                  <a:lnTo>
                    <a:pt x="0" y="0"/>
                  </a:lnTo>
                  <a:close/>
                </a:path>
              </a:pathLst>
            </a:custGeom>
            <a:solidFill>
              <a:srgbClr val="678DC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4" name="Google Shape;3504;p50"/>
            <p:cNvSpPr/>
            <p:nvPr/>
          </p:nvSpPr>
          <p:spPr>
            <a:xfrm>
              <a:off x="7737042" y="1814793"/>
              <a:ext cx="40451" cy="260704"/>
            </a:xfrm>
            <a:custGeom>
              <a:rect b="b" l="l" r="r" t="t"/>
              <a:pathLst>
                <a:path extrusionOk="0" h="260704" w="40451">
                  <a:moveTo>
                    <a:pt x="40452" y="260705"/>
                  </a:moveTo>
                  <a:lnTo>
                    <a:pt x="0" y="260705"/>
                  </a:lnTo>
                  <a:lnTo>
                    <a:pt x="5056" y="0"/>
                  </a:lnTo>
                  <a:lnTo>
                    <a:pt x="35395" y="0"/>
                  </a:lnTo>
                  <a:lnTo>
                    <a:pt x="40452" y="260705"/>
                  </a:lnTo>
                  <a:close/>
                </a:path>
              </a:pathLst>
            </a:custGeom>
            <a:solidFill>
              <a:srgbClr val="68AE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5" name="Google Shape;3505;p50"/>
            <p:cNvSpPr/>
            <p:nvPr/>
          </p:nvSpPr>
          <p:spPr>
            <a:xfrm rot="10800000">
              <a:off x="7497702" y="1759775"/>
              <a:ext cx="292433" cy="11850"/>
            </a:xfrm>
            <a:custGeom>
              <a:rect b="b" l="l" r="r" t="t"/>
              <a:pathLst>
                <a:path extrusionOk="0" h="11850" w="292433">
                  <a:moveTo>
                    <a:pt x="0" y="0"/>
                  </a:moveTo>
                  <a:lnTo>
                    <a:pt x="292433" y="0"/>
                  </a:lnTo>
                  <a:lnTo>
                    <a:pt x="292433" y="11850"/>
                  </a:lnTo>
                  <a:lnTo>
                    <a:pt x="0" y="11850"/>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6" name="Google Shape;3506;p50"/>
            <p:cNvSpPr/>
            <p:nvPr/>
          </p:nvSpPr>
          <p:spPr>
            <a:xfrm rot="10800000">
              <a:off x="7723558" y="1810561"/>
              <a:ext cx="292433" cy="11850"/>
            </a:xfrm>
            <a:custGeom>
              <a:rect b="b" l="l" r="r" t="t"/>
              <a:pathLst>
                <a:path extrusionOk="0" h="11850" w="292433">
                  <a:moveTo>
                    <a:pt x="0" y="0"/>
                  </a:moveTo>
                  <a:lnTo>
                    <a:pt x="292433" y="0"/>
                  </a:lnTo>
                  <a:lnTo>
                    <a:pt x="292433" y="11850"/>
                  </a:lnTo>
                  <a:lnTo>
                    <a:pt x="0" y="11850"/>
                  </a:ln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7" name="Google Shape;3507;p50"/>
            <p:cNvSpPr/>
            <p:nvPr/>
          </p:nvSpPr>
          <p:spPr>
            <a:xfrm>
              <a:off x="7699119" y="1576096"/>
              <a:ext cx="270521" cy="195528"/>
            </a:xfrm>
            <a:custGeom>
              <a:rect b="b" l="l" r="r" t="t"/>
              <a:pathLst>
                <a:path extrusionOk="0" h="195528" w="270521">
                  <a:moveTo>
                    <a:pt x="244397" y="0"/>
                  </a:moveTo>
                  <a:lnTo>
                    <a:pt x="75004" y="185371"/>
                  </a:lnTo>
                  <a:lnTo>
                    <a:pt x="41295" y="185371"/>
                  </a:lnTo>
                  <a:cubicBezTo>
                    <a:pt x="41295" y="185371"/>
                    <a:pt x="39609" y="183678"/>
                    <a:pt x="39609" y="183678"/>
                  </a:cubicBezTo>
                  <a:lnTo>
                    <a:pt x="0" y="183678"/>
                  </a:lnTo>
                  <a:lnTo>
                    <a:pt x="1685" y="185371"/>
                  </a:lnTo>
                  <a:cubicBezTo>
                    <a:pt x="8427" y="192143"/>
                    <a:pt x="16855" y="195528"/>
                    <a:pt x="25282" y="195528"/>
                  </a:cubicBezTo>
                  <a:lnTo>
                    <a:pt x="91017" y="195528"/>
                  </a:lnTo>
                  <a:cubicBezTo>
                    <a:pt x="100287" y="195528"/>
                    <a:pt x="108714" y="192143"/>
                    <a:pt x="114614" y="185371"/>
                  </a:cubicBezTo>
                  <a:lnTo>
                    <a:pt x="270522" y="27086"/>
                  </a:lnTo>
                  <a:lnTo>
                    <a:pt x="243554" y="846"/>
                  </a:lnTo>
                  <a:close/>
                </a:path>
              </a:pathLst>
            </a:custGeom>
            <a:solidFill>
              <a:srgbClr val="9BDB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8" name="Google Shape;3508;p50"/>
            <p:cNvSpPr/>
            <p:nvPr/>
          </p:nvSpPr>
          <p:spPr>
            <a:xfrm>
              <a:off x="7544896" y="1576096"/>
              <a:ext cx="193831" cy="183678"/>
            </a:xfrm>
            <a:custGeom>
              <a:rect b="b" l="l" r="r" t="t"/>
              <a:pathLst>
                <a:path extrusionOk="0" h="183678" w="193831">
                  <a:moveTo>
                    <a:pt x="26125" y="0"/>
                  </a:moveTo>
                  <a:lnTo>
                    <a:pt x="0" y="27086"/>
                  </a:lnTo>
                  <a:lnTo>
                    <a:pt x="154223" y="183678"/>
                  </a:lnTo>
                  <a:lnTo>
                    <a:pt x="193832" y="183678"/>
                  </a:lnTo>
                  <a:lnTo>
                    <a:pt x="26125" y="0"/>
                  </a:lnTo>
                  <a:close/>
                </a:path>
              </a:pathLst>
            </a:custGeom>
            <a:solidFill>
              <a:srgbClr val="83ABD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9" name="Google Shape;3509;p50"/>
            <p:cNvSpPr/>
            <p:nvPr/>
          </p:nvSpPr>
          <p:spPr>
            <a:xfrm>
              <a:off x="7544896" y="1810561"/>
              <a:ext cx="270521" cy="194681"/>
            </a:xfrm>
            <a:custGeom>
              <a:rect b="b" l="l" r="r" t="t"/>
              <a:pathLst>
                <a:path extrusionOk="0" h="194681" w="270521">
                  <a:moveTo>
                    <a:pt x="230913" y="11850"/>
                  </a:moveTo>
                  <a:lnTo>
                    <a:pt x="270522" y="11850"/>
                  </a:lnTo>
                  <a:lnTo>
                    <a:pt x="268836" y="10157"/>
                  </a:lnTo>
                  <a:cubicBezTo>
                    <a:pt x="262094" y="3386"/>
                    <a:pt x="253667" y="0"/>
                    <a:pt x="245239" y="0"/>
                  </a:cubicBezTo>
                  <a:lnTo>
                    <a:pt x="179505" y="0"/>
                  </a:lnTo>
                  <a:cubicBezTo>
                    <a:pt x="170235" y="0"/>
                    <a:pt x="161807" y="3386"/>
                    <a:pt x="155908" y="10157"/>
                  </a:cubicBezTo>
                  <a:lnTo>
                    <a:pt x="0" y="168442"/>
                  </a:lnTo>
                  <a:lnTo>
                    <a:pt x="26968" y="194682"/>
                  </a:lnTo>
                  <a:lnTo>
                    <a:pt x="196360" y="9311"/>
                  </a:lnTo>
                  <a:lnTo>
                    <a:pt x="230070" y="9311"/>
                  </a:lnTo>
                  <a:cubicBezTo>
                    <a:pt x="230070" y="9311"/>
                    <a:pt x="231755" y="11004"/>
                    <a:pt x="231755" y="11004"/>
                  </a:cubicBezTo>
                  <a:close/>
                </a:path>
              </a:pathLst>
            </a:custGeom>
            <a:solidFill>
              <a:srgbClr val="86CC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0" name="Google Shape;3510;p50"/>
            <p:cNvSpPr/>
            <p:nvPr/>
          </p:nvSpPr>
          <p:spPr>
            <a:xfrm>
              <a:off x="7775809" y="1822411"/>
              <a:ext cx="194674" cy="183678"/>
            </a:xfrm>
            <a:custGeom>
              <a:rect b="b" l="l" r="r" t="t"/>
              <a:pathLst>
                <a:path extrusionOk="0" h="183678" w="194674">
                  <a:moveTo>
                    <a:pt x="167707" y="183678"/>
                  </a:moveTo>
                  <a:lnTo>
                    <a:pt x="194675" y="157438"/>
                  </a:lnTo>
                  <a:lnTo>
                    <a:pt x="39609" y="0"/>
                  </a:lnTo>
                  <a:lnTo>
                    <a:pt x="0" y="0"/>
                  </a:lnTo>
                  <a:lnTo>
                    <a:pt x="167707" y="183678"/>
                  </a:lnTo>
                  <a:close/>
                </a:path>
              </a:pathLst>
            </a:custGeom>
            <a:solidFill>
              <a:srgbClr val="48B7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3511" name="Google Shape;3511;p50"/>
          <p:cNvPicPr preferRelativeResize="0"/>
          <p:nvPr/>
        </p:nvPicPr>
        <p:blipFill rotWithShape="1">
          <a:blip r:embed="rId4">
            <a:alphaModFix/>
          </a:blip>
          <a:srcRect b="0" l="0" r="0" t="0"/>
          <a:stretch/>
        </p:blipFill>
        <p:spPr>
          <a:xfrm>
            <a:off x="7779464" y="4728124"/>
            <a:ext cx="896225" cy="148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OLVAY Theme">
  <a:themeElements>
    <a:clrScheme name="Solvay">
      <a:dk1>
        <a:srgbClr val="000000"/>
      </a:dk1>
      <a:lt1>
        <a:srgbClr val="FFFFFF"/>
      </a:lt1>
      <a:dk2>
        <a:srgbClr val="000000"/>
      </a:dk2>
      <a:lt2>
        <a:srgbClr val="FFFFFF"/>
      </a:lt2>
      <a:accent1>
        <a:srgbClr val="5495FC"/>
      </a:accent1>
      <a:accent2>
        <a:srgbClr val="7DACED"/>
      </a:accent2>
      <a:accent3>
        <a:srgbClr val="A6CCE7"/>
      </a:accent3>
      <a:accent4>
        <a:srgbClr val="FF6D62"/>
      </a:accent4>
      <a:accent5>
        <a:srgbClr val="F39085"/>
      </a:accent5>
      <a:accent6>
        <a:srgbClr val="E6B2A8"/>
      </a:accent6>
      <a:hlink>
        <a:srgbClr val="5495FC"/>
      </a:hlink>
      <a:folHlink>
        <a:srgbClr val="5495F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66AB8D4095E434AAD3F64AC48696A76" ma:contentTypeVersion="19" ma:contentTypeDescription="Skapa ett nytt dokument." ma:contentTypeScope="" ma:versionID="1c2739762313bddaadd1f8e01b64ae35">
  <xsd:schema xmlns:xsd="http://www.w3.org/2001/XMLSchema" xmlns:xs="http://www.w3.org/2001/XMLSchema" xmlns:p="http://schemas.microsoft.com/office/2006/metadata/properties" xmlns:ns2="8071b00d-169a-4403-a466-ef851835948e" xmlns:ns3="315b5453-8dcd-4c39-8cc3-24adc0c558d5" targetNamespace="http://schemas.microsoft.com/office/2006/metadata/properties" ma:root="true" ma:fieldsID="8e840cb0192f4c4e884b15a99451dd5d" ns2:_="" ns3:_="">
    <xsd:import namespace="8071b00d-169a-4403-a466-ef851835948e"/>
    <xsd:import namespace="315b5453-8dcd-4c39-8cc3-24adc0c558d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71b00d-169a-4403-a466-ef851835948e" elementFormDefault="qualified">
    <xsd:import namespace="http://schemas.microsoft.com/office/2006/documentManagement/types"/>
    <xsd:import namespace="http://schemas.microsoft.com/office/infopath/2007/PartnerControls"/>
    <xsd:element name="MediaServiceMetadata" ma:index="5" nillable="true" ma:displayName="MediaServiceMetadata" ma:hidden="true" ma:internalName="MediaServiceMetadata" ma:readOnly="true">
      <xsd:simpleType>
        <xsd:restriction base="dms:Note"/>
      </xsd:simpleType>
    </xsd:element>
    <xsd:element name="MediaServiceFastMetadata" ma:index="6"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6b2a6239-36ed-4ed1-a895-3ca8a721536a"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b5453-8dcd-4c39-8cc3-24adc0c558d5" elementFormDefault="qualified">
    <xsd:import namespace="http://schemas.microsoft.com/office/2006/documentManagement/types"/>
    <xsd:import namespace="http://schemas.microsoft.com/office/infopath/2007/PartnerControls"/>
    <xsd:element name="SharedWithUsers" ma:index="7" nillable="true" ma:displayName="Delat med"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8" nillable="true" ma:displayName="Delat med information" ma:internalName="SharedWithDetails" ma:readOnly="true">
      <xsd:simpleType>
        <xsd:restriction base="dms:Note">
          <xsd:maxLength value="255"/>
        </xsd:restriction>
      </xsd:simpleType>
    </xsd:element>
    <xsd:element name="TaxCatchAll" ma:index="15" nillable="true" ma:displayName="Taxonomy Catch All Column" ma:hidden="true" ma:list="{94384b00-5830-4b7e-916c-25e38e08925b}" ma:internalName="TaxCatchAll" ma:showField="CatchAllData" ma:web="315b5453-8dcd-4c39-8cc3-24adc0c558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071b00d-169a-4403-a466-ef851835948e">
      <Terms xmlns="http://schemas.microsoft.com/office/infopath/2007/PartnerControls"/>
    </lcf76f155ced4ddcb4097134ff3c332f>
    <TaxCatchAll xmlns="315b5453-8dcd-4c39-8cc3-24adc0c558d5" xsi:nil="true"/>
  </documentManagement>
</p:properties>
</file>

<file path=customXml/itemProps1.xml><?xml version="1.0" encoding="utf-8"?>
<ds:datastoreItem xmlns:ds="http://schemas.openxmlformats.org/officeDocument/2006/customXml" ds:itemID="{28AF4975-8BA7-4663-8150-072708968301}"/>
</file>

<file path=customXml/itemProps2.xml><?xml version="1.0" encoding="utf-8"?>
<ds:datastoreItem xmlns:ds="http://schemas.openxmlformats.org/officeDocument/2006/customXml" ds:itemID="{70135162-15FF-406F-9C1C-85FB88FB4846}"/>
</file>

<file path=customXml/itemProps3.xml><?xml version="1.0" encoding="utf-8"?>
<ds:datastoreItem xmlns:ds="http://schemas.openxmlformats.org/officeDocument/2006/customXml" ds:itemID="{2DE380C2-28F8-493D-A3EA-6B7B353D8AAA}"/>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Manjardekar, Ninad Snehal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0x010100066AB8D4095E434AAD3F64AC48696A76</vt:lpwstr>
  </property>
  <property fmtid="{D5CDD505-2E9C-101B-9397-08002B2CF9AE}" pid="3" name="Order">
    <vt:r8>900</vt:r8>
  </property>
  <property fmtid="{D5CDD505-2E9C-101B-9397-08002B2CF9AE}" pid="4" name="MediaServiceImageTags">
    <vt:lpwstr/>
  </property>
</Properties>
</file>