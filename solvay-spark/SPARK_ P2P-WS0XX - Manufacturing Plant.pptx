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8" r:id="rId6"/>
    <p:sldId id="259" r:id="rId7"/>
    <p:sldId id="260" r:id="rId8"/>
    <p:sldId id="312" r:id="rId9"/>
    <p:sldId id="313" r:id="rId10"/>
    <p:sldId id="314" r:id="rId11"/>
    <p:sldId id="315" r:id="rId12"/>
    <p:sldId id="316" r:id="rId13"/>
    <p:sldId id="317" r:id="rId14"/>
    <p:sldId id="309" r:id="rId15"/>
    <p:sldId id="308" r:id="rId16"/>
    <p:sldId id="310" r:id="rId17"/>
    <p:sldId id="311" r:id="rId18"/>
  </p:sldIdLst>
  <p:sldSz cx="9144000" cy="5143500" type="screen16x9"/>
  <p:notesSz cx="6858000" cy="9144000"/>
  <p:embeddedFontLst>
    <p:embeddedFont>
      <p:font typeface="Open Sans" panose="020B0606030504020204" pitchFamily="34" charset="0"/>
      <p:regular r:id="rId20"/>
      <p:bold r:id="rId21"/>
      <p:italic r:id="rId22"/>
      <p:boldItalic r:id="rId23"/>
    </p:embeddedFont>
    <p:embeddedFont>
      <p:font typeface="Poppins Light" panose="00000400000000000000" pitchFamily="2" charset="0"/>
      <p:regular r:id="rId24"/>
      <p:bold r:id="rId25"/>
      <p:italic r:id="rId26"/>
      <p:boldItalic r:id="rId27"/>
    </p:embeddedFont>
    <p:embeddedFont>
      <p:font typeface="Roboto" panose="02000000000000000000" pitchFamily="2" charset="0"/>
      <p:regular r:id="rId28"/>
      <p:bold r:id="rId29"/>
      <p:italic r:id="rId30"/>
      <p:boldItalic r:id="rId31"/>
    </p:embeddedFont>
    <p:embeddedFont>
      <p:font typeface="Roboto Light" panose="02000000000000000000" pitchFamily="2" charset="0"/>
      <p:regular r:id="rId32"/>
      <p:bold r:id="rId33"/>
      <p:italic r:id="rId34"/>
      <p:boldItalic r:id="rId35"/>
    </p:embeddedFont>
    <p:embeddedFont>
      <p:font typeface="Roboto Medium" panose="02000000000000000000" pitchFamily="2"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87" roundtripDataSignature="AMtx7mj/NGYDLdiSBot4Fcup+Idv6iOmI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956BD0-8FD8-4390-AC5A-97025876A518}">
  <a:tblStyle styleId="{5B956BD0-8FD8-4390-AC5A-97025876A518}"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DF3E7"/>
          </a:solidFill>
        </a:fill>
      </a:tcStyle>
    </a:wholeTbl>
    <a:band1H>
      <a:tcTxStyle b="off" i="off"/>
      <a:tcStyle>
        <a:tcBdr/>
        <a:fill>
          <a:solidFill>
            <a:srgbClr val="D8E7CB"/>
          </a:solidFill>
        </a:fill>
      </a:tcStyle>
    </a:band1H>
    <a:band2H>
      <a:tcTxStyle b="off" i="off"/>
      <a:tcStyle>
        <a:tcBdr/>
      </a:tcStyle>
    </a:band2H>
    <a:band1V>
      <a:tcTxStyle b="off" i="off"/>
      <a:tcStyle>
        <a:tcBdr/>
        <a:fill>
          <a:solidFill>
            <a:srgbClr val="D8E7CB"/>
          </a:solidFill>
        </a:fill>
      </a:tcStyle>
    </a:band1V>
    <a:band2V>
      <a:tcTxStyle b="off" i="off"/>
      <a:tcStyle>
        <a:tcBdr/>
      </a:tcStyle>
    </a:band2V>
    <a:lastCol>
      <a:tcTxStyle b="on" i="off">
        <a:font>
          <a:latin typeface="Calibri"/>
          <a:ea typeface="Calibri"/>
          <a:cs typeface="Calibri"/>
        </a:font>
        <a:srgbClr val="FFFFFF"/>
      </a:tcTxStyle>
      <a:tcStyle>
        <a:tcBdr/>
        <a:fill>
          <a:solidFill>
            <a:srgbClr val="5495FC"/>
          </a:solidFill>
        </a:fill>
      </a:tcStyle>
    </a:lastCol>
    <a:firstCol>
      <a:tcTxStyle b="on" i="off">
        <a:font>
          <a:latin typeface="Calibri"/>
          <a:ea typeface="Calibri"/>
          <a:cs typeface="Calibri"/>
        </a:font>
        <a:srgbClr val="FFFFFF"/>
      </a:tcTxStyle>
      <a:tcStyle>
        <a:tcBdr/>
        <a:fill>
          <a:solidFill>
            <a:srgbClr val="5495FC"/>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5495FC"/>
          </a:solidFill>
        </a:fill>
      </a:tcStyle>
    </a:lastRow>
    <a:seCell>
      <a:tcTxStyle b="off" i="off"/>
      <a:tcStyle>
        <a:tcBdr/>
      </a:tcStyle>
    </a:seCell>
    <a:swCell>
      <a:tcTxStyle b="off" i="off"/>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5495FC"/>
          </a:solidFill>
        </a:fill>
      </a:tcStyle>
    </a:firstRow>
    <a:neCell>
      <a:tcTxStyle b="off" i="off"/>
      <a:tcStyle>
        <a:tcBdr/>
      </a:tcStyle>
    </a:neCell>
    <a:nwCell>
      <a:tcTxStyle b="off" i="off"/>
      <a:tcStyle>
        <a:tcBdr/>
      </a:tcStyle>
    </a:nwCell>
  </a:tblStyle>
  <a:tblStyle styleId="{FC6F51CC-053D-46EE-B9E5-53F4B036D2F1}"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DF3E7"/>
          </a:solidFill>
        </a:fill>
      </a:tcStyle>
    </a:wholeTbl>
    <a:band1H>
      <a:tcTxStyle b="off" i="off"/>
      <a:tcStyle>
        <a:tcBdr/>
        <a:fill>
          <a:solidFill>
            <a:srgbClr val="D8E7CB"/>
          </a:solidFill>
        </a:fill>
      </a:tcStyle>
    </a:band1H>
    <a:band2H>
      <a:tcTxStyle b="off" i="off"/>
      <a:tcStyle>
        <a:tcBdr/>
      </a:tcStyle>
    </a:band2H>
    <a:band1V>
      <a:tcTxStyle b="off" i="off"/>
      <a:tcStyle>
        <a:tcBdr/>
        <a:fill>
          <a:solidFill>
            <a:srgbClr val="D8E7CB"/>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34" Type="http://schemas.openxmlformats.org/officeDocument/2006/relationships/font" Target="fonts/font15.fntdata"/><Relationship Id="rId89"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33" Type="http://schemas.openxmlformats.org/officeDocument/2006/relationships/font" Target="fonts/font1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font" Target="fonts/font10.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87"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90"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1:notes"/>
          <p:cNvSpPr txBox="1">
            <a:spLocks noGrp="1"/>
          </p:cNvSpPr>
          <p:nvPr>
            <p:ph type="body" idx="1"/>
          </p:nvPr>
        </p:nvSpPr>
        <p:spPr>
          <a:xfrm>
            <a:off x="685800" y="4343401"/>
            <a:ext cx="5486400" cy="4114800"/>
          </a:xfrm>
          <a:prstGeom prst="rect">
            <a:avLst/>
          </a:prstGeom>
          <a:noFill/>
          <a:ln>
            <a:noFill/>
          </a:ln>
        </p:spPr>
        <p:txBody>
          <a:bodyPr spcFirstLastPara="1" wrap="square" lIns="86175" tIns="86175" rIns="86175" bIns="86175" anchor="t" anchorCtr="0">
            <a:noAutofit/>
          </a:bodyPr>
          <a:lstStyle/>
          <a:p>
            <a:pPr marL="0" lvl="0" indent="0" algn="l" rtl="0">
              <a:lnSpc>
                <a:spcPct val="100000"/>
              </a:lnSpc>
              <a:spcBef>
                <a:spcPts val="0"/>
              </a:spcBef>
              <a:spcAft>
                <a:spcPts val="0"/>
              </a:spcAft>
              <a:buSzPts val="1100"/>
              <a:buNone/>
            </a:pPr>
            <a:endParaRPr dirty="0"/>
          </a:p>
        </p:txBody>
      </p:sp>
      <p:sp>
        <p:nvSpPr>
          <p:cNvPr id="381" name="Google Shape;381;p1: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685800" y="4343401"/>
            <a:ext cx="5486400" cy="4114800"/>
          </a:xfrm>
          <a:prstGeom prst="rect">
            <a:avLst/>
          </a:prstGeom>
          <a:noFill/>
          <a:ln>
            <a:noFill/>
          </a:ln>
        </p:spPr>
        <p:txBody>
          <a:bodyPr spcFirstLastPara="1" wrap="square" lIns="92800" tIns="46400" rIns="92800" bIns="46400" anchor="t" anchorCtr="0">
            <a:noAutofit/>
          </a:bodyPr>
          <a:lstStyle/>
          <a:p>
            <a:pPr marL="0" lvl="0" indent="0" algn="l" rtl="0">
              <a:lnSpc>
                <a:spcPct val="100000"/>
              </a:lnSpc>
              <a:spcBef>
                <a:spcPts val="0"/>
              </a:spcBef>
              <a:spcAft>
                <a:spcPts val="0"/>
              </a:spcAft>
              <a:buSzPts val="1100"/>
              <a:buNone/>
            </a:pPr>
            <a:endParaRPr sz="1300"/>
          </a:p>
        </p:txBody>
      </p:sp>
      <p:sp>
        <p:nvSpPr>
          <p:cNvPr id="396" name="Google Shape;396;p3:notes"/>
          <p:cNvSpPr txBox="1">
            <a:spLocks noGrp="1"/>
          </p:cNvSpPr>
          <p:nvPr>
            <p:ph type="sldNum" idx="12"/>
          </p:nvPr>
        </p:nvSpPr>
        <p:spPr>
          <a:xfrm>
            <a:off x="3884615" y="8685214"/>
            <a:ext cx="2971800" cy="457200"/>
          </a:xfrm>
          <a:prstGeom prst="rect">
            <a:avLst/>
          </a:prstGeom>
          <a:noFill/>
          <a:ln>
            <a:noFill/>
          </a:ln>
        </p:spPr>
        <p:txBody>
          <a:bodyPr spcFirstLastPara="1" wrap="square" lIns="92800" tIns="46400" rIns="92800" bIns="464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2</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693f7da1e3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693f7da1e3_0_2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430" name="Google Shape;43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a:extLst>
            <a:ext uri="{FF2B5EF4-FFF2-40B4-BE49-F238E27FC236}">
              <a16:creationId xmlns:a16="http://schemas.microsoft.com/office/drawing/2014/main" id="{9BAB418F-E4C0-EC48-B8BC-A9067A82B9C1}"/>
            </a:ext>
          </a:extLst>
        </p:cNvPr>
        <p:cNvGrpSpPr/>
        <p:nvPr/>
      </p:nvGrpSpPr>
      <p:grpSpPr>
        <a:xfrm>
          <a:off x="0" y="0"/>
          <a:ext cx="0" cy="0"/>
          <a:chOff x="0" y="0"/>
          <a:chExt cx="0" cy="0"/>
        </a:xfrm>
      </p:grpSpPr>
      <p:sp>
        <p:nvSpPr>
          <p:cNvPr id="404" name="Google Shape;404;g3693f7da1e3_0_252:notes">
            <a:extLst>
              <a:ext uri="{FF2B5EF4-FFF2-40B4-BE49-F238E27FC236}">
                <a16:creationId xmlns:a16="http://schemas.microsoft.com/office/drawing/2014/main" id="{AE81C7D6-76B6-0BA5-B8DD-8C51E11B12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693f7da1e3_0_252:notes">
            <a:extLst>
              <a:ext uri="{FF2B5EF4-FFF2-40B4-BE49-F238E27FC236}">
                <a16:creationId xmlns:a16="http://schemas.microsoft.com/office/drawing/2014/main" id="{FFE1DD27-25C3-8A05-52AA-6D410BB5ED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07526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34B81D42-A49D-4C3B-1333-72A18FF3BB81}"/>
            </a:ext>
          </a:extLst>
        </p:cNvPr>
        <p:cNvGrpSpPr/>
        <p:nvPr/>
      </p:nvGrpSpPr>
      <p:grpSpPr>
        <a:xfrm>
          <a:off x="0" y="0"/>
          <a:ext cx="0" cy="0"/>
          <a:chOff x="0" y="0"/>
          <a:chExt cx="0" cy="0"/>
        </a:xfrm>
      </p:grpSpPr>
      <p:sp>
        <p:nvSpPr>
          <p:cNvPr id="428" name="Google Shape;428;p2:notes">
            <a:extLst>
              <a:ext uri="{FF2B5EF4-FFF2-40B4-BE49-F238E27FC236}">
                <a16:creationId xmlns:a16="http://schemas.microsoft.com/office/drawing/2014/main" id="{77AB6E4E-1ABB-86B2-A314-BCC511332C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p2:notes">
            <a:extLst>
              <a:ext uri="{FF2B5EF4-FFF2-40B4-BE49-F238E27FC236}">
                <a16:creationId xmlns:a16="http://schemas.microsoft.com/office/drawing/2014/main" id="{36F89D57-0998-6C38-2567-66744F47C2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430" name="Google Shape;430;p2:notes">
            <a:extLst>
              <a:ext uri="{FF2B5EF4-FFF2-40B4-BE49-F238E27FC236}">
                <a16:creationId xmlns:a16="http://schemas.microsoft.com/office/drawing/2014/main" id="{55832BA4-0660-CE6B-E30B-10E77D1DD851}"/>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68077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a:extLst>
            <a:ext uri="{FF2B5EF4-FFF2-40B4-BE49-F238E27FC236}">
              <a16:creationId xmlns:a16="http://schemas.microsoft.com/office/drawing/2014/main" id="{BD3A7A3D-447E-03FC-8D16-979A66279D36}"/>
            </a:ext>
          </a:extLst>
        </p:cNvPr>
        <p:cNvGrpSpPr/>
        <p:nvPr/>
      </p:nvGrpSpPr>
      <p:grpSpPr>
        <a:xfrm>
          <a:off x="0" y="0"/>
          <a:ext cx="0" cy="0"/>
          <a:chOff x="0" y="0"/>
          <a:chExt cx="0" cy="0"/>
        </a:xfrm>
      </p:grpSpPr>
      <p:sp>
        <p:nvSpPr>
          <p:cNvPr id="404" name="Google Shape;404;g3693f7da1e3_0_252:notes">
            <a:extLst>
              <a:ext uri="{FF2B5EF4-FFF2-40B4-BE49-F238E27FC236}">
                <a16:creationId xmlns:a16="http://schemas.microsoft.com/office/drawing/2014/main" id="{FBC78D29-B039-5734-8EAD-D6E0D6C4C8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693f7da1e3_0_252:notes">
            <a:extLst>
              <a:ext uri="{FF2B5EF4-FFF2-40B4-BE49-F238E27FC236}">
                <a16:creationId xmlns:a16="http://schemas.microsoft.com/office/drawing/2014/main" id="{8CA18716-6247-DE48-33AC-0A0ED61E9F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4484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24A2CDDE-047C-4A6D-2F3D-81BCBE15AF26}"/>
            </a:ext>
          </a:extLst>
        </p:cNvPr>
        <p:cNvGrpSpPr/>
        <p:nvPr/>
      </p:nvGrpSpPr>
      <p:grpSpPr>
        <a:xfrm>
          <a:off x="0" y="0"/>
          <a:ext cx="0" cy="0"/>
          <a:chOff x="0" y="0"/>
          <a:chExt cx="0" cy="0"/>
        </a:xfrm>
      </p:grpSpPr>
      <p:sp>
        <p:nvSpPr>
          <p:cNvPr id="428" name="Google Shape;428;p2:notes">
            <a:extLst>
              <a:ext uri="{FF2B5EF4-FFF2-40B4-BE49-F238E27FC236}">
                <a16:creationId xmlns:a16="http://schemas.microsoft.com/office/drawing/2014/main" id="{2E81EF1F-C3BB-1707-2949-2BF8EFDF2E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p2:notes">
            <a:extLst>
              <a:ext uri="{FF2B5EF4-FFF2-40B4-BE49-F238E27FC236}">
                <a16:creationId xmlns:a16="http://schemas.microsoft.com/office/drawing/2014/main" id="{1C5E4BD6-D64C-7D4A-9551-F533E86F57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430" name="Google Shape;430;p2:notes">
            <a:extLst>
              <a:ext uri="{FF2B5EF4-FFF2-40B4-BE49-F238E27FC236}">
                <a16:creationId xmlns:a16="http://schemas.microsoft.com/office/drawing/2014/main" id="{07AEEBD7-EBE9-EA29-E6B1-3FBF3239A7FD}"/>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76616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64F59072-E15B-3717-A749-1859D2590F6E}"/>
            </a:ext>
          </a:extLst>
        </p:cNvPr>
        <p:cNvGrpSpPr/>
        <p:nvPr/>
      </p:nvGrpSpPr>
      <p:grpSpPr>
        <a:xfrm>
          <a:off x="0" y="0"/>
          <a:ext cx="0" cy="0"/>
          <a:chOff x="0" y="0"/>
          <a:chExt cx="0" cy="0"/>
        </a:xfrm>
      </p:grpSpPr>
      <p:sp>
        <p:nvSpPr>
          <p:cNvPr id="428" name="Google Shape;428;p2:notes">
            <a:extLst>
              <a:ext uri="{FF2B5EF4-FFF2-40B4-BE49-F238E27FC236}">
                <a16:creationId xmlns:a16="http://schemas.microsoft.com/office/drawing/2014/main" id="{95381091-C4E8-BBFC-FF7E-CFC2B6CEAD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p2:notes">
            <a:extLst>
              <a:ext uri="{FF2B5EF4-FFF2-40B4-BE49-F238E27FC236}">
                <a16:creationId xmlns:a16="http://schemas.microsoft.com/office/drawing/2014/main" id="{BB80E8EA-91E4-5011-AD28-BFFB55DD5E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430" name="Google Shape;430;p2:notes">
            <a:extLst>
              <a:ext uri="{FF2B5EF4-FFF2-40B4-BE49-F238E27FC236}">
                <a16:creationId xmlns:a16="http://schemas.microsoft.com/office/drawing/2014/main" id="{ADC49C0D-B40E-93D0-00FB-FBD480439354}"/>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11253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a:extLst>
            <a:ext uri="{FF2B5EF4-FFF2-40B4-BE49-F238E27FC236}">
              <a16:creationId xmlns:a16="http://schemas.microsoft.com/office/drawing/2014/main" id="{7C20B9E7-3976-6207-7725-C2395670512B}"/>
            </a:ext>
          </a:extLst>
        </p:cNvPr>
        <p:cNvGrpSpPr/>
        <p:nvPr/>
      </p:nvGrpSpPr>
      <p:grpSpPr>
        <a:xfrm>
          <a:off x="0" y="0"/>
          <a:ext cx="0" cy="0"/>
          <a:chOff x="0" y="0"/>
          <a:chExt cx="0" cy="0"/>
        </a:xfrm>
      </p:grpSpPr>
      <p:sp>
        <p:nvSpPr>
          <p:cNvPr id="404" name="Google Shape;404;g3693f7da1e3_0_252:notes">
            <a:extLst>
              <a:ext uri="{FF2B5EF4-FFF2-40B4-BE49-F238E27FC236}">
                <a16:creationId xmlns:a16="http://schemas.microsoft.com/office/drawing/2014/main" id="{AE7A92FA-B5DA-C8E7-1159-E88009979A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693f7da1e3_0_252:notes">
            <a:extLst>
              <a:ext uri="{FF2B5EF4-FFF2-40B4-BE49-F238E27FC236}">
                <a16:creationId xmlns:a16="http://schemas.microsoft.com/office/drawing/2014/main" id="{3549EE46-F213-40EC-62EE-CAEC6C342A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43431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3693f7da1e3_0_4939: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3693f7da1e3_0_4939:notes"/>
          <p:cNvSpPr txBox="1">
            <a:spLocks noGrp="1"/>
          </p:cNvSpPr>
          <p:nvPr>
            <p:ph type="body" idx="1"/>
          </p:nvPr>
        </p:nvSpPr>
        <p:spPr>
          <a:xfrm>
            <a:off x="685800" y="4343401"/>
            <a:ext cx="5486400" cy="4114800"/>
          </a:xfrm>
          <a:prstGeom prst="rect">
            <a:avLst/>
          </a:prstGeom>
          <a:noFill/>
          <a:ln>
            <a:noFill/>
          </a:ln>
        </p:spPr>
        <p:txBody>
          <a:bodyPr spcFirstLastPara="1" wrap="square" lIns="92800" tIns="46400" rIns="92800" bIns="46400" anchor="t" anchorCtr="0">
            <a:noAutofit/>
          </a:bodyPr>
          <a:lstStyle/>
          <a:p>
            <a:pPr marL="0" lvl="0" indent="0" algn="l" rtl="0">
              <a:lnSpc>
                <a:spcPct val="100000"/>
              </a:lnSpc>
              <a:spcBef>
                <a:spcPts val="0"/>
              </a:spcBef>
              <a:spcAft>
                <a:spcPts val="0"/>
              </a:spcAft>
              <a:buSzPts val="1100"/>
              <a:buNone/>
            </a:pPr>
            <a:endParaRPr sz="1300"/>
          </a:p>
        </p:txBody>
      </p:sp>
      <p:sp>
        <p:nvSpPr>
          <p:cNvPr id="943" name="Google Shape;943;g3693f7da1e3_0_4939:notes"/>
          <p:cNvSpPr txBox="1">
            <a:spLocks noGrp="1"/>
          </p:cNvSpPr>
          <p:nvPr>
            <p:ph type="sldNum" idx="12"/>
          </p:nvPr>
        </p:nvSpPr>
        <p:spPr>
          <a:xfrm>
            <a:off x="3884615" y="8685214"/>
            <a:ext cx="2971800" cy="457200"/>
          </a:xfrm>
          <a:prstGeom prst="rect">
            <a:avLst/>
          </a:prstGeom>
          <a:noFill/>
          <a:ln>
            <a:noFill/>
          </a:ln>
        </p:spPr>
        <p:txBody>
          <a:bodyPr spcFirstLastPara="1" wrap="square" lIns="92800" tIns="46400" rIns="92800" bIns="464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11</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3693f7da1e3_0_4921: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3693f7da1e3_0_4921:notes"/>
          <p:cNvSpPr txBox="1">
            <a:spLocks noGrp="1"/>
          </p:cNvSpPr>
          <p:nvPr>
            <p:ph type="body" idx="1"/>
          </p:nvPr>
        </p:nvSpPr>
        <p:spPr>
          <a:xfrm>
            <a:off x="685800" y="4343401"/>
            <a:ext cx="5486400" cy="4114800"/>
          </a:xfrm>
          <a:prstGeom prst="rect">
            <a:avLst/>
          </a:prstGeom>
          <a:noFill/>
          <a:ln>
            <a:noFill/>
          </a:ln>
        </p:spPr>
        <p:txBody>
          <a:bodyPr spcFirstLastPara="1" wrap="square" lIns="92800" tIns="46400" rIns="92800" bIns="46400" anchor="t" anchorCtr="0">
            <a:noAutofit/>
          </a:bodyPr>
          <a:lstStyle/>
          <a:p>
            <a:pPr marL="0" lvl="0" indent="0" algn="l" rtl="0">
              <a:lnSpc>
                <a:spcPct val="100000"/>
              </a:lnSpc>
              <a:spcBef>
                <a:spcPts val="0"/>
              </a:spcBef>
              <a:spcAft>
                <a:spcPts val="0"/>
              </a:spcAft>
              <a:buSzPts val="1100"/>
              <a:buNone/>
            </a:pPr>
            <a:endParaRPr sz="1300"/>
          </a:p>
        </p:txBody>
      </p:sp>
      <p:sp>
        <p:nvSpPr>
          <p:cNvPr id="924" name="Google Shape;924;g3693f7da1e3_0_4921:notes"/>
          <p:cNvSpPr txBox="1">
            <a:spLocks noGrp="1"/>
          </p:cNvSpPr>
          <p:nvPr>
            <p:ph type="sldNum" idx="12"/>
          </p:nvPr>
        </p:nvSpPr>
        <p:spPr>
          <a:xfrm>
            <a:off x="3884615" y="8685214"/>
            <a:ext cx="2971800" cy="457200"/>
          </a:xfrm>
          <a:prstGeom prst="rect">
            <a:avLst/>
          </a:prstGeom>
          <a:noFill/>
          <a:ln>
            <a:noFill/>
          </a:ln>
        </p:spPr>
        <p:txBody>
          <a:bodyPr spcFirstLastPara="1" wrap="square" lIns="92800" tIns="46400" rIns="92800" bIns="464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12</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3693f7da1e3_0_4950: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3693f7da1e3_0_4950:notes"/>
          <p:cNvSpPr txBox="1">
            <a:spLocks noGrp="1"/>
          </p:cNvSpPr>
          <p:nvPr>
            <p:ph type="body" idx="1"/>
          </p:nvPr>
        </p:nvSpPr>
        <p:spPr>
          <a:xfrm>
            <a:off x="685800" y="4343401"/>
            <a:ext cx="5486400" cy="4114800"/>
          </a:xfrm>
          <a:prstGeom prst="rect">
            <a:avLst/>
          </a:prstGeom>
          <a:noFill/>
          <a:ln>
            <a:noFill/>
          </a:ln>
        </p:spPr>
        <p:txBody>
          <a:bodyPr spcFirstLastPara="1" wrap="square" lIns="92800" tIns="46400" rIns="92800" bIns="46400" anchor="t" anchorCtr="0">
            <a:noAutofit/>
          </a:bodyPr>
          <a:lstStyle/>
          <a:p>
            <a:pPr marL="0" lvl="0" indent="0" algn="l" rtl="0">
              <a:lnSpc>
                <a:spcPct val="100000"/>
              </a:lnSpc>
              <a:spcBef>
                <a:spcPts val="0"/>
              </a:spcBef>
              <a:spcAft>
                <a:spcPts val="0"/>
              </a:spcAft>
              <a:buSzPts val="1100"/>
              <a:buNone/>
            </a:pPr>
            <a:endParaRPr sz="1300"/>
          </a:p>
        </p:txBody>
      </p:sp>
      <p:sp>
        <p:nvSpPr>
          <p:cNvPr id="955" name="Google Shape;955;g3693f7da1e3_0_4950:notes"/>
          <p:cNvSpPr txBox="1">
            <a:spLocks noGrp="1"/>
          </p:cNvSpPr>
          <p:nvPr>
            <p:ph type="sldNum" idx="12"/>
          </p:nvPr>
        </p:nvSpPr>
        <p:spPr>
          <a:xfrm>
            <a:off x="3884615" y="8685214"/>
            <a:ext cx="2971800" cy="457200"/>
          </a:xfrm>
          <a:prstGeom prst="rect">
            <a:avLst/>
          </a:prstGeom>
          <a:noFill/>
          <a:ln>
            <a:noFill/>
          </a:ln>
        </p:spPr>
        <p:txBody>
          <a:bodyPr spcFirstLastPara="1" wrap="square" lIns="92800" tIns="46400" rIns="92800" bIns="464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13</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2" name="Google Shape;962;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24"/>
        <p:cNvGrpSpPr/>
        <p:nvPr/>
      </p:nvGrpSpPr>
      <p:grpSpPr>
        <a:xfrm>
          <a:off x="0" y="0"/>
          <a:ext cx="0" cy="0"/>
          <a:chOff x="0" y="0"/>
          <a:chExt cx="0" cy="0"/>
        </a:xfrm>
      </p:grpSpPr>
      <p:pic>
        <p:nvPicPr>
          <p:cNvPr id="25" name="Google Shape;25;p52"/>
          <p:cNvPicPr preferRelativeResize="0"/>
          <p:nvPr/>
        </p:nvPicPr>
        <p:blipFill rotWithShape="1">
          <a:blip r:embed="rId2">
            <a:alphaModFix/>
          </a:blip>
          <a:srcRect l="31987" r="31990"/>
          <a:stretch/>
        </p:blipFill>
        <p:spPr>
          <a:xfrm rot="-5400000">
            <a:off x="2507537" y="-1492965"/>
            <a:ext cx="5143501" cy="8129428"/>
          </a:xfrm>
          <a:prstGeom prst="rect">
            <a:avLst/>
          </a:prstGeom>
          <a:noFill/>
          <a:ln>
            <a:noFill/>
          </a:ln>
        </p:spPr>
      </p:pic>
      <p:grpSp>
        <p:nvGrpSpPr>
          <p:cNvPr id="26" name="Google Shape;26;p52"/>
          <p:cNvGrpSpPr/>
          <p:nvPr/>
        </p:nvGrpSpPr>
        <p:grpSpPr>
          <a:xfrm>
            <a:off x="5454989" y="280886"/>
            <a:ext cx="3447014" cy="1326469"/>
            <a:chOff x="6086944" y="1507535"/>
            <a:chExt cx="1929047" cy="742330"/>
          </a:xfrm>
        </p:grpSpPr>
        <p:sp>
          <p:nvSpPr>
            <p:cNvPr id="27" name="Google Shape;27;p52"/>
            <p:cNvSpPr/>
            <p:nvPr/>
          </p:nvSpPr>
          <p:spPr>
            <a:xfrm>
              <a:off x="6086944" y="1861348"/>
              <a:ext cx="251981" cy="270015"/>
            </a:xfrm>
            <a:custGeom>
              <a:avLst/>
              <a:gdLst/>
              <a:ahLst/>
              <a:cxnLst/>
              <a:rect l="l" t="t" r="r" b="b"/>
              <a:pathLst>
                <a:path w="251981" h="270015" extrusionOk="0">
                  <a:moveTo>
                    <a:pt x="183719" y="197221"/>
                  </a:moveTo>
                  <a:cubicBezTo>
                    <a:pt x="183719" y="187064"/>
                    <a:pt x="179505" y="179446"/>
                    <a:pt x="170235" y="173521"/>
                  </a:cubicBezTo>
                  <a:cubicBezTo>
                    <a:pt x="160965" y="168442"/>
                    <a:pt x="144953" y="162517"/>
                    <a:pt x="121356" y="156592"/>
                  </a:cubicBezTo>
                  <a:cubicBezTo>
                    <a:pt x="97759" y="150667"/>
                    <a:pt x="79218" y="144742"/>
                    <a:pt x="65734" y="138817"/>
                  </a:cubicBezTo>
                  <a:cubicBezTo>
                    <a:pt x="28653" y="122734"/>
                    <a:pt x="10113" y="100727"/>
                    <a:pt x="10113" y="73641"/>
                  </a:cubicBezTo>
                  <a:cubicBezTo>
                    <a:pt x="10113" y="46554"/>
                    <a:pt x="15169" y="46554"/>
                    <a:pt x="25282" y="35551"/>
                  </a:cubicBezTo>
                  <a:cubicBezTo>
                    <a:pt x="35395" y="24547"/>
                    <a:pt x="49722" y="16082"/>
                    <a:pt x="68263" y="9311"/>
                  </a:cubicBezTo>
                  <a:cubicBezTo>
                    <a:pt x="86803" y="3386"/>
                    <a:pt x="107872" y="0"/>
                    <a:pt x="131469" y="0"/>
                  </a:cubicBezTo>
                  <a:cubicBezTo>
                    <a:pt x="155065" y="0"/>
                    <a:pt x="175291" y="3386"/>
                    <a:pt x="193832" y="10157"/>
                  </a:cubicBezTo>
                  <a:cubicBezTo>
                    <a:pt x="212372" y="16929"/>
                    <a:pt x="226699" y="26240"/>
                    <a:pt x="236812" y="38936"/>
                  </a:cubicBezTo>
                  <a:cubicBezTo>
                    <a:pt x="246925" y="51633"/>
                    <a:pt x="251981" y="65176"/>
                    <a:pt x="251981" y="81259"/>
                  </a:cubicBezTo>
                  <a:lnTo>
                    <a:pt x="184562" y="81259"/>
                  </a:lnTo>
                  <a:cubicBezTo>
                    <a:pt x="184562" y="69408"/>
                    <a:pt x="179505" y="60097"/>
                    <a:pt x="170235" y="53326"/>
                  </a:cubicBezTo>
                  <a:cubicBezTo>
                    <a:pt x="160965" y="46554"/>
                    <a:pt x="147481" y="43169"/>
                    <a:pt x="130626" y="43169"/>
                  </a:cubicBezTo>
                  <a:cubicBezTo>
                    <a:pt x="113771" y="43169"/>
                    <a:pt x="101130" y="45708"/>
                    <a:pt x="91859" y="51633"/>
                  </a:cubicBezTo>
                  <a:cubicBezTo>
                    <a:pt x="82589" y="57558"/>
                    <a:pt x="78375" y="64330"/>
                    <a:pt x="78375" y="73641"/>
                  </a:cubicBezTo>
                  <a:cubicBezTo>
                    <a:pt x="78375" y="82951"/>
                    <a:pt x="83432" y="89723"/>
                    <a:pt x="94388" y="94802"/>
                  </a:cubicBezTo>
                  <a:cubicBezTo>
                    <a:pt x="105343" y="100727"/>
                    <a:pt x="120513" y="105805"/>
                    <a:pt x="141582" y="110884"/>
                  </a:cubicBezTo>
                  <a:cubicBezTo>
                    <a:pt x="180348" y="120195"/>
                    <a:pt x="208159" y="132045"/>
                    <a:pt x="225014" y="145588"/>
                  </a:cubicBezTo>
                  <a:cubicBezTo>
                    <a:pt x="241868" y="159131"/>
                    <a:pt x="251139" y="176060"/>
                    <a:pt x="251139" y="197221"/>
                  </a:cubicBezTo>
                  <a:cubicBezTo>
                    <a:pt x="251139" y="218382"/>
                    <a:pt x="240183" y="237851"/>
                    <a:pt x="219114" y="250547"/>
                  </a:cubicBezTo>
                  <a:cubicBezTo>
                    <a:pt x="198046" y="263244"/>
                    <a:pt x="168549" y="270015"/>
                    <a:pt x="132311" y="270015"/>
                  </a:cubicBezTo>
                  <a:cubicBezTo>
                    <a:pt x="96073" y="270015"/>
                    <a:pt x="84275" y="266630"/>
                    <a:pt x="63206" y="259012"/>
                  </a:cubicBezTo>
                  <a:cubicBezTo>
                    <a:pt x="42137" y="251394"/>
                    <a:pt x="26968" y="241236"/>
                    <a:pt x="16012" y="228540"/>
                  </a:cubicBezTo>
                  <a:cubicBezTo>
                    <a:pt x="5056" y="215843"/>
                    <a:pt x="0" y="200607"/>
                    <a:pt x="0" y="183678"/>
                  </a:cubicBezTo>
                  <a:lnTo>
                    <a:pt x="67420" y="183678"/>
                  </a:lnTo>
                  <a:cubicBezTo>
                    <a:pt x="67420" y="212457"/>
                    <a:pt x="89331" y="226847"/>
                    <a:pt x="132311" y="226847"/>
                  </a:cubicBezTo>
                  <a:cubicBezTo>
                    <a:pt x="175291" y="226847"/>
                    <a:pt x="160965" y="224307"/>
                    <a:pt x="170235" y="219229"/>
                  </a:cubicBezTo>
                  <a:cubicBezTo>
                    <a:pt x="179505" y="214150"/>
                    <a:pt x="183719" y="206532"/>
                    <a:pt x="183719" y="19722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52"/>
            <p:cNvSpPr/>
            <p:nvPr/>
          </p:nvSpPr>
          <p:spPr>
            <a:xfrm>
              <a:off x="6376006" y="1864734"/>
              <a:ext cx="250295" cy="263243"/>
            </a:xfrm>
            <a:custGeom>
              <a:avLst/>
              <a:gdLst/>
              <a:ahLst/>
              <a:cxnLst/>
              <a:rect l="l" t="t" r="r" b="b"/>
              <a:pathLst>
                <a:path w="250295" h="263243" extrusionOk="0">
                  <a:moveTo>
                    <a:pt x="67420" y="170982"/>
                  </a:moveTo>
                  <a:lnTo>
                    <a:pt x="67420" y="263244"/>
                  </a:lnTo>
                  <a:lnTo>
                    <a:pt x="0" y="263244"/>
                  </a:lnTo>
                  <a:lnTo>
                    <a:pt x="0" y="0"/>
                  </a:lnTo>
                  <a:lnTo>
                    <a:pt x="127255" y="0"/>
                  </a:lnTo>
                  <a:cubicBezTo>
                    <a:pt x="151694" y="0"/>
                    <a:pt x="173606" y="3386"/>
                    <a:pt x="192146" y="11004"/>
                  </a:cubicBezTo>
                  <a:cubicBezTo>
                    <a:pt x="210687" y="18622"/>
                    <a:pt x="225014" y="28779"/>
                    <a:pt x="235126" y="41476"/>
                  </a:cubicBezTo>
                  <a:cubicBezTo>
                    <a:pt x="245239" y="55019"/>
                    <a:pt x="250296" y="70255"/>
                    <a:pt x="250296" y="87184"/>
                  </a:cubicBezTo>
                  <a:cubicBezTo>
                    <a:pt x="250296" y="112577"/>
                    <a:pt x="239340" y="132892"/>
                    <a:pt x="217429" y="148128"/>
                  </a:cubicBezTo>
                  <a:cubicBezTo>
                    <a:pt x="195517" y="163364"/>
                    <a:pt x="165178" y="170135"/>
                    <a:pt x="126412" y="170135"/>
                  </a:cubicBezTo>
                  <a:lnTo>
                    <a:pt x="67420" y="170135"/>
                  </a:lnTo>
                  <a:close/>
                  <a:moveTo>
                    <a:pt x="67420" y="126966"/>
                  </a:moveTo>
                  <a:lnTo>
                    <a:pt x="127255" y="126966"/>
                  </a:lnTo>
                  <a:cubicBezTo>
                    <a:pt x="144953" y="126966"/>
                    <a:pt x="158436" y="123581"/>
                    <a:pt x="167707" y="116809"/>
                  </a:cubicBezTo>
                  <a:cubicBezTo>
                    <a:pt x="176977" y="110038"/>
                    <a:pt x="182033" y="100727"/>
                    <a:pt x="182033" y="88030"/>
                  </a:cubicBezTo>
                  <a:cubicBezTo>
                    <a:pt x="182033" y="75333"/>
                    <a:pt x="176977" y="64330"/>
                    <a:pt x="167707" y="56712"/>
                  </a:cubicBezTo>
                  <a:cubicBezTo>
                    <a:pt x="158436" y="49094"/>
                    <a:pt x="144953" y="44861"/>
                    <a:pt x="128940" y="44015"/>
                  </a:cubicBezTo>
                  <a:lnTo>
                    <a:pt x="67420" y="44015"/>
                  </a:lnTo>
                  <a:lnTo>
                    <a:pt x="67420" y="12696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52"/>
            <p:cNvSpPr/>
            <p:nvPr/>
          </p:nvSpPr>
          <p:spPr>
            <a:xfrm>
              <a:off x="6594277" y="1864734"/>
              <a:ext cx="306759" cy="263243"/>
            </a:xfrm>
            <a:custGeom>
              <a:avLst/>
              <a:gdLst/>
              <a:ahLst/>
              <a:cxnLst/>
              <a:rect l="l" t="t" r="r" b="b"/>
              <a:pathLst>
                <a:path w="306759" h="263243" extrusionOk="0">
                  <a:moveTo>
                    <a:pt x="212372" y="209071"/>
                  </a:moveTo>
                  <a:lnTo>
                    <a:pt x="94388" y="209071"/>
                  </a:lnTo>
                  <a:lnTo>
                    <a:pt x="71633" y="263244"/>
                  </a:lnTo>
                  <a:lnTo>
                    <a:pt x="0" y="263244"/>
                  </a:lnTo>
                  <a:lnTo>
                    <a:pt x="122198" y="0"/>
                  </a:lnTo>
                  <a:lnTo>
                    <a:pt x="184562" y="0"/>
                  </a:lnTo>
                  <a:lnTo>
                    <a:pt x="306760" y="263244"/>
                  </a:lnTo>
                  <a:lnTo>
                    <a:pt x="235126" y="263244"/>
                  </a:lnTo>
                  <a:lnTo>
                    <a:pt x="212372" y="209071"/>
                  </a:lnTo>
                  <a:close/>
                  <a:moveTo>
                    <a:pt x="112928" y="165056"/>
                  </a:moveTo>
                  <a:lnTo>
                    <a:pt x="194675" y="165056"/>
                  </a:lnTo>
                  <a:lnTo>
                    <a:pt x="153380" y="66869"/>
                  </a:lnTo>
                  <a:lnTo>
                    <a:pt x="112928" y="16505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52"/>
            <p:cNvSpPr/>
            <p:nvPr/>
          </p:nvSpPr>
          <p:spPr>
            <a:xfrm>
              <a:off x="6928005" y="1864734"/>
              <a:ext cx="254509" cy="263243"/>
            </a:xfrm>
            <a:custGeom>
              <a:avLst/>
              <a:gdLst/>
              <a:ahLst/>
              <a:cxnLst/>
              <a:rect l="l" t="t" r="r" b="b"/>
              <a:pathLst>
                <a:path w="254509" h="263243" extrusionOk="0">
                  <a:moveTo>
                    <a:pt x="121356" y="166749"/>
                  </a:moveTo>
                  <a:lnTo>
                    <a:pt x="67420" y="166749"/>
                  </a:lnTo>
                  <a:lnTo>
                    <a:pt x="67420" y="263244"/>
                  </a:lnTo>
                  <a:lnTo>
                    <a:pt x="0" y="263244"/>
                  </a:lnTo>
                  <a:lnTo>
                    <a:pt x="0" y="0"/>
                  </a:lnTo>
                  <a:lnTo>
                    <a:pt x="121356" y="0"/>
                  </a:lnTo>
                  <a:cubicBezTo>
                    <a:pt x="160122" y="0"/>
                    <a:pt x="189618" y="6772"/>
                    <a:pt x="210687" y="21161"/>
                  </a:cubicBezTo>
                  <a:cubicBezTo>
                    <a:pt x="231755" y="34704"/>
                    <a:pt x="241868" y="54172"/>
                    <a:pt x="241868" y="79566"/>
                  </a:cubicBezTo>
                  <a:cubicBezTo>
                    <a:pt x="241868" y="104959"/>
                    <a:pt x="236812" y="112577"/>
                    <a:pt x="227542" y="124427"/>
                  </a:cubicBezTo>
                  <a:cubicBezTo>
                    <a:pt x="218271" y="136277"/>
                    <a:pt x="203102" y="145588"/>
                    <a:pt x="183719" y="153206"/>
                  </a:cubicBezTo>
                  <a:lnTo>
                    <a:pt x="254510" y="260705"/>
                  </a:lnTo>
                  <a:lnTo>
                    <a:pt x="254510" y="263244"/>
                  </a:lnTo>
                  <a:lnTo>
                    <a:pt x="182033" y="263244"/>
                  </a:lnTo>
                  <a:lnTo>
                    <a:pt x="120513" y="166749"/>
                  </a:lnTo>
                  <a:close/>
                  <a:moveTo>
                    <a:pt x="67420" y="122734"/>
                  </a:moveTo>
                  <a:lnTo>
                    <a:pt x="122198" y="122734"/>
                  </a:lnTo>
                  <a:cubicBezTo>
                    <a:pt x="139053" y="122734"/>
                    <a:pt x="152537" y="119348"/>
                    <a:pt x="161807" y="112577"/>
                  </a:cubicBezTo>
                  <a:cubicBezTo>
                    <a:pt x="171078" y="105805"/>
                    <a:pt x="176134" y="96495"/>
                    <a:pt x="176134" y="83798"/>
                  </a:cubicBezTo>
                  <a:cubicBezTo>
                    <a:pt x="176134" y="71101"/>
                    <a:pt x="171920" y="61790"/>
                    <a:pt x="162650" y="54172"/>
                  </a:cubicBezTo>
                  <a:cubicBezTo>
                    <a:pt x="154223" y="47401"/>
                    <a:pt x="140739" y="43169"/>
                    <a:pt x="122198" y="43169"/>
                  </a:cubicBezTo>
                  <a:lnTo>
                    <a:pt x="68263" y="43169"/>
                  </a:lnTo>
                  <a:lnTo>
                    <a:pt x="68263" y="12188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52"/>
            <p:cNvSpPr/>
            <p:nvPr/>
          </p:nvSpPr>
          <p:spPr>
            <a:xfrm>
              <a:off x="7217910" y="1864734"/>
              <a:ext cx="266308" cy="263243"/>
            </a:xfrm>
            <a:custGeom>
              <a:avLst/>
              <a:gdLst/>
              <a:ahLst/>
              <a:cxnLst/>
              <a:rect l="l" t="t" r="r" b="b"/>
              <a:pathLst>
                <a:path w="266308" h="263243" extrusionOk="0">
                  <a:moveTo>
                    <a:pt x="102815" y="157438"/>
                  </a:moveTo>
                  <a:lnTo>
                    <a:pt x="67420" y="187910"/>
                  </a:lnTo>
                  <a:lnTo>
                    <a:pt x="67420" y="263244"/>
                  </a:lnTo>
                  <a:lnTo>
                    <a:pt x="0" y="263244"/>
                  </a:lnTo>
                  <a:lnTo>
                    <a:pt x="0" y="0"/>
                  </a:lnTo>
                  <a:lnTo>
                    <a:pt x="67420" y="0"/>
                  </a:lnTo>
                  <a:lnTo>
                    <a:pt x="67420" y="119348"/>
                  </a:lnTo>
                  <a:lnTo>
                    <a:pt x="96916" y="86337"/>
                  </a:lnTo>
                  <a:lnTo>
                    <a:pt x="180348" y="0"/>
                  </a:lnTo>
                  <a:lnTo>
                    <a:pt x="262937" y="0"/>
                  </a:lnTo>
                  <a:lnTo>
                    <a:pt x="146638" y="116809"/>
                  </a:lnTo>
                  <a:lnTo>
                    <a:pt x="266308" y="263244"/>
                  </a:lnTo>
                  <a:lnTo>
                    <a:pt x="186247" y="263244"/>
                  </a:lnTo>
                  <a:lnTo>
                    <a:pt x="101972" y="15743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52"/>
            <p:cNvSpPr/>
            <p:nvPr/>
          </p:nvSpPr>
          <p:spPr>
            <a:xfrm>
              <a:off x="6828561" y="2198232"/>
              <a:ext cx="23596" cy="51633"/>
            </a:xfrm>
            <a:custGeom>
              <a:avLst/>
              <a:gdLst/>
              <a:ahLst/>
              <a:cxnLst/>
              <a:rect l="l" t="t" r="r" b="b"/>
              <a:pathLst>
                <a:path w="23596" h="51633" extrusionOk="0">
                  <a:moveTo>
                    <a:pt x="23597" y="28779"/>
                  </a:moveTo>
                  <a:lnTo>
                    <a:pt x="23597" y="21161"/>
                  </a:lnTo>
                  <a:cubicBezTo>
                    <a:pt x="23597" y="20315"/>
                    <a:pt x="23597" y="19468"/>
                    <a:pt x="22754" y="18622"/>
                  </a:cubicBezTo>
                  <a:lnTo>
                    <a:pt x="3371" y="0"/>
                  </a:lnTo>
                  <a:lnTo>
                    <a:pt x="0" y="3386"/>
                  </a:lnTo>
                  <a:lnTo>
                    <a:pt x="21911" y="23700"/>
                  </a:lnTo>
                  <a:lnTo>
                    <a:pt x="21911" y="27933"/>
                  </a:lnTo>
                  <a:cubicBezTo>
                    <a:pt x="21911" y="27933"/>
                    <a:pt x="0" y="48247"/>
                    <a:pt x="0" y="48247"/>
                  </a:cubicBezTo>
                  <a:lnTo>
                    <a:pt x="3371" y="51633"/>
                  </a:lnTo>
                  <a:lnTo>
                    <a:pt x="22754" y="33011"/>
                  </a:lnTo>
                  <a:cubicBezTo>
                    <a:pt x="22754" y="33011"/>
                    <a:pt x="23597" y="31318"/>
                    <a:pt x="23597" y="30472"/>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2"/>
            <p:cNvSpPr/>
            <p:nvPr/>
          </p:nvSpPr>
          <p:spPr>
            <a:xfrm>
              <a:off x="6820134" y="2220240"/>
              <a:ext cx="31181" cy="5078"/>
            </a:xfrm>
            <a:custGeom>
              <a:avLst/>
              <a:gdLst/>
              <a:ahLst/>
              <a:cxnLst/>
              <a:rect l="l" t="t" r="r" b="b"/>
              <a:pathLst>
                <a:path w="31181" h="5078" extrusionOk="0">
                  <a:moveTo>
                    <a:pt x="0" y="5079"/>
                  </a:moveTo>
                  <a:lnTo>
                    <a:pt x="0" y="0"/>
                  </a:lnTo>
                  <a:lnTo>
                    <a:pt x="31182" y="846"/>
                  </a:lnTo>
                  <a:lnTo>
                    <a:pt x="31182" y="4232"/>
                  </a:lnTo>
                  <a:lnTo>
                    <a:pt x="0" y="5079"/>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52"/>
            <p:cNvSpPr/>
            <p:nvPr/>
          </p:nvSpPr>
          <p:spPr>
            <a:xfrm>
              <a:off x="6423200" y="2199925"/>
              <a:ext cx="37923" cy="48247"/>
            </a:xfrm>
            <a:custGeom>
              <a:avLst/>
              <a:gdLst/>
              <a:ahLst/>
              <a:cxnLst/>
              <a:rect l="l" t="t" r="r" b="b"/>
              <a:pathLst>
                <a:path w="37923" h="48247" extrusionOk="0">
                  <a:moveTo>
                    <a:pt x="37924" y="48247"/>
                  </a:moveTo>
                  <a:lnTo>
                    <a:pt x="31182" y="48247"/>
                  </a:lnTo>
                  <a:lnTo>
                    <a:pt x="6742" y="11004"/>
                  </a:lnTo>
                  <a:lnTo>
                    <a:pt x="6742" y="48247"/>
                  </a:lnTo>
                  <a:lnTo>
                    <a:pt x="0" y="48247"/>
                  </a:lnTo>
                  <a:lnTo>
                    <a:pt x="0" y="0"/>
                  </a:lnTo>
                  <a:lnTo>
                    <a:pt x="6742" y="0"/>
                  </a:lnTo>
                  <a:lnTo>
                    <a:pt x="31182" y="37243"/>
                  </a:lnTo>
                  <a:lnTo>
                    <a:pt x="31182" y="0"/>
                  </a:lnTo>
                  <a:lnTo>
                    <a:pt x="37081" y="0"/>
                  </a:lnTo>
                  <a:lnTo>
                    <a:pt x="37081" y="4824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2"/>
            <p:cNvSpPr/>
            <p:nvPr/>
          </p:nvSpPr>
          <p:spPr>
            <a:xfrm>
              <a:off x="6478821" y="2199925"/>
              <a:ext cx="30338" cy="48247"/>
            </a:xfrm>
            <a:custGeom>
              <a:avLst/>
              <a:gdLst/>
              <a:ahLst/>
              <a:cxnLst/>
              <a:rect l="l" t="t" r="r" b="b"/>
              <a:pathLst>
                <a:path w="30338" h="48247" extrusionOk="0">
                  <a:moveTo>
                    <a:pt x="26968" y="26240"/>
                  </a:moveTo>
                  <a:lnTo>
                    <a:pt x="5899" y="26240"/>
                  </a:lnTo>
                  <a:lnTo>
                    <a:pt x="5899" y="43169"/>
                  </a:lnTo>
                  <a:lnTo>
                    <a:pt x="30339" y="43169"/>
                  </a:lnTo>
                  <a:lnTo>
                    <a:pt x="30339" y="48247"/>
                  </a:lnTo>
                  <a:lnTo>
                    <a:pt x="0" y="48247"/>
                  </a:lnTo>
                  <a:lnTo>
                    <a:pt x="0" y="0"/>
                  </a:lnTo>
                  <a:lnTo>
                    <a:pt x="30339" y="0"/>
                  </a:lnTo>
                  <a:lnTo>
                    <a:pt x="30339" y="5079"/>
                  </a:lnTo>
                  <a:lnTo>
                    <a:pt x="6742" y="5079"/>
                  </a:lnTo>
                  <a:lnTo>
                    <a:pt x="6742" y="20315"/>
                  </a:lnTo>
                  <a:lnTo>
                    <a:pt x="27811" y="20315"/>
                  </a:lnTo>
                  <a:lnTo>
                    <a:pt x="27811" y="2539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2"/>
            <p:cNvSpPr/>
            <p:nvPr/>
          </p:nvSpPr>
          <p:spPr>
            <a:xfrm>
              <a:off x="6519273" y="2199925"/>
              <a:ext cx="57306" cy="48247"/>
            </a:xfrm>
            <a:custGeom>
              <a:avLst/>
              <a:gdLst/>
              <a:ahLst/>
              <a:cxnLst/>
              <a:rect l="l" t="t" r="r" b="b"/>
              <a:pathLst>
                <a:path w="57306" h="48247" extrusionOk="0">
                  <a:moveTo>
                    <a:pt x="14327" y="33011"/>
                  </a:moveTo>
                  <a:lnTo>
                    <a:pt x="14327" y="39783"/>
                  </a:lnTo>
                  <a:cubicBezTo>
                    <a:pt x="15169" y="39783"/>
                    <a:pt x="16855" y="33858"/>
                    <a:pt x="16855" y="33858"/>
                  </a:cubicBezTo>
                  <a:lnTo>
                    <a:pt x="26125" y="0"/>
                  </a:lnTo>
                  <a:lnTo>
                    <a:pt x="31182" y="0"/>
                  </a:lnTo>
                  <a:lnTo>
                    <a:pt x="40452" y="33858"/>
                  </a:lnTo>
                  <a:lnTo>
                    <a:pt x="42137" y="39783"/>
                  </a:lnTo>
                  <a:lnTo>
                    <a:pt x="42137" y="33011"/>
                  </a:lnTo>
                  <a:cubicBezTo>
                    <a:pt x="42980" y="33011"/>
                    <a:pt x="50565" y="0"/>
                    <a:pt x="50565" y="0"/>
                  </a:cubicBezTo>
                  <a:lnTo>
                    <a:pt x="57307" y="0"/>
                  </a:lnTo>
                  <a:lnTo>
                    <a:pt x="45508" y="48247"/>
                  </a:lnTo>
                  <a:lnTo>
                    <a:pt x="39609" y="48247"/>
                  </a:lnTo>
                  <a:lnTo>
                    <a:pt x="29496" y="13543"/>
                  </a:lnTo>
                  <a:lnTo>
                    <a:pt x="29496" y="10157"/>
                  </a:lnTo>
                  <a:cubicBezTo>
                    <a:pt x="29496" y="10157"/>
                    <a:pt x="27811" y="13543"/>
                    <a:pt x="27811" y="13543"/>
                  </a:cubicBezTo>
                  <a:lnTo>
                    <a:pt x="17698" y="48247"/>
                  </a:lnTo>
                  <a:lnTo>
                    <a:pt x="11798" y="48247"/>
                  </a:lnTo>
                  <a:lnTo>
                    <a:pt x="0" y="0"/>
                  </a:lnTo>
                  <a:lnTo>
                    <a:pt x="6742" y="0"/>
                  </a:lnTo>
                  <a:lnTo>
                    <a:pt x="14327" y="3301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2"/>
            <p:cNvSpPr/>
            <p:nvPr/>
          </p:nvSpPr>
          <p:spPr>
            <a:xfrm>
              <a:off x="6610289" y="2200771"/>
              <a:ext cx="37923" cy="48247"/>
            </a:xfrm>
            <a:custGeom>
              <a:avLst/>
              <a:gdLst/>
              <a:ahLst/>
              <a:cxnLst/>
              <a:rect l="l" t="t" r="r" b="b"/>
              <a:pathLst>
                <a:path w="37923" h="48247" extrusionOk="0">
                  <a:moveTo>
                    <a:pt x="37081" y="32165"/>
                  </a:moveTo>
                  <a:cubicBezTo>
                    <a:pt x="37081" y="37244"/>
                    <a:pt x="34553" y="41476"/>
                    <a:pt x="31182" y="44015"/>
                  </a:cubicBezTo>
                  <a:cubicBezTo>
                    <a:pt x="27811" y="46554"/>
                    <a:pt x="23597" y="48247"/>
                    <a:pt x="18540" y="48247"/>
                  </a:cubicBezTo>
                  <a:cubicBezTo>
                    <a:pt x="13484" y="48247"/>
                    <a:pt x="8427" y="46554"/>
                    <a:pt x="5057" y="42322"/>
                  </a:cubicBezTo>
                  <a:cubicBezTo>
                    <a:pt x="1686" y="38090"/>
                    <a:pt x="0" y="33011"/>
                    <a:pt x="0" y="26240"/>
                  </a:cubicBezTo>
                  <a:lnTo>
                    <a:pt x="0" y="22008"/>
                  </a:lnTo>
                  <a:cubicBezTo>
                    <a:pt x="0" y="17775"/>
                    <a:pt x="0" y="13543"/>
                    <a:pt x="2528" y="10157"/>
                  </a:cubicBezTo>
                  <a:cubicBezTo>
                    <a:pt x="5057" y="6772"/>
                    <a:pt x="6742" y="4232"/>
                    <a:pt x="9270" y="2539"/>
                  </a:cubicBezTo>
                  <a:cubicBezTo>
                    <a:pt x="11798" y="846"/>
                    <a:pt x="15169" y="0"/>
                    <a:pt x="19383" y="0"/>
                  </a:cubicBezTo>
                  <a:cubicBezTo>
                    <a:pt x="23597" y="0"/>
                    <a:pt x="28653" y="1693"/>
                    <a:pt x="32024" y="4232"/>
                  </a:cubicBezTo>
                  <a:cubicBezTo>
                    <a:pt x="35395" y="6772"/>
                    <a:pt x="37081" y="11004"/>
                    <a:pt x="37081" y="16082"/>
                  </a:cubicBezTo>
                  <a:lnTo>
                    <a:pt x="30339" y="16082"/>
                  </a:lnTo>
                  <a:cubicBezTo>
                    <a:pt x="30339" y="11850"/>
                    <a:pt x="28653" y="9311"/>
                    <a:pt x="26968" y="7618"/>
                  </a:cubicBezTo>
                  <a:cubicBezTo>
                    <a:pt x="25282" y="5925"/>
                    <a:pt x="22754" y="5079"/>
                    <a:pt x="19383" y="5079"/>
                  </a:cubicBezTo>
                  <a:cubicBezTo>
                    <a:pt x="16012" y="5079"/>
                    <a:pt x="11798" y="6772"/>
                    <a:pt x="10113" y="9311"/>
                  </a:cubicBezTo>
                  <a:cubicBezTo>
                    <a:pt x="7585" y="12697"/>
                    <a:pt x="6742" y="16929"/>
                    <a:pt x="6742" y="22008"/>
                  </a:cubicBezTo>
                  <a:lnTo>
                    <a:pt x="6742" y="27086"/>
                  </a:lnTo>
                  <a:cubicBezTo>
                    <a:pt x="6742" y="32165"/>
                    <a:pt x="7585" y="36397"/>
                    <a:pt x="10113" y="39783"/>
                  </a:cubicBezTo>
                  <a:cubicBezTo>
                    <a:pt x="12641" y="43169"/>
                    <a:pt x="15169" y="44015"/>
                    <a:pt x="19383" y="44015"/>
                  </a:cubicBezTo>
                  <a:cubicBezTo>
                    <a:pt x="23597" y="44015"/>
                    <a:pt x="25282" y="44015"/>
                    <a:pt x="27811" y="41476"/>
                  </a:cubicBezTo>
                  <a:cubicBezTo>
                    <a:pt x="30339" y="38936"/>
                    <a:pt x="31182" y="37244"/>
                    <a:pt x="31182" y="33011"/>
                  </a:cubicBezTo>
                  <a:lnTo>
                    <a:pt x="37924" y="3301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52"/>
            <p:cNvSpPr/>
            <p:nvPr/>
          </p:nvSpPr>
          <p:spPr>
            <a:xfrm>
              <a:off x="6660012" y="2200771"/>
              <a:ext cx="38766" cy="48247"/>
            </a:xfrm>
            <a:custGeom>
              <a:avLst/>
              <a:gdLst/>
              <a:ahLst/>
              <a:cxnLst/>
              <a:rect l="l" t="t" r="r" b="b"/>
              <a:pathLst>
                <a:path w="38766" h="48247" extrusionOk="0">
                  <a:moveTo>
                    <a:pt x="38766" y="24547"/>
                  </a:moveTo>
                  <a:cubicBezTo>
                    <a:pt x="38766" y="29626"/>
                    <a:pt x="38766" y="33011"/>
                    <a:pt x="36238" y="37244"/>
                  </a:cubicBezTo>
                  <a:cubicBezTo>
                    <a:pt x="33710" y="41476"/>
                    <a:pt x="32024" y="43169"/>
                    <a:pt x="29496" y="45708"/>
                  </a:cubicBezTo>
                  <a:cubicBezTo>
                    <a:pt x="26968" y="48247"/>
                    <a:pt x="23597" y="48247"/>
                    <a:pt x="19383" y="48247"/>
                  </a:cubicBezTo>
                  <a:cubicBezTo>
                    <a:pt x="15169" y="48247"/>
                    <a:pt x="12641" y="47401"/>
                    <a:pt x="9270" y="45708"/>
                  </a:cubicBezTo>
                  <a:cubicBezTo>
                    <a:pt x="5899" y="44015"/>
                    <a:pt x="4214" y="41476"/>
                    <a:pt x="2528" y="38090"/>
                  </a:cubicBezTo>
                  <a:cubicBezTo>
                    <a:pt x="843" y="34704"/>
                    <a:pt x="0" y="30472"/>
                    <a:pt x="0" y="26240"/>
                  </a:cubicBezTo>
                  <a:lnTo>
                    <a:pt x="0" y="22854"/>
                  </a:lnTo>
                  <a:cubicBezTo>
                    <a:pt x="0" y="18622"/>
                    <a:pt x="0" y="14390"/>
                    <a:pt x="2528" y="11004"/>
                  </a:cubicBezTo>
                  <a:cubicBezTo>
                    <a:pt x="5056" y="7618"/>
                    <a:pt x="6742" y="5079"/>
                    <a:pt x="9270" y="2539"/>
                  </a:cubicBezTo>
                  <a:cubicBezTo>
                    <a:pt x="11798" y="0"/>
                    <a:pt x="15169" y="0"/>
                    <a:pt x="19383" y="0"/>
                  </a:cubicBezTo>
                  <a:cubicBezTo>
                    <a:pt x="23597" y="0"/>
                    <a:pt x="26968" y="846"/>
                    <a:pt x="29496" y="2539"/>
                  </a:cubicBezTo>
                  <a:cubicBezTo>
                    <a:pt x="32024" y="4232"/>
                    <a:pt x="34553" y="6772"/>
                    <a:pt x="36238" y="11004"/>
                  </a:cubicBezTo>
                  <a:cubicBezTo>
                    <a:pt x="37924" y="15236"/>
                    <a:pt x="38766" y="18622"/>
                    <a:pt x="38766" y="23700"/>
                  </a:cubicBezTo>
                  <a:lnTo>
                    <a:pt x="38766" y="27086"/>
                  </a:lnTo>
                  <a:close/>
                  <a:moveTo>
                    <a:pt x="32024" y="22008"/>
                  </a:moveTo>
                  <a:cubicBezTo>
                    <a:pt x="32024" y="16082"/>
                    <a:pt x="31182" y="11850"/>
                    <a:pt x="28653" y="8464"/>
                  </a:cubicBezTo>
                  <a:cubicBezTo>
                    <a:pt x="26125" y="5079"/>
                    <a:pt x="23597" y="4232"/>
                    <a:pt x="19383" y="4232"/>
                  </a:cubicBezTo>
                  <a:cubicBezTo>
                    <a:pt x="15169" y="4232"/>
                    <a:pt x="12641" y="5925"/>
                    <a:pt x="10113" y="8464"/>
                  </a:cubicBezTo>
                  <a:cubicBezTo>
                    <a:pt x="7585" y="11004"/>
                    <a:pt x="6742" y="16082"/>
                    <a:pt x="6742" y="21161"/>
                  </a:cubicBezTo>
                  <a:lnTo>
                    <a:pt x="6742" y="24547"/>
                  </a:lnTo>
                  <a:cubicBezTo>
                    <a:pt x="6742" y="30472"/>
                    <a:pt x="7585" y="34704"/>
                    <a:pt x="10113" y="37244"/>
                  </a:cubicBezTo>
                  <a:cubicBezTo>
                    <a:pt x="12641" y="39783"/>
                    <a:pt x="16012" y="42322"/>
                    <a:pt x="19383" y="42322"/>
                  </a:cubicBezTo>
                  <a:cubicBezTo>
                    <a:pt x="22754" y="42322"/>
                    <a:pt x="26968" y="40629"/>
                    <a:pt x="28653" y="38090"/>
                  </a:cubicBezTo>
                  <a:cubicBezTo>
                    <a:pt x="30339" y="35551"/>
                    <a:pt x="32024" y="30472"/>
                    <a:pt x="32024" y="25393"/>
                  </a:cubicBezTo>
                  <a:lnTo>
                    <a:pt x="32024" y="2200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52"/>
            <p:cNvSpPr/>
            <p:nvPr/>
          </p:nvSpPr>
          <p:spPr>
            <a:xfrm>
              <a:off x="6713947" y="2199925"/>
              <a:ext cx="34552" cy="48247"/>
            </a:xfrm>
            <a:custGeom>
              <a:avLst/>
              <a:gdLst/>
              <a:ahLst/>
              <a:cxnLst/>
              <a:rect l="l" t="t" r="r" b="b"/>
              <a:pathLst>
                <a:path w="34552" h="48247" extrusionOk="0">
                  <a:moveTo>
                    <a:pt x="17698" y="28779"/>
                  </a:moveTo>
                  <a:lnTo>
                    <a:pt x="6742" y="28779"/>
                  </a:lnTo>
                  <a:lnTo>
                    <a:pt x="6742" y="48247"/>
                  </a:lnTo>
                  <a:lnTo>
                    <a:pt x="0" y="48247"/>
                  </a:lnTo>
                  <a:lnTo>
                    <a:pt x="0" y="0"/>
                  </a:lnTo>
                  <a:lnTo>
                    <a:pt x="16012" y="0"/>
                  </a:lnTo>
                  <a:cubicBezTo>
                    <a:pt x="21069" y="0"/>
                    <a:pt x="25282" y="846"/>
                    <a:pt x="28653" y="3386"/>
                  </a:cubicBezTo>
                  <a:cubicBezTo>
                    <a:pt x="32024" y="5925"/>
                    <a:pt x="32867" y="9311"/>
                    <a:pt x="32867" y="14390"/>
                  </a:cubicBezTo>
                  <a:cubicBezTo>
                    <a:pt x="32867" y="19468"/>
                    <a:pt x="32867" y="20315"/>
                    <a:pt x="30339" y="22008"/>
                  </a:cubicBezTo>
                  <a:cubicBezTo>
                    <a:pt x="27811" y="23700"/>
                    <a:pt x="26125" y="26240"/>
                    <a:pt x="23597" y="27086"/>
                  </a:cubicBezTo>
                  <a:lnTo>
                    <a:pt x="34553" y="47401"/>
                  </a:lnTo>
                  <a:lnTo>
                    <a:pt x="34553" y="47401"/>
                  </a:lnTo>
                  <a:cubicBezTo>
                    <a:pt x="34553" y="47401"/>
                    <a:pt x="27811" y="47401"/>
                    <a:pt x="27811" y="47401"/>
                  </a:cubicBezTo>
                  <a:lnTo>
                    <a:pt x="17698" y="27933"/>
                  </a:lnTo>
                  <a:close/>
                  <a:moveTo>
                    <a:pt x="6742" y="23700"/>
                  </a:moveTo>
                  <a:lnTo>
                    <a:pt x="16855" y="23700"/>
                  </a:lnTo>
                  <a:cubicBezTo>
                    <a:pt x="20226" y="23700"/>
                    <a:pt x="22754" y="23700"/>
                    <a:pt x="24440" y="21161"/>
                  </a:cubicBezTo>
                  <a:cubicBezTo>
                    <a:pt x="26125" y="19468"/>
                    <a:pt x="26968" y="16929"/>
                    <a:pt x="26968" y="14390"/>
                  </a:cubicBezTo>
                  <a:cubicBezTo>
                    <a:pt x="26968" y="11850"/>
                    <a:pt x="26125" y="9311"/>
                    <a:pt x="24440" y="7618"/>
                  </a:cubicBezTo>
                  <a:cubicBezTo>
                    <a:pt x="22754" y="5925"/>
                    <a:pt x="20226" y="5079"/>
                    <a:pt x="16855" y="5079"/>
                  </a:cubicBezTo>
                  <a:lnTo>
                    <a:pt x="7585" y="5079"/>
                  </a:lnTo>
                  <a:lnTo>
                    <a:pt x="7585" y="2370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52"/>
            <p:cNvSpPr/>
            <p:nvPr/>
          </p:nvSpPr>
          <p:spPr>
            <a:xfrm>
              <a:off x="6761984" y="2199925"/>
              <a:ext cx="30338" cy="48247"/>
            </a:xfrm>
            <a:custGeom>
              <a:avLst/>
              <a:gdLst/>
              <a:ahLst/>
              <a:cxnLst/>
              <a:rect l="l" t="t" r="r" b="b"/>
              <a:pathLst>
                <a:path w="30338" h="48247" extrusionOk="0">
                  <a:moveTo>
                    <a:pt x="26968" y="26240"/>
                  </a:moveTo>
                  <a:lnTo>
                    <a:pt x="5899" y="26240"/>
                  </a:lnTo>
                  <a:lnTo>
                    <a:pt x="5899" y="43169"/>
                  </a:lnTo>
                  <a:lnTo>
                    <a:pt x="30339" y="43169"/>
                  </a:lnTo>
                  <a:lnTo>
                    <a:pt x="30339" y="48247"/>
                  </a:lnTo>
                  <a:lnTo>
                    <a:pt x="0" y="48247"/>
                  </a:lnTo>
                  <a:lnTo>
                    <a:pt x="0" y="0"/>
                  </a:lnTo>
                  <a:lnTo>
                    <a:pt x="30339" y="0"/>
                  </a:lnTo>
                  <a:lnTo>
                    <a:pt x="30339" y="5079"/>
                  </a:lnTo>
                  <a:lnTo>
                    <a:pt x="6742" y="5079"/>
                  </a:lnTo>
                  <a:lnTo>
                    <a:pt x="6742" y="20315"/>
                  </a:lnTo>
                  <a:lnTo>
                    <a:pt x="27811" y="20315"/>
                  </a:lnTo>
                  <a:lnTo>
                    <a:pt x="27811" y="2539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52"/>
            <p:cNvSpPr/>
            <p:nvPr/>
          </p:nvSpPr>
          <p:spPr>
            <a:xfrm>
              <a:off x="6881654" y="2199925"/>
              <a:ext cx="39609" cy="48247"/>
            </a:xfrm>
            <a:custGeom>
              <a:avLst/>
              <a:gdLst/>
              <a:ahLst/>
              <a:cxnLst/>
              <a:rect l="l" t="t" r="r" b="b"/>
              <a:pathLst>
                <a:path w="39609" h="48247" extrusionOk="0">
                  <a:moveTo>
                    <a:pt x="39609" y="48247"/>
                  </a:moveTo>
                  <a:lnTo>
                    <a:pt x="29496" y="48247"/>
                  </a:lnTo>
                  <a:lnTo>
                    <a:pt x="10113" y="16929"/>
                  </a:lnTo>
                  <a:lnTo>
                    <a:pt x="10113" y="48247"/>
                  </a:lnTo>
                  <a:lnTo>
                    <a:pt x="0" y="48247"/>
                  </a:lnTo>
                  <a:lnTo>
                    <a:pt x="0" y="0"/>
                  </a:lnTo>
                  <a:lnTo>
                    <a:pt x="10113" y="0"/>
                  </a:lnTo>
                  <a:lnTo>
                    <a:pt x="29496" y="32165"/>
                  </a:lnTo>
                  <a:lnTo>
                    <a:pt x="29496" y="0"/>
                  </a:lnTo>
                  <a:lnTo>
                    <a:pt x="39609" y="0"/>
                  </a:lnTo>
                  <a:lnTo>
                    <a:pt x="39609" y="4824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52"/>
            <p:cNvSpPr/>
            <p:nvPr/>
          </p:nvSpPr>
          <p:spPr>
            <a:xfrm>
              <a:off x="6936433" y="2199079"/>
              <a:ext cx="32024" cy="48247"/>
            </a:xfrm>
            <a:custGeom>
              <a:avLst/>
              <a:gdLst/>
              <a:ahLst/>
              <a:cxnLst/>
              <a:rect l="l" t="t" r="r" b="b"/>
              <a:pathLst>
                <a:path w="32024" h="48247" extrusionOk="0">
                  <a:moveTo>
                    <a:pt x="28653" y="27933"/>
                  </a:moveTo>
                  <a:lnTo>
                    <a:pt x="10113" y="27933"/>
                  </a:lnTo>
                  <a:lnTo>
                    <a:pt x="10113" y="40629"/>
                  </a:lnTo>
                  <a:lnTo>
                    <a:pt x="32024" y="40629"/>
                  </a:lnTo>
                  <a:lnTo>
                    <a:pt x="32024" y="48247"/>
                  </a:lnTo>
                  <a:lnTo>
                    <a:pt x="0" y="48247"/>
                  </a:lnTo>
                  <a:lnTo>
                    <a:pt x="0" y="0"/>
                  </a:lnTo>
                  <a:lnTo>
                    <a:pt x="32024" y="0"/>
                  </a:lnTo>
                  <a:lnTo>
                    <a:pt x="32024" y="7618"/>
                  </a:lnTo>
                  <a:lnTo>
                    <a:pt x="10113" y="7618"/>
                  </a:lnTo>
                  <a:lnTo>
                    <a:pt x="10113" y="19468"/>
                  </a:lnTo>
                  <a:lnTo>
                    <a:pt x="28653" y="19468"/>
                  </a:lnTo>
                  <a:lnTo>
                    <a:pt x="28653" y="2708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52"/>
            <p:cNvSpPr/>
            <p:nvPr/>
          </p:nvSpPr>
          <p:spPr>
            <a:xfrm>
              <a:off x="6976884" y="2199925"/>
              <a:ext cx="57306" cy="48247"/>
            </a:xfrm>
            <a:custGeom>
              <a:avLst/>
              <a:gdLst/>
              <a:ahLst/>
              <a:cxnLst/>
              <a:rect l="l" t="t" r="r" b="b"/>
              <a:pathLst>
                <a:path w="57306" h="48247" extrusionOk="0">
                  <a:moveTo>
                    <a:pt x="40452" y="33858"/>
                  </a:moveTo>
                  <a:lnTo>
                    <a:pt x="47194" y="0"/>
                  </a:lnTo>
                  <a:lnTo>
                    <a:pt x="57307" y="0"/>
                  </a:lnTo>
                  <a:lnTo>
                    <a:pt x="46351" y="48247"/>
                  </a:lnTo>
                  <a:lnTo>
                    <a:pt x="36238" y="48247"/>
                  </a:lnTo>
                  <a:lnTo>
                    <a:pt x="28653" y="16082"/>
                  </a:lnTo>
                  <a:lnTo>
                    <a:pt x="21069" y="48247"/>
                  </a:lnTo>
                  <a:lnTo>
                    <a:pt x="10956" y="48247"/>
                  </a:lnTo>
                  <a:lnTo>
                    <a:pt x="0" y="0"/>
                  </a:lnTo>
                  <a:lnTo>
                    <a:pt x="10113" y="0"/>
                  </a:lnTo>
                  <a:lnTo>
                    <a:pt x="16855" y="33858"/>
                  </a:lnTo>
                  <a:lnTo>
                    <a:pt x="24440" y="0"/>
                  </a:lnTo>
                  <a:lnTo>
                    <a:pt x="32867" y="0"/>
                  </a:lnTo>
                  <a:lnTo>
                    <a:pt x="40452" y="3385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52"/>
            <p:cNvSpPr/>
            <p:nvPr/>
          </p:nvSpPr>
          <p:spPr>
            <a:xfrm>
              <a:off x="7066216" y="2199079"/>
              <a:ext cx="37080" cy="49940"/>
            </a:xfrm>
            <a:custGeom>
              <a:avLst/>
              <a:gdLst/>
              <a:ahLst/>
              <a:cxnLst/>
              <a:rect l="l" t="t" r="r" b="b"/>
              <a:pathLst>
                <a:path w="37080" h="49940" extrusionOk="0">
                  <a:moveTo>
                    <a:pt x="26125" y="36397"/>
                  </a:moveTo>
                  <a:cubicBezTo>
                    <a:pt x="26125" y="34704"/>
                    <a:pt x="26125" y="33011"/>
                    <a:pt x="24440" y="32165"/>
                  </a:cubicBezTo>
                  <a:cubicBezTo>
                    <a:pt x="22754" y="31318"/>
                    <a:pt x="21069" y="30472"/>
                    <a:pt x="17698" y="28779"/>
                  </a:cubicBezTo>
                  <a:cubicBezTo>
                    <a:pt x="14327" y="27086"/>
                    <a:pt x="11798" y="26240"/>
                    <a:pt x="9270" y="25393"/>
                  </a:cubicBezTo>
                  <a:cubicBezTo>
                    <a:pt x="4214" y="22854"/>
                    <a:pt x="843" y="18622"/>
                    <a:pt x="843" y="13543"/>
                  </a:cubicBezTo>
                  <a:cubicBezTo>
                    <a:pt x="843" y="8464"/>
                    <a:pt x="843" y="8464"/>
                    <a:pt x="3371" y="6772"/>
                  </a:cubicBezTo>
                  <a:cubicBezTo>
                    <a:pt x="5899" y="5079"/>
                    <a:pt x="6742" y="3386"/>
                    <a:pt x="9270" y="1693"/>
                  </a:cubicBezTo>
                  <a:cubicBezTo>
                    <a:pt x="11798" y="0"/>
                    <a:pt x="15169" y="0"/>
                    <a:pt x="18540" y="0"/>
                  </a:cubicBezTo>
                  <a:cubicBezTo>
                    <a:pt x="21911" y="0"/>
                    <a:pt x="25282" y="0"/>
                    <a:pt x="27811" y="1693"/>
                  </a:cubicBezTo>
                  <a:cubicBezTo>
                    <a:pt x="30339" y="3386"/>
                    <a:pt x="32867" y="5079"/>
                    <a:pt x="33710" y="6772"/>
                  </a:cubicBezTo>
                  <a:cubicBezTo>
                    <a:pt x="34553" y="8464"/>
                    <a:pt x="36238" y="11850"/>
                    <a:pt x="36238" y="14390"/>
                  </a:cubicBezTo>
                  <a:lnTo>
                    <a:pt x="26125" y="14390"/>
                  </a:lnTo>
                  <a:cubicBezTo>
                    <a:pt x="26125" y="11850"/>
                    <a:pt x="26125" y="10157"/>
                    <a:pt x="24440" y="9311"/>
                  </a:cubicBezTo>
                  <a:cubicBezTo>
                    <a:pt x="22754" y="8464"/>
                    <a:pt x="21069" y="7618"/>
                    <a:pt x="18540" y="7618"/>
                  </a:cubicBezTo>
                  <a:cubicBezTo>
                    <a:pt x="16012" y="7618"/>
                    <a:pt x="14327" y="7618"/>
                    <a:pt x="12641" y="9311"/>
                  </a:cubicBezTo>
                  <a:cubicBezTo>
                    <a:pt x="10956" y="11004"/>
                    <a:pt x="10956" y="11850"/>
                    <a:pt x="10956" y="13543"/>
                  </a:cubicBezTo>
                  <a:cubicBezTo>
                    <a:pt x="10956" y="15236"/>
                    <a:pt x="10956" y="16082"/>
                    <a:pt x="13484" y="17775"/>
                  </a:cubicBezTo>
                  <a:cubicBezTo>
                    <a:pt x="16012" y="19468"/>
                    <a:pt x="17698" y="19468"/>
                    <a:pt x="20226" y="21161"/>
                  </a:cubicBezTo>
                  <a:cubicBezTo>
                    <a:pt x="26125" y="22854"/>
                    <a:pt x="30339" y="24547"/>
                    <a:pt x="32867" y="27086"/>
                  </a:cubicBezTo>
                  <a:cubicBezTo>
                    <a:pt x="35395" y="29626"/>
                    <a:pt x="37081" y="33011"/>
                    <a:pt x="37081" y="36397"/>
                  </a:cubicBezTo>
                  <a:cubicBezTo>
                    <a:pt x="37081" y="39783"/>
                    <a:pt x="35395" y="44015"/>
                    <a:pt x="32024" y="46554"/>
                  </a:cubicBezTo>
                  <a:cubicBezTo>
                    <a:pt x="28653" y="49094"/>
                    <a:pt x="24440" y="49940"/>
                    <a:pt x="19383" y="49940"/>
                  </a:cubicBezTo>
                  <a:cubicBezTo>
                    <a:pt x="14327" y="49940"/>
                    <a:pt x="12641" y="49940"/>
                    <a:pt x="9270" y="48247"/>
                  </a:cubicBezTo>
                  <a:cubicBezTo>
                    <a:pt x="5899" y="46554"/>
                    <a:pt x="4214" y="44862"/>
                    <a:pt x="2528" y="42322"/>
                  </a:cubicBezTo>
                  <a:cubicBezTo>
                    <a:pt x="843" y="39783"/>
                    <a:pt x="0" y="37244"/>
                    <a:pt x="0" y="33858"/>
                  </a:cubicBezTo>
                  <a:lnTo>
                    <a:pt x="10113" y="33858"/>
                  </a:lnTo>
                  <a:cubicBezTo>
                    <a:pt x="10113" y="38936"/>
                    <a:pt x="13484" y="41476"/>
                    <a:pt x="19383" y="41476"/>
                  </a:cubicBezTo>
                  <a:cubicBezTo>
                    <a:pt x="25282" y="41476"/>
                    <a:pt x="23597" y="41476"/>
                    <a:pt x="25282" y="39783"/>
                  </a:cubicBezTo>
                  <a:cubicBezTo>
                    <a:pt x="26968" y="38090"/>
                    <a:pt x="26968" y="37244"/>
                    <a:pt x="26968" y="3555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52"/>
            <p:cNvSpPr/>
            <p:nvPr/>
          </p:nvSpPr>
          <p:spPr>
            <a:xfrm>
              <a:off x="7112567" y="2199925"/>
              <a:ext cx="38766" cy="47400"/>
            </a:xfrm>
            <a:custGeom>
              <a:avLst/>
              <a:gdLst/>
              <a:ahLst/>
              <a:cxnLst/>
              <a:rect l="l" t="t" r="r" b="b"/>
              <a:pathLst>
                <a:path w="38766" h="47400" extrusionOk="0">
                  <a:moveTo>
                    <a:pt x="38766" y="7618"/>
                  </a:moveTo>
                  <a:lnTo>
                    <a:pt x="24440" y="7618"/>
                  </a:lnTo>
                  <a:lnTo>
                    <a:pt x="24440" y="47401"/>
                  </a:lnTo>
                  <a:lnTo>
                    <a:pt x="14327" y="47401"/>
                  </a:lnTo>
                  <a:lnTo>
                    <a:pt x="14327" y="7618"/>
                  </a:lnTo>
                  <a:lnTo>
                    <a:pt x="0" y="7618"/>
                  </a:lnTo>
                  <a:lnTo>
                    <a:pt x="0" y="0"/>
                  </a:lnTo>
                  <a:lnTo>
                    <a:pt x="38766" y="0"/>
                  </a:lnTo>
                  <a:lnTo>
                    <a:pt x="38766" y="761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52"/>
            <p:cNvSpPr/>
            <p:nvPr/>
          </p:nvSpPr>
          <p:spPr>
            <a:xfrm>
              <a:off x="7163132" y="2199925"/>
              <a:ext cx="36238" cy="48247"/>
            </a:xfrm>
            <a:custGeom>
              <a:avLst/>
              <a:gdLst/>
              <a:ahLst/>
              <a:cxnLst/>
              <a:rect l="l" t="t" r="r" b="b"/>
              <a:pathLst>
                <a:path w="36238" h="48247" extrusionOk="0">
                  <a:moveTo>
                    <a:pt x="17698" y="30472"/>
                  </a:moveTo>
                  <a:lnTo>
                    <a:pt x="10113" y="30472"/>
                  </a:lnTo>
                  <a:lnTo>
                    <a:pt x="10113" y="48247"/>
                  </a:lnTo>
                  <a:lnTo>
                    <a:pt x="0" y="48247"/>
                  </a:lnTo>
                  <a:lnTo>
                    <a:pt x="0" y="0"/>
                  </a:lnTo>
                  <a:lnTo>
                    <a:pt x="17698" y="0"/>
                  </a:lnTo>
                  <a:cubicBezTo>
                    <a:pt x="23597" y="0"/>
                    <a:pt x="27811" y="846"/>
                    <a:pt x="31182" y="3386"/>
                  </a:cubicBezTo>
                  <a:cubicBezTo>
                    <a:pt x="34553" y="5925"/>
                    <a:pt x="35395" y="9311"/>
                    <a:pt x="35395" y="14390"/>
                  </a:cubicBezTo>
                  <a:cubicBezTo>
                    <a:pt x="35395" y="19468"/>
                    <a:pt x="35395" y="20315"/>
                    <a:pt x="32867" y="22854"/>
                  </a:cubicBezTo>
                  <a:cubicBezTo>
                    <a:pt x="30339" y="25393"/>
                    <a:pt x="29496" y="27086"/>
                    <a:pt x="26125" y="27933"/>
                  </a:cubicBezTo>
                  <a:lnTo>
                    <a:pt x="36238" y="47401"/>
                  </a:lnTo>
                  <a:lnTo>
                    <a:pt x="36238" y="47401"/>
                  </a:lnTo>
                  <a:cubicBezTo>
                    <a:pt x="36238" y="47401"/>
                    <a:pt x="25282" y="47401"/>
                    <a:pt x="25282" y="47401"/>
                  </a:cubicBezTo>
                  <a:lnTo>
                    <a:pt x="16012" y="29626"/>
                  </a:lnTo>
                  <a:close/>
                  <a:moveTo>
                    <a:pt x="10113" y="22854"/>
                  </a:moveTo>
                  <a:lnTo>
                    <a:pt x="17698" y="22854"/>
                  </a:lnTo>
                  <a:cubicBezTo>
                    <a:pt x="20226" y="22854"/>
                    <a:pt x="21911" y="22854"/>
                    <a:pt x="23597" y="21161"/>
                  </a:cubicBezTo>
                  <a:cubicBezTo>
                    <a:pt x="25282" y="19468"/>
                    <a:pt x="25282" y="17775"/>
                    <a:pt x="25282" y="16082"/>
                  </a:cubicBezTo>
                  <a:cubicBezTo>
                    <a:pt x="25282" y="14390"/>
                    <a:pt x="25282" y="11850"/>
                    <a:pt x="23597" y="11004"/>
                  </a:cubicBezTo>
                  <a:cubicBezTo>
                    <a:pt x="21911" y="10157"/>
                    <a:pt x="20226" y="9311"/>
                    <a:pt x="17698" y="9311"/>
                  </a:cubicBezTo>
                  <a:lnTo>
                    <a:pt x="10113" y="9311"/>
                  </a:lnTo>
                  <a:lnTo>
                    <a:pt x="10113" y="2370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52"/>
            <p:cNvSpPr/>
            <p:nvPr/>
          </p:nvSpPr>
          <p:spPr>
            <a:xfrm>
              <a:off x="7212011" y="2199079"/>
              <a:ext cx="32024" cy="48247"/>
            </a:xfrm>
            <a:custGeom>
              <a:avLst/>
              <a:gdLst/>
              <a:ahLst/>
              <a:cxnLst/>
              <a:rect l="l" t="t" r="r" b="b"/>
              <a:pathLst>
                <a:path w="32024" h="48247" extrusionOk="0">
                  <a:moveTo>
                    <a:pt x="28653" y="27933"/>
                  </a:moveTo>
                  <a:lnTo>
                    <a:pt x="10113" y="27933"/>
                  </a:lnTo>
                  <a:lnTo>
                    <a:pt x="10113" y="40629"/>
                  </a:lnTo>
                  <a:lnTo>
                    <a:pt x="32024" y="40629"/>
                  </a:lnTo>
                  <a:lnTo>
                    <a:pt x="32024" y="48247"/>
                  </a:lnTo>
                  <a:lnTo>
                    <a:pt x="0" y="48247"/>
                  </a:lnTo>
                  <a:lnTo>
                    <a:pt x="0" y="0"/>
                  </a:lnTo>
                  <a:lnTo>
                    <a:pt x="32024" y="0"/>
                  </a:lnTo>
                  <a:lnTo>
                    <a:pt x="32024" y="7618"/>
                  </a:lnTo>
                  <a:lnTo>
                    <a:pt x="10113" y="7618"/>
                  </a:lnTo>
                  <a:lnTo>
                    <a:pt x="10113" y="19468"/>
                  </a:lnTo>
                  <a:lnTo>
                    <a:pt x="28653" y="19468"/>
                  </a:lnTo>
                  <a:lnTo>
                    <a:pt x="28653" y="2708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52"/>
            <p:cNvSpPr/>
            <p:nvPr/>
          </p:nvSpPr>
          <p:spPr>
            <a:xfrm>
              <a:off x="7255834" y="2199925"/>
              <a:ext cx="39609" cy="48247"/>
            </a:xfrm>
            <a:custGeom>
              <a:avLst/>
              <a:gdLst/>
              <a:ahLst/>
              <a:cxnLst/>
              <a:rect l="l" t="t" r="r" b="b"/>
              <a:pathLst>
                <a:path w="39609" h="48247" extrusionOk="0">
                  <a:moveTo>
                    <a:pt x="39609" y="48247"/>
                  </a:moveTo>
                  <a:lnTo>
                    <a:pt x="29496" y="48247"/>
                  </a:lnTo>
                  <a:lnTo>
                    <a:pt x="10113" y="16929"/>
                  </a:lnTo>
                  <a:lnTo>
                    <a:pt x="10113" y="48247"/>
                  </a:lnTo>
                  <a:lnTo>
                    <a:pt x="0" y="48247"/>
                  </a:lnTo>
                  <a:lnTo>
                    <a:pt x="0" y="0"/>
                  </a:lnTo>
                  <a:lnTo>
                    <a:pt x="10113" y="0"/>
                  </a:lnTo>
                  <a:lnTo>
                    <a:pt x="29496" y="32165"/>
                  </a:lnTo>
                  <a:lnTo>
                    <a:pt x="29496" y="0"/>
                  </a:lnTo>
                  <a:lnTo>
                    <a:pt x="39609" y="0"/>
                  </a:lnTo>
                  <a:lnTo>
                    <a:pt x="39609" y="4824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52"/>
            <p:cNvSpPr/>
            <p:nvPr/>
          </p:nvSpPr>
          <p:spPr>
            <a:xfrm>
              <a:off x="7308084" y="2199925"/>
              <a:ext cx="39609" cy="49093"/>
            </a:xfrm>
            <a:custGeom>
              <a:avLst/>
              <a:gdLst/>
              <a:ahLst/>
              <a:cxnLst/>
              <a:rect l="l" t="t" r="r" b="b"/>
              <a:pathLst>
                <a:path w="39609" h="49093" extrusionOk="0">
                  <a:moveTo>
                    <a:pt x="39609" y="42322"/>
                  </a:moveTo>
                  <a:cubicBezTo>
                    <a:pt x="37924" y="44861"/>
                    <a:pt x="35395" y="45708"/>
                    <a:pt x="32024" y="47401"/>
                  </a:cubicBezTo>
                  <a:cubicBezTo>
                    <a:pt x="28653" y="49094"/>
                    <a:pt x="25282" y="49094"/>
                    <a:pt x="21069" y="49094"/>
                  </a:cubicBezTo>
                  <a:cubicBezTo>
                    <a:pt x="16855" y="49094"/>
                    <a:pt x="13484" y="48247"/>
                    <a:pt x="10113" y="46554"/>
                  </a:cubicBezTo>
                  <a:cubicBezTo>
                    <a:pt x="6742" y="44861"/>
                    <a:pt x="4214" y="42322"/>
                    <a:pt x="2528" y="38936"/>
                  </a:cubicBezTo>
                  <a:cubicBezTo>
                    <a:pt x="843" y="35551"/>
                    <a:pt x="0" y="31318"/>
                    <a:pt x="0" y="27086"/>
                  </a:cubicBezTo>
                  <a:lnTo>
                    <a:pt x="0" y="23700"/>
                  </a:lnTo>
                  <a:cubicBezTo>
                    <a:pt x="0" y="18622"/>
                    <a:pt x="0" y="14390"/>
                    <a:pt x="2528" y="11004"/>
                  </a:cubicBezTo>
                  <a:cubicBezTo>
                    <a:pt x="5057" y="7618"/>
                    <a:pt x="6742" y="5079"/>
                    <a:pt x="9270" y="2539"/>
                  </a:cubicBezTo>
                  <a:cubicBezTo>
                    <a:pt x="11799" y="0"/>
                    <a:pt x="16012" y="0"/>
                    <a:pt x="20226" y="0"/>
                  </a:cubicBezTo>
                  <a:cubicBezTo>
                    <a:pt x="24440" y="0"/>
                    <a:pt x="30339" y="1693"/>
                    <a:pt x="33710" y="4232"/>
                  </a:cubicBezTo>
                  <a:cubicBezTo>
                    <a:pt x="37081" y="6772"/>
                    <a:pt x="38766" y="11004"/>
                    <a:pt x="39609" y="16082"/>
                  </a:cubicBezTo>
                  <a:lnTo>
                    <a:pt x="30339" y="16082"/>
                  </a:lnTo>
                  <a:cubicBezTo>
                    <a:pt x="30339" y="13543"/>
                    <a:pt x="28653" y="11004"/>
                    <a:pt x="27811" y="10157"/>
                  </a:cubicBezTo>
                  <a:cubicBezTo>
                    <a:pt x="26968" y="9311"/>
                    <a:pt x="24440" y="8464"/>
                    <a:pt x="21911" y="8464"/>
                  </a:cubicBezTo>
                  <a:cubicBezTo>
                    <a:pt x="19383" y="8464"/>
                    <a:pt x="16012" y="9311"/>
                    <a:pt x="14327" y="11850"/>
                  </a:cubicBezTo>
                  <a:cubicBezTo>
                    <a:pt x="12641" y="14390"/>
                    <a:pt x="11799" y="17775"/>
                    <a:pt x="11799" y="22854"/>
                  </a:cubicBezTo>
                  <a:lnTo>
                    <a:pt x="11799" y="26240"/>
                  </a:lnTo>
                  <a:cubicBezTo>
                    <a:pt x="11799" y="31318"/>
                    <a:pt x="12641" y="34704"/>
                    <a:pt x="14327" y="38090"/>
                  </a:cubicBezTo>
                  <a:cubicBezTo>
                    <a:pt x="16012" y="41476"/>
                    <a:pt x="19383" y="42322"/>
                    <a:pt x="22754" y="42322"/>
                  </a:cubicBezTo>
                  <a:cubicBezTo>
                    <a:pt x="26125" y="42322"/>
                    <a:pt x="29496" y="42322"/>
                    <a:pt x="30339" y="39783"/>
                  </a:cubicBezTo>
                  <a:lnTo>
                    <a:pt x="30339" y="31318"/>
                  </a:lnTo>
                  <a:lnTo>
                    <a:pt x="21069" y="31318"/>
                  </a:lnTo>
                  <a:lnTo>
                    <a:pt x="21069" y="23700"/>
                  </a:lnTo>
                  <a:lnTo>
                    <a:pt x="39609" y="23700"/>
                  </a:lnTo>
                  <a:lnTo>
                    <a:pt x="39609" y="431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52"/>
            <p:cNvSpPr/>
            <p:nvPr/>
          </p:nvSpPr>
          <p:spPr>
            <a:xfrm>
              <a:off x="7405627" y="2199925"/>
              <a:ext cx="39609" cy="48247"/>
            </a:xfrm>
            <a:custGeom>
              <a:avLst/>
              <a:gdLst/>
              <a:ahLst/>
              <a:cxnLst/>
              <a:rect l="l" t="t" r="r" b="b"/>
              <a:pathLst>
                <a:path w="39609" h="48247" extrusionOk="0">
                  <a:moveTo>
                    <a:pt x="39609" y="48247"/>
                  </a:moveTo>
                  <a:lnTo>
                    <a:pt x="29496" y="48247"/>
                  </a:lnTo>
                  <a:lnTo>
                    <a:pt x="29496" y="27933"/>
                  </a:lnTo>
                  <a:lnTo>
                    <a:pt x="10113" y="27933"/>
                  </a:lnTo>
                  <a:lnTo>
                    <a:pt x="10113" y="48247"/>
                  </a:lnTo>
                  <a:lnTo>
                    <a:pt x="0" y="48247"/>
                  </a:lnTo>
                  <a:lnTo>
                    <a:pt x="0" y="0"/>
                  </a:lnTo>
                  <a:lnTo>
                    <a:pt x="10113" y="0"/>
                  </a:lnTo>
                  <a:lnTo>
                    <a:pt x="10113" y="19468"/>
                  </a:lnTo>
                  <a:lnTo>
                    <a:pt x="29496" y="19468"/>
                  </a:lnTo>
                  <a:lnTo>
                    <a:pt x="29496" y="0"/>
                  </a:lnTo>
                  <a:lnTo>
                    <a:pt x="39609" y="0"/>
                  </a:lnTo>
                  <a:lnTo>
                    <a:pt x="39609" y="4824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52"/>
            <p:cNvSpPr/>
            <p:nvPr/>
          </p:nvSpPr>
          <p:spPr>
            <a:xfrm>
              <a:off x="7354592" y="2199925"/>
              <a:ext cx="38766" cy="47400"/>
            </a:xfrm>
            <a:custGeom>
              <a:avLst/>
              <a:gdLst/>
              <a:ahLst/>
              <a:cxnLst/>
              <a:rect l="l" t="t" r="r" b="b"/>
              <a:pathLst>
                <a:path w="38766" h="47400" extrusionOk="0">
                  <a:moveTo>
                    <a:pt x="38766" y="7618"/>
                  </a:moveTo>
                  <a:lnTo>
                    <a:pt x="24440" y="7618"/>
                  </a:lnTo>
                  <a:lnTo>
                    <a:pt x="24440" y="47401"/>
                  </a:lnTo>
                  <a:lnTo>
                    <a:pt x="14327" y="47401"/>
                  </a:lnTo>
                  <a:lnTo>
                    <a:pt x="14327" y="7618"/>
                  </a:lnTo>
                  <a:lnTo>
                    <a:pt x="0" y="7618"/>
                  </a:lnTo>
                  <a:lnTo>
                    <a:pt x="0" y="0"/>
                  </a:lnTo>
                  <a:lnTo>
                    <a:pt x="38766" y="0"/>
                  </a:lnTo>
                  <a:lnTo>
                    <a:pt x="38766" y="761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52"/>
            <p:cNvSpPr/>
            <p:nvPr/>
          </p:nvSpPr>
          <p:spPr>
            <a:xfrm>
              <a:off x="7457446" y="2199079"/>
              <a:ext cx="37080" cy="49940"/>
            </a:xfrm>
            <a:custGeom>
              <a:avLst/>
              <a:gdLst/>
              <a:ahLst/>
              <a:cxnLst/>
              <a:rect l="l" t="t" r="r" b="b"/>
              <a:pathLst>
                <a:path w="37080" h="49940" extrusionOk="0">
                  <a:moveTo>
                    <a:pt x="26125" y="36397"/>
                  </a:moveTo>
                  <a:cubicBezTo>
                    <a:pt x="26125" y="34704"/>
                    <a:pt x="26125" y="33011"/>
                    <a:pt x="24440" y="32165"/>
                  </a:cubicBezTo>
                  <a:cubicBezTo>
                    <a:pt x="22754" y="31318"/>
                    <a:pt x="21069" y="30472"/>
                    <a:pt x="17698" y="28779"/>
                  </a:cubicBezTo>
                  <a:cubicBezTo>
                    <a:pt x="14327" y="27086"/>
                    <a:pt x="11798" y="26240"/>
                    <a:pt x="9270" y="25393"/>
                  </a:cubicBezTo>
                  <a:cubicBezTo>
                    <a:pt x="4214" y="22854"/>
                    <a:pt x="843" y="18622"/>
                    <a:pt x="843" y="13543"/>
                  </a:cubicBezTo>
                  <a:cubicBezTo>
                    <a:pt x="843" y="8464"/>
                    <a:pt x="843" y="8464"/>
                    <a:pt x="3371" y="6772"/>
                  </a:cubicBezTo>
                  <a:cubicBezTo>
                    <a:pt x="5899" y="5079"/>
                    <a:pt x="6742" y="3386"/>
                    <a:pt x="9270" y="1693"/>
                  </a:cubicBezTo>
                  <a:cubicBezTo>
                    <a:pt x="11798" y="0"/>
                    <a:pt x="15169" y="0"/>
                    <a:pt x="18540" y="0"/>
                  </a:cubicBezTo>
                  <a:cubicBezTo>
                    <a:pt x="21911" y="0"/>
                    <a:pt x="25282" y="0"/>
                    <a:pt x="27811" y="1693"/>
                  </a:cubicBezTo>
                  <a:cubicBezTo>
                    <a:pt x="30339" y="3386"/>
                    <a:pt x="32867" y="5079"/>
                    <a:pt x="33710" y="6772"/>
                  </a:cubicBezTo>
                  <a:cubicBezTo>
                    <a:pt x="34553" y="8464"/>
                    <a:pt x="36238" y="11850"/>
                    <a:pt x="36238" y="14390"/>
                  </a:cubicBezTo>
                  <a:lnTo>
                    <a:pt x="26125" y="14390"/>
                  </a:lnTo>
                  <a:cubicBezTo>
                    <a:pt x="26125" y="11850"/>
                    <a:pt x="26125" y="10157"/>
                    <a:pt x="24440" y="9311"/>
                  </a:cubicBezTo>
                  <a:cubicBezTo>
                    <a:pt x="22754" y="8464"/>
                    <a:pt x="21069" y="7618"/>
                    <a:pt x="18540" y="7618"/>
                  </a:cubicBezTo>
                  <a:cubicBezTo>
                    <a:pt x="16012" y="7618"/>
                    <a:pt x="14327" y="7618"/>
                    <a:pt x="12641" y="9311"/>
                  </a:cubicBezTo>
                  <a:cubicBezTo>
                    <a:pt x="10956" y="11004"/>
                    <a:pt x="10956" y="11850"/>
                    <a:pt x="10956" y="13543"/>
                  </a:cubicBezTo>
                  <a:cubicBezTo>
                    <a:pt x="10956" y="15236"/>
                    <a:pt x="10956" y="16082"/>
                    <a:pt x="13484" y="17775"/>
                  </a:cubicBezTo>
                  <a:cubicBezTo>
                    <a:pt x="16012" y="19468"/>
                    <a:pt x="17698" y="19468"/>
                    <a:pt x="20226" y="21161"/>
                  </a:cubicBezTo>
                  <a:cubicBezTo>
                    <a:pt x="26125" y="22854"/>
                    <a:pt x="30339" y="24547"/>
                    <a:pt x="32867" y="27086"/>
                  </a:cubicBezTo>
                  <a:cubicBezTo>
                    <a:pt x="35395" y="29626"/>
                    <a:pt x="37081" y="33011"/>
                    <a:pt x="37081" y="36397"/>
                  </a:cubicBezTo>
                  <a:cubicBezTo>
                    <a:pt x="37081" y="39783"/>
                    <a:pt x="35395" y="44015"/>
                    <a:pt x="32024" y="46554"/>
                  </a:cubicBezTo>
                  <a:cubicBezTo>
                    <a:pt x="28653" y="49094"/>
                    <a:pt x="24440" y="49940"/>
                    <a:pt x="19383" y="49940"/>
                  </a:cubicBezTo>
                  <a:cubicBezTo>
                    <a:pt x="14327" y="49940"/>
                    <a:pt x="12641" y="49940"/>
                    <a:pt x="9270" y="48247"/>
                  </a:cubicBezTo>
                  <a:cubicBezTo>
                    <a:pt x="5899" y="46554"/>
                    <a:pt x="4214" y="44862"/>
                    <a:pt x="2528" y="42322"/>
                  </a:cubicBezTo>
                  <a:cubicBezTo>
                    <a:pt x="843" y="39783"/>
                    <a:pt x="0" y="37244"/>
                    <a:pt x="0" y="33858"/>
                  </a:cubicBezTo>
                  <a:lnTo>
                    <a:pt x="10113" y="33858"/>
                  </a:lnTo>
                  <a:cubicBezTo>
                    <a:pt x="10113" y="38936"/>
                    <a:pt x="13484" y="41476"/>
                    <a:pt x="19383" y="41476"/>
                  </a:cubicBezTo>
                  <a:cubicBezTo>
                    <a:pt x="25282" y="41476"/>
                    <a:pt x="23597" y="41476"/>
                    <a:pt x="25282" y="39783"/>
                  </a:cubicBezTo>
                  <a:cubicBezTo>
                    <a:pt x="26968" y="38090"/>
                    <a:pt x="26968" y="37244"/>
                    <a:pt x="26968" y="3555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52"/>
            <p:cNvSpPr/>
            <p:nvPr/>
          </p:nvSpPr>
          <p:spPr>
            <a:xfrm>
              <a:off x="7737042" y="1507535"/>
              <a:ext cx="40451" cy="259858"/>
            </a:xfrm>
            <a:custGeom>
              <a:avLst/>
              <a:gdLst/>
              <a:ahLst/>
              <a:cxnLst/>
              <a:rect l="l" t="t" r="r" b="b"/>
              <a:pathLst>
                <a:path w="40451" h="259858" extrusionOk="0">
                  <a:moveTo>
                    <a:pt x="0" y="0"/>
                  </a:moveTo>
                  <a:lnTo>
                    <a:pt x="40452" y="0"/>
                  </a:lnTo>
                  <a:lnTo>
                    <a:pt x="36238" y="259858"/>
                  </a:lnTo>
                  <a:lnTo>
                    <a:pt x="5899" y="259858"/>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52"/>
            <p:cNvSpPr/>
            <p:nvPr/>
          </p:nvSpPr>
          <p:spPr>
            <a:xfrm>
              <a:off x="7737042" y="1814793"/>
              <a:ext cx="40451" cy="260704"/>
            </a:xfrm>
            <a:custGeom>
              <a:avLst/>
              <a:gdLst/>
              <a:ahLst/>
              <a:cxnLst/>
              <a:rect l="l" t="t" r="r" b="b"/>
              <a:pathLst>
                <a:path w="40451" h="260704" extrusionOk="0">
                  <a:moveTo>
                    <a:pt x="40452" y="260705"/>
                  </a:moveTo>
                  <a:lnTo>
                    <a:pt x="0" y="260705"/>
                  </a:lnTo>
                  <a:lnTo>
                    <a:pt x="5056" y="0"/>
                  </a:lnTo>
                  <a:lnTo>
                    <a:pt x="35395" y="0"/>
                  </a:lnTo>
                  <a:lnTo>
                    <a:pt x="40452" y="260705"/>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52"/>
            <p:cNvSpPr/>
            <p:nvPr/>
          </p:nvSpPr>
          <p:spPr>
            <a:xfrm rot="10800000">
              <a:off x="7497702" y="1759775"/>
              <a:ext cx="292433" cy="11850"/>
            </a:xfrm>
            <a:custGeom>
              <a:avLst/>
              <a:gdLst/>
              <a:ahLst/>
              <a:cxnLst/>
              <a:rect l="l" t="t" r="r" b="b"/>
              <a:pathLst>
                <a:path w="292433" h="11850" extrusionOk="0">
                  <a:moveTo>
                    <a:pt x="0" y="0"/>
                  </a:moveTo>
                  <a:lnTo>
                    <a:pt x="292433" y="0"/>
                  </a:lnTo>
                  <a:lnTo>
                    <a:pt x="292433" y="11850"/>
                  </a:lnTo>
                  <a:lnTo>
                    <a:pt x="0" y="11850"/>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52"/>
            <p:cNvSpPr/>
            <p:nvPr/>
          </p:nvSpPr>
          <p:spPr>
            <a:xfrm rot="10800000">
              <a:off x="7723558" y="1810561"/>
              <a:ext cx="292433" cy="11850"/>
            </a:xfrm>
            <a:custGeom>
              <a:avLst/>
              <a:gdLst/>
              <a:ahLst/>
              <a:cxnLst/>
              <a:rect l="l" t="t" r="r" b="b"/>
              <a:pathLst>
                <a:path w="292433" h="11850" extrusionOk="0">
                  <a:moveTo>
                    <a:pt x="0" y="0"/>
                  </a:moveTo>
                  <a:lnTo>
                    <a:pt x="292433" y="0"/>
                  </a:lnTo>
                  <a:lnTo>
                    <a:pt x="292433" y="11850"/>
                  </a:lnTo>
                  <a:lnTo>
                    <a:pt x="0" y="11850"/>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52"/>
            <p:cNvSpPr/>
            <p:nvPr/>
          </p:nvSpPr>
          <p:spPr>
            <a:xfrm>
              <a:off x="7699119" y="1576096"/>
              <a:ext cx="270521" cy="195528"/>
            </a:xfrm>
            <a:custGeom>
              <a:avLst/>
              <a:gdLst/>
              <a:ahLst/>
              <a:cxnLst/>
              <a:rect l="l" t="t" r="r" b="b"/>
              <a:pathLst>
                <a:path w="270521" h="195528" extrusionOk="0">
                  <a:moveTo>
                    <a:pt x="244397" y="0"/>
                  </a:moveTo>
                  <a:lnTo>
                    <a:pt x="75004" y="185371"/>
                  </a:lnTo>
                  <a:lnTo>
                    <a:pt x="41295" y="185371"/>
                  </a:lnTo>
                  <a:cubicBezTo>
                    <a:pt x="41295" y="185371"/>
                    <a:pt x="39609" y="183678"/>
                    <a:pt x="39609" y="183678"/>
                  </a:cubicBezTo>
                  <a:lnTo>
                    <a:pt x="0" y="183678"/>
                  </a:lnTo>
                  <a:lnTo>
                    <a:pt x="1685" y="185371"/>
                  </a:lnTo>
                  <a:cubicBezTo>
                    <a:pt x="8427" y="192143"/>
                    <a:pt x="16855" y="195528"/>
                    <a:pt x="25282" y="195528"/>
                  </a:cubicBezTo>
                  <a:lnTo>
                    <a:pt x="91017" y="195528"/>
                  </a:lnTo>
                  <a:cubicBezTo>
                    <a:pt x="100287" y="195528"/>
                    <a:pt x="108714" y="192143"/>
                    <a:pt x="114614" y="185371"/>
                  </a:cubicBezTo>
                  <a:lnTo>
                    <a:pt x="270522" y="27086"/>
                  </a:lnTo>
                  <a:lnTo>
                    <a:pt x="243554" y="846"/>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2"/>
            <p:cNvSpPr/>
            <p:nvPr/>
          </p:nvSpPr>
          <p:spPr>
            <a:xfrm>
              <a:off x="7544896" y="1576096"/>
              <a:ext cx="193831" cy="183678"/>
            </a:xfrm>
            <a:custGeom>
              <a:avLst/>
              <a:gdLst/>
              <a:ahLst/>
              <a:cxnLst/>
              <a:rect l="l" t="t" r="r" b="b"/>
              <a:pathLst>
                <a:path w="193831" h="183678" extrusionOk="0">
                  <a:moveTo>
                    <a:pt x="26125" y="0"/>
                  </a:moveTo>
                  <a:lnTo>
                    <a:pt x="0" y="27086"/>
                  </a:lnTo>
                  <a:lnTo>
                    <a:pt x="154223" y="183678"/>
                  </a:lnTo>
                  <a:lnTo>
                    <a:pt x="193832" y="183678"/>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52"/>
            <p:cNvSpPr/>
            <p:nvPr/>
          </p:nvSpPr>
          <p:spPr>
            <a:xfrm>
              <a:off x="7544896" y="1810561"/>
              <a:ext cx="270521" cy="194681"/>
            </a:xfrm>
            <a:custGeom>
              <a:avLst/>
              <a:gdLst/>
              <a:ahLst/>
              <a:cxnLst/>
              <a:rect l="l" t="t" r="r" b="b"/>
              <a:pathLst>
                <a:path w="270521" h="194681" extrusionOk="0">
                  <a:moveTo>
                    <a:pt x="230913" y="11850"/>
                  </a:moveTo>
                  <a:lnTo>
                    <a:pt x="270522" y="11850"/>
                  </a:lnTo>
                  <a:lnTo>
                    <a:pt x="268836" y="10157"/>
                  </a:lnTo>
                  <a:cubicBezTo>
                    <a:pt x="262094" y="3386"/>
                    <a:pt x="253667" y="0"/>
                    <a:pt x="245239" y="0"/>
                  </a:cubicBezTo>
                  <a:lnTo>
                    <a:pt x="179505" y="0"/>
                  </a:lnTo>
                  <a:cubicBezTo>
                    <a:pt x="170235" y="0"/>
                    <a:pt x="161807" y="3386"/>
                    <a:pt x="155908" y="10157"/>
                  </a:cubicBezTo>
                  <a:lnTo>
                    <a:pt x="0" y="168442"/>
                  </a:lnTo>
                  <a:lnTo>
                    <a:pt x="26968" y="194682"/>
                  </a:lnTo>
                  <a:lnTo>
                    <a:pt x="196360" y="9311"/>
                  </a:lnTo>
                  <a:lnTo>
                    <a:pt x="230070" y="9311"/>
                  </a:lnTo>
                  <a:cubicBezTo>
                    <a:pt x="230070" y="9311"/>
                    <a:pt x="231755" y="11004"/>
                    <a:pt x="231755" y="11004"/>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52"/>
            <p:cNvSpPr/>
            <p:nvPr/>
          </p:nvSpPr>
          <p:spPr>
            <a:xfrm>
              <a:off x="7775809" y="1822411"/>
              <a:ext cx="194674" cy="183678"/>
            </a:xfrm>
            <a:custGeom>
              <a:avLst/>
              <a:gdLst/>
              <a:ahLst/>
              <a:cxnLst/>
              <a:rect l="l" t="t" r="r" b="b"/>
              <a:pathLst>
                <a:path w="194674" h="183678" extrusionOk="0">
                  <a:moveTo>
                    <a:pt x="167707" y="183678"/>
                  </a:moveTo>
                  <a:lnTo>
                    <a:pt x="194675" y="157438"/>
                  </a:lnTo>
                  <a:lnTo>
                    <a:pt x="39609" y="0"/>
                  </a:lnTo>
                  <a:lnTo>
                    <a:pt x="0" y="0"/>
                  </a:lnTo>
                  <a:lnTo>
                    <a:pt x="167707" y="183678"/>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 name="Google Shape;61;p52"/>
          <p:cNvSpPr/>
          <p:nvPr/>
        </p:nvSpPr>
        <p:spPr>
          <a:xfrm>
            <a:off x="0" y="2689422"/>
            <a:ext cx="4066500" cy="2454000"/>
          </a:xfrm>
          <a:prstGeom prst="rect">
            <a:avLst/>
          </a:prstGeom>
          <a:gradFill>
            <a:gsLst>
              <a:gs pos="0">
                <a:srgbClr val="5495FC"/>
              </a:gs>
              <a:gs pos="70000">
                <a:srgbClr val="0462F7"/>
              </a:gs>
              <a:gs pos="100000">
                <a:srgbClr val="0462F7"/>
              </a:gs>
            </a:gsLst>
            <a:lin ang="26986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2400" b="0" i="0" u="none" strike="noStrike" cap="none">
              <a:solidFill>
                <a:srgbClr val="FFFFFF"/>
              </a:solidFill>
              <a:latin typeface="Roboto Light"/>
              <a:ea typeface="Roboto Light"/>
              <a:cs typeface="Roboto Light"/>
              <a:sym typeface="Roboto Light"/>
            </a:endParaRPr>
          </a:p>
        </p:txBody>
      </p:sp>
      <p:sp>
        <p:nvSpPr>
          <p:cNvPr id="62" name="Google Shape;62;p52"/>
          <p:cNvSpPr txBox="1">
            <a:spLocks noGrp="1"/>
          </p:cNvSpPr>
          <p:nvPr>
            <p:ph type="ctrTitle"/>
          </p:nvPr>
        </p:nvSpPr>
        <p:spPr>
          <a:xfrm>
            <a:off x="468306" y="3230150"/>
            <a:ext cx="3564000" cy="957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2500"/>
              <a:buFont typeface="Roboto Medium"/>
              <a:buNone/>
              <a:defRPr sz="2400">
                <a:solidFill>
                  <a:srgbClr val="FFFFFF"/>
                </a:solidFill>
                <a:latin typeface="Roboto Light"/>
                <a:ea typeface="Roboto Light"/>
                <a:cs typeface="Roboto Light"/>
                <a:sym typeface="Roboto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2"/>
          <p:cNvSpPr/>
          <p:nvPr/>
        </p:nvSpPr>
        <p:spPr>
          <a:xfrm>
            <a:off x="3362060" y="572683"/>
            <a:ext cx="534600" cy="530700"/>
          </a:xfrm>
          <a:prstGeom prst="rect">
            <a:avLst/>
          </a:prstGeom>
          <a:solidFill>
            <a:srgbClr val="0462F7">
              <a:alpha val="28627"/>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Light"/>
              <a:ea typeface="Roboto Light"/>
              <a:cs typeface="Roboto Light"/>
              <a:sym typeface="Roboto Light"/>
            </a:endParaRPr>
          </a:p>
        </p:txBody>
      </p:sp>
      <p:cxnSp>
        <p:nvCxnSpPr>
          <p:cNvPr id="64" name="Google Shape;64;p52"/>
          <p:cNvCxnSpPr/>
          <p:nvPr/>
        </p:nvCxnSpPr>
        <p:spPr>
          <a:xfrm>
            <a:off x="646598" y="4263347"/>
            <a:ext cx="1956300" cy="0"/>
          </a:xfrm>
          <a:prstGeom prst="straightConnector1">
            <a:avLst/>
          </a:prstGeom>
          <a:noFill/>
          <a:ln w="12700" cap="flat" cmpd="sng">
            <a:solidFill>
              <a:srgbClr val="5495FC"/>
            </a:solidFill>
            <a:prstDash val="solid"/>
            <a:round/>
            <a:headEnd type="none" w="sm" len="sm"/>
            <a:tailEnd type="none" w="sm" len="sm"/>
          </a:ln>
          <a:effectLst>
            <a:outerShdw blurRad="50800" dist="25400" dir="5400000" algn="t" rotWithShape="0">
              <a:srgbClr val="0241A5"/>
            </a:outerShdw>
          </a:effectLst>
        </p:spPr>
      </p:cxnSp>
      <p:pic>
        <p:nvPicPr>
          <p:cNvPr id="65" name="Google Shape;65;p52"/>
          <p:cNvPicPr preferRelativeResize="0"/>
          <p:nvPr/>
        </p:nvPicPr>
        <p:blipFill rotWithShape="1">
          <a:blip r:embed="rId3">
            <a:alphaModFix/>
          </a:blip>
          <a:srcRect l="7563" r="7552"/>
          <a:stretch/>
        </p:blipFill>
        <p:spPr>
          <a:xfrm>
            <a:off x="0" y="0"/>
            <a:ext cx="4066499" cy="2727624"/>
          </a:xfrm>
          <a:prstGeom prst="rect">
            <a:avLst/>
          </a:prstGeom>
          <a:noFill/>
          <a:ln>
            <a:noFill/>
          </a:ln>
        </p:spPr>
      </p:pic>
      <p:sp>
        <p:nvSpPr>
          <p:cNvPr id="66" name="Google Shape;66;p52"/>
          <p:cNvSpPr/>
          <p:nvPr/>
        </p:nvSpPr>
        <p:spPr>
          <a:xfrm>
            <a:off x="3263082" y="434460"/>
            <a:ext cx="1114500" cy="1070100"/>
          </a:xfrm>
          <a:prstGeom prst="rect">
            <a:avLst/>
          </a:prstGeom>
          <a:solidFill>
            <a:srgbClr val="FFFFFF">
              <a:alpha val="16078"/>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Light"/>
              <a:ea typeface="Roboto Light"/>
              <a:cs typeface="Roboto Light"/>
              <a:sym typeface="Roboto Light"/>
            </a:endParaRPr>
          </a:p>
        </p:txBody>
      </p:sp>
      <p:sp>
        <p:nvSpPr>
          <p:cNvPr id="67" name="Google Shape;67;p52"/>
          <p:cNvSpPr/>
          <p:nvPr/>
        </p:nvSpPr>
        <p:spPr>
          <a:xfrm>
            <a:off x="3977378" y="2619842"/>
            <a:ext cx="400200" cy="397200"/>
          </a:xfrm>
          <a:prstGeom prst="rect">
            <a:avLst/>
          </a:prstGeom>
          <a:solidFill>
            <a:srgbClr val="0462F7">
              <a:alpha val="6000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Light"/>
              <a:ea typeface="Roboto Light"/>
              <a:cs typeface="Roboto Light"/>
              <a:sym typeface="Roboto Light"/>
            </a:endParaRPr>
          </a:p>
        </p:txBody>
      </p:sp>
      <p:sp>
        <p:nvSpPr>
          <p:cNvPr id="68" name="Google Shape;68;p52"/>
          <p:cNvSpPr/>
          <p:nvPr/>
        </p:nvSpPr>
        <p:spPr>
          <a:xfrm>
            <a:off x="3594110" y="2229089"/>
            <a:ext cx="610200" cy="606000"/>
          </a:xfrm>
          <a:prstGeom prst="rect">
            <a:avLst/>
          </a:prstGeom>
          <a:solidFill>
            <a:srgbClr val="0462F7">
              <a:alpha val="31764"/>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Light"/>
              <a:ea typeface="Roboto Light"/>
              <a:cs typeface="Roboto Light"/>
              <a:sym typeface="Roboto Light"/>
            </a:endParaRPr>
          </a:p>
        </p:txBody>
      </p:sp>
      <p:pic>
        <p:nvPicPr>
          <p:cNvPr id="69" name="Google Shape;69;p52"/>
          <p:cNvPicPr preferRelativeResize="0"/>
          <p:nvPr/>
        </p:nvPicPr>
        <p:blipFill rotWithShape="1">
          <a:blip r:embed="rId4">
            <a:alphaModFix/>
          </a:blip>
          <a:srcRect/>
          <a:stretch/>
        </p:blipFill>
        <p:spPr>
          <a:xfrm>
            <a:off x="618589" y="3035812"/>
            <a:ext cx="896225" cy="148675"/>
          </a:xfrm>
          <a:prstGeom prst="rect">
            <a:avLst/>
          </a:prstGeom>
          <a:noFill/>
          <a:ln>
            <a:noFill/>
          </a:ln>
        </p:spPr>
      </p:pic>
      <p:sp>
        <p:nvSpPr>
          <p:cNvPr id="70" name="Google Shape;70;p52"/>
          <p:cNvSpPr/>
          <p:nvPr/>
        </p:nvSpPr>
        <p:spPr>
          <a:xfrm>
            <a:off x="9141618" y="1715344"/>
            <a:ext cx="2381" cy="1330166"/>
          </a:xfrm>
          <a:custGeom>
            <a:avLst/>
            <a:gdLst/>
            <a:ahLst/>
            <a:cxnLst/>
            <a:rect l="l" t="t" r="r" b="b"/>
            <a:pathLst>
              <a:path w="2381" h="1330166" extrusionOk="0">
                <a:moveTo>
                  <a:pt x="0" y="1324213"/>
                </a:moveTo>
                <a:lnTo>
                  <a:pt x="2381" y="1330166"/>
                </a:lnTo>
                <a:lnTo>
                  <a:pt x="2381" y="5477"/>
                </a:lnTo>
                <a:lnTo>
                  <a:pt x="0" y="0"/>
                </a:lnTo>
                <a:lnTo>
                  <a:pt x="0" y="1324213"/>
                </a:lnTo>
                <a:close/>
              </a:path>
            </a:pathLst>
          </a:custGeom>
          <a:solidFill>
            <a:srgbClr val="7DACE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52"/>
          <p:cNvSpPr txBox="1">
            <a:spLocks noGrp="1"/>
          </p:cNvSpPr>
          <p:nvPr>
            <p:ph type="subTitle" idx="1"/>
          </p:nvPr>
        </p:nvSpPr>
        <p:spPr>
          <a:xfrm>
            <a:off x="468306" y="4466550"/>
            <a:ext cx="3428400" cy="2655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1600"/>
              <a:buNone/>
              <a:defRPr sz="1600">
                <a:solidFill>
                  <a:schemeClr val="lt1"/>
                </a:solidFill>
              </a:defRPr>
            </a:lvl1pPr>
            <a:lvl2pPr lvl="1" algn="ctr">
              <a:lnSpc>
                <a:spcPct val="100000"/>
              </a:lnSpc>
              <a:spcBef>
                <a:spcPts val="600"/>
              </a:spcBef>
              <a:spcAft>
                <a:spcPts val="0"/>
              </a:spcAft>
              <a:buClr>
                <a:schemeClr val="lt1"/>
              </a:buClr>
              <a:buSzPts val="2000"/>
              <a:buNone/>
              <a:defRPr sz="2000">
                <a:solidFill>
                  <a:schemeClr val="lt1"/>
                </a:solidFill>
              </a:defRPr>
            </a:lvl2pPr>
            <a:lvl3pPr lvl="2" algn="ctr">
              <a:lnSpc>
                <a:spcPct val="100000"/>
              </a:lnSpc>
              <a:spcBef>
                <a:spcPts val="600"/>
              </a:spcBef>
              <a:spcAft>
                <a:spcPts val="0"/>
              </a:spcAft>
              <a:buClr>
                <a:schemeClr val="lt1"/>
              </a:buClr>
              <a:buSzPts val="1800"/>
              <a:buNone/>
              <a:defRPr sz="1800">
                <a:solidFill>
                  <a:schemeClr val="lt1"/>
                </a:solidFill>
              </a:defRPr>
            </a:lvl3pPr>
            <a:lvl4pPr lvl="3" algn="ctr">
              <a:lnSpc>
                <a:spcPct val="100000"/>
              </a:lnSpc>
              <a:spcBef>
                <a:spcPts val="600"/>
              </a:spcBef>
              <a:spcAft>
                <a:spcPts val="0"/>
              </a:spcAft>
              <a:buClr>
                <a:schemeClr val="lt1"/>
              </a:buClr>
              <a:buSzPts val="1600"/>
              <a:buNone/>
              <a:defRPr sz="1600">
                <a:solidFill>
                  <a:schemeClr val="lt1"/>
                </a:solidFill>
              </a:defRPr>
            </a:lvl4pPr>
            <a:lvl5pPr lvl="4" algn="ctr">
              <a:lnSpc>
                <a:spcPct val="100000"/>
              </a:lnSpc>
              <a:spcBef>
                <a:spcPts val="600"/>
              </a:spcBef>
              <a:spcAft>
                <a:spcPts val="0"/>
              </a:spcAft>
              <a:buClr>
                <a:schemeClr val="lt1"/>
              </a:buClr>
              <a:buSzPts val="1600"/>
              <a:buNone/>
              <a:defRPr sz="1600">
                <a:solidFill>
                  <a:schemeClr val="lt1"/>
                </a:solidFill>
              </a:defRPr>
            </a:lvl5pPr>
            <a:lvl6pPr lvl="5" algn="ctr">
              <a:lnSpc>
                <a:spcPct val="90000"/>
              </a:lnSpc>
              <a:spcBef>
                <a:spcPts val="500"/>
              </a:spcBef>
              <a:spcAft>
                <a:spcPts val="0"/>
              </a:spcAft>
              <a:buClr>
                <a:schemeClr val="lt1"/>
              </a:buClr>
              <a:buSzPts val="1600"/>
              <a:buNone/>
              <a:defRPr sz="1600">
                <a:solidFill>
                  <a:schemeClr val="lt1"/>
                </a:solidFill>
              </a:defRPr>
            </a:lvl6pPr>
            <a:lvl7pPr lvl="6" algn="ctr">
              <a:lnSpc>
                <a:spcPct val="90000"/>
              </a:lnSpc>
              <a:spcBef>
                <a:spcPts val="500"/>
              </a:spcBef>
              <a:spcAft>
                <a:spcPts val="0"/>
              </a:spcAft>
              <a:buClr>
                <a:schemeClr val="lt1"/>
              </a:buClr>
              <a:buSzPts val="1600"/>
              <a:buNone/>
              <a:defRPr sz="1600">
                <a:solidFill>
                  <a:schemeClr val="lt1"/>
                </a:solidFill>
              </a:defRPr>
            </a:lvl7pPr>
            <a:lvl8pPr lvl="7" algn="ctr">
              <a:lnSpc>
                <a:spcPct val="90000"/>
              </a:lnSpc>
              <a:spcBef>
                <a:spcPts val="500"/>
              </a:spcBef>
              <a:spcAft>
                <a:spcPts val="0"/>
              </a:spcAft>
              <a:buClr>
                <a:schemeClr val="lt1"/>
              </a:buClr>
              <a:buSzPts val="1600"/>
              <a:buNone/>
              <a:defRPr sz="1600">
                <a:solidFill>
                  <a:schemeClr val="lt1"/>
                </a:solidFill>
              </a:defRPr>
            </a:lvl8pPr>
            <a:lvl9pPr lvl="8" algn="ctr">
              <a:lnSpc>
                <a:spcPct val="90000"/>
              </a:lnSpc>
              <a:spcBef>
                <a:spcPts val="500"/>
              </a:spcBef>
              <a:spcAft>
                <a:spcPts val="0"/>
              </a:spcAft>
              <a:buClr>
                <a:schemeClr val="lt1"/>
              </a:buClr>
              <a:buSzPts val="1600"/>
              <a:buNone/>
              <a:defRPr sz="16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1" type="titleOnly">
  <p:cSld name="TITLE_ONLY">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252000" y="198000"/>
            <a:ext cx="6480000" cy="432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3"/>
          <p:cNvSpPr txBox="1">
            <a:spLocks noGrp="1"/>
          </p:cNvSpPr>
          <p:nvPr>
            <p:ph type="sldNum" idx="12"/>
          </p:nvPr>
        </p:nvSpPr>
        <p:spPr>
          <a:xfrm>
            <a:off x="175800" y="4864200"/>
            <a:ext cx="720000" cy="180000"/>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r>
              <a:rPr lang="en-US"/>
              <a:t>page </a:t>
            </a: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75"/>
        <p:cNvGrpSpPr/>
        <p:nvPr/>
      </p:nvGrpSpPr>
      <p:grpSpPr>
        <a:xfrm>
          <a:off x="0" y="0"/>
          <a:ext cx="0" cy="0"/>
          <a:chOff x="0" y="0"/>
          <a:chExt cx="0" cy="0"/>
        </a:xfrm>
      </p:grpSpPr>
      <p:sp>
        <p:nvSpPr>
          <p:cNvPr id="76" name="Google Shape;76;p54"/>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77" name="Google Shape;77;p54"/>
          <p:cNvSpPr txBox="1">
            <a:spLocks noGrp="1"/>
          </p:cNvSpPr>
          <p:nvPr>
            <p:ph type="subTitle" idx="1"/>
          </p:nvPr>
        </p:nvSpPr>
        <p:spPr>
          <a:xfrm>
            <a:off x="468312" y="807113"/>
            <a:ext cx="60702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None/>
              <a:defRPr sz="16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8" name="Google Shape;78;p54"/>
          <p:cNvSpPr txBox="1">
            <a:spLocks noGrp="1"/>
          </p:cNvSpPr>
          <p:nvPr>
            <p:ph type="title"/>
          </p:nvPr>
        </p:nvSpPr>
        <p:spPr>
          <a:xfrm>
            <a:off x="468314" y="366713"/>
            <a:ext cx="82074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3x Image_A">
  <p:cSld name="Content with 3x Image_A">
    <p:spTree>
      <p:nvGrpSpPr>
        <p:cNvPr id="1" name="Shape 79"/>
        <p:cNvGrpSpPr/>
        <p:nvPr/>
      </p:nvGrpSpPr>
      <p:grpSpPr>
        <a:xfrm>
          <a:off x="0" y="0"/>
          <a:ext cx="0" cy="0"/>
          <a:chOff x="0" y="0"/>
          <a:chExt cx="0" cy="0"/>
        </a:xfrm>
      </p:grpSpPr>
      <p:sp>
        <p:nvSpPr>
          <p:cNvPr id="80" name="Google Shape;80;p55"/>
          <p:cNvSpPr>
            <a:spLocks noGrp="1"/>
          </p:cNvSpPr>
          <p:nvPr>
            <p:ph type="pic" idx="2"/>
          </p:nvPr>
        </p:nvSpPr>
        <p:spPr>
          <a:xfrm>
            <a:off x="5029057" y="0"/>
            <a:ext cx="4114800" cy="5143500"/>
          </a:xfrm>
          <a:prstGeom prst="rect">
            <a:avLst/>
          </a:prstGeom>
          <a:noFill/>
          <a:ln>
            <a:noFill/>
          </a:ln>
        </p:spPr>
      </p:sp>
      <p:sp>
        <p:nvSpPr>
          <p:cNvPr id="81" name="Google Shape;81;p55"/>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82" name="Google Shape;82;p55"/>
          <p:cNvSpPr txBox="1">
            <a:spLocks noGrp="1"/>
          </p:cNvSpPr>
          <p:nvPr>
            <p:ph type="body" idx="1"/>
          </p:nvPr>
        </p:nvSpPr>
        <p:spPr>
          <a:xfrm>
            <a:off x="468315" y="1558649"/>
            <a:ext cx="3236400" cy="3065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83" name="Google Shape;83;p55"/>
          <p:cNvSpPr txBox="1">
            <a:spLocks noGrp="1"/>
          </p:cNvSpPr>
          <p:nvPr>
            <p:ph type="subTitle" idx="3"/>
          </p:nvPr>
        </p:nvSpPr>
        <p:spPr>
          <a:xfrm>
            <a:off x="468311" y="807113"/>
            <a:ext cx="32364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Medium"/>
              <a:buNone/>
              <a:defRPr sz="1600">
                <a:latin typeface="Roboto Medium"/>
                <a:ea typeface="Roboto Medium"/>
                <a:cs typeface="Roboto Medium"/>
                <a:sym typeface="Roboto Medium"/>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4" name="Google Shape;84;p55"/>
          <p:cNvSpPr txBox="1">
            <a:spLocks noGrp="1"/>
          </p:cNvSpPr>
          <p:nvPr>
            <p:ph type="title"/>
          </p:nvPr>
        </p:nvSpPr>
        <p:spPr>
          <a:xfrm>
            <a:off x="468329" y="519125"/>
            <a:ext cx="44733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55"/>
          <p:cNvSpPr>
            <a:spLocks noGrp="1"/>
          </p:cNvSpPr>
          <p:nvPr>
            <p:ph type="pic" idx="4"/>
          </p:nvPr>
        </p:nvSpPr>
        <p:spPr>
          <a:xfrm>
            <a:off x="5303500" y="1286842"/>
            <a:ext cx="2795100" cy="3493800"/>
          </a:xfrm>
          <a:prstGeom prst="rect">
            <a:avLst/>
          </a:prstGeom>
          <a:noFill/>
          <a:ln>
            <a:noFill/>
          </a:ln>
        </p:spPr>
      </p:sp>
      <p:sp>
        <p:nvSpPr>
          <p:cNvPr id="86" name="Google Shape;86;p55"/>
          <p:cNvSpPr>
            <a:spLocks noGrp="1"/>
          </p:cNvSpPr>
          <p:nvPr>
            <p:ph type="pic" idx="5"/>
          </p:nvPr>
        </p:nvSpPr>
        <p:spPr>
          <a:xfrm>
            <a:off x="5481122" y="1940343"/>
            <a:ext cx="2142300" cy="2677800"/>
          </a:xfrm>
          <a:prstGeom prst="rect">
            <a:avLst/>
          </a:prstGeom>
          <a:noFill/>
          <a:ln>
            <a:noFill/>
          </a:ln>
        </p:spPr>
      </p:sp>
      <p:pic>
        <p:nvPicPr>
          <p:cNvPr id="87" name="Google Shape;87;p55"/>
          <p:cNvPicPr preferRelativeResize="0"/>
          <p:nvPr/>
        </p:nvPicPr>
        <p:blipFill rotWithShape="1">
          <a:blip r:embed="rId2">
            <a:alphaModFix/>
          </a:blip>
          <a:srcRect/>
          <a:stretch/>
        </p:blipFill>
        <p:spPr>
          <a:xfrm>
            <a:off x="7779464" y="4728124"/>
            <a:ext cx="896225" cy="148675"/>
          </a:xfrm>
          <a:prstGeom prst="rect">
            <a:avLst/>
          </a:prstGeom>
          <a:noFill/>
          <a:ln>
            <a:noFill/>
          </a:ln>
        </p:spPr>
      </p:pic>
      <p:grpSp>
        <p:nvGrpSpPr>
          <p:cNvPr id="88" name="Google Shape;88;p55"/>
          <p:cNvGrpSpPr/>
          <p:nvPr/>
        </p:nvGrpSpPr>
        <p:grpSpPr>
          <a:xfrm>
            <a:off x="7571555" y="109066"/>
            <a:ext cx="1395087" cy="441585"/>
            <a:chOff x="5991694" y="1720305"/>
            <a:chExt cx="1929047" cy="618207"/>
          </a:xfrm>
        </p:grpSpPr>
        <p:sp>
          <p:nvSpPr>
            <p:cNvPr id="89" name="Google Shape;89;p55"/>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55"/>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55"/>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55"/>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55"/>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55"/>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55"/>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55"/>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55"/>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55"/>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55"/>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55"/>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55"/>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ext 1">
  <p:cSld name="1_Text 1">
    <p:spTree>
      <p:nvGrpSpPr>
        <p:cNvPr id="1" name="Shape 102"/>
        <p:cNvGrpSpPr/>
        <p:nvPr/>
      </p:nvGrpSpPr>
      <p:grpSpPr>
        <a:xfrm>
          <a:off x="0" y="0"/>
          <a:ext cx="0" cy="0"/>
          <a:chOff x="0" y="0"/>
          <a:chExt cx="0" cy="0"/>
        </a:xfrm>
      </p:grpSpPr>
      <p:sp>
        <p:nvSpPr>
          <p:cNvPr id="103" name="Google Shape;103;p85"/>
          <p:cNvSpPr txBox="1">
            <a:spLocks noGrp="1"/>
          </p:cNvSpPr>
          <p:nvPr>
            <p:ph type="title"/>
          </p:nvPr>
        </p:nvSpPr>
        <p:spPr>
          <a:xfrm>
            <a:off x="710514" y="141685"/>
            <a:ext cx="6211227" cy="405000"/>
          </a:xfrm>
          <a:prstGeom prst="rect">
            <a:avLst/>
          </a:prstGeom>
          <a:noFill/>
          <a:ln>
            <a:noFill/>
          </a:ln>
        </p:spPr>
        <p:txBody>
          <a:bodyPr spcFirstLastPara="1" wrap="square" lIns="180000" tIns="72000" rIns="180000" bIns="0" anchor="t" anchorCtr="0">
            <a:noAutofit/>
          </a:bodyPr>
          <a:lstStyle>
            <a:lvl1pPr lvl="0" algn="l">
              <a:lnSpc>
                <a:spcPct val="90000"/>
              </a:lnSpc>
              <a:spcBef>
                <a:spcPts val="0"/>
              </a:spcBef>
              <a:spcAft>
                <a:spcPts val="0"/>
              </a:spcAft>
              <a:buSzPts val="26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104" name="Google Shape;104;p85"/>
          <p:cNvCxnSpPr/>
          <p:nvPr/>
        </p:nvCxnSpPr>
        <p:spPr>
          <a:xfrm>
            <a:off x="413036" y="4878740"/>
            <a:ext cx="0" cy="148500"/>
          </a:xfrm>
          <a:prstGeom prst="straightConnector1">
            <a:avLst/>
          </a:prstGeom>
          <a:noFill/>
          <a:ln w="12700" cap="flat" cmpd="sng">
            <a:solidFill>
              <a:schemeClr val="dk1"/>
            </a:solidFill>
            <a:prstDash val="solid"/>
            <a:round/>
            <a:headEnd type="none" w="sm" len="sm"/>
            <a:tailEnd type="none" w="sm" len="sm"/>
          </a:ln>
        </p:spPr>
      </p:cxnSp>
      <p:sp>
        <p:nvSpPr>
          <p:cNvPr id="105" name="Google Shape;105;p85"/>
          <p:cNvSpPr txBox="1">
            <a:spLocks noGrp="1"/>
          </p:cNvSpPr>
          <p:nvPr>
            <p:ph type="body" idx="1"/>
          </p:nvPr>
        </p:nvSpPr>
        <p:spPr>
          <a:xfrm>
            <a:off x="171741" y="897966"/>
            <a:ext cx="8802000" cy="3780000"/>
          </a:xfrm>
          <a:prstGeom prst="rect">
            <a:avLst/>
          </a:prstGeom>
          <a:noFill/>
          <a:ln>
            <a:noFill/>
          </a:ln>
        </p:spPr>
        <p:txBody>
          <a:bodyPr spcFirstLastPara="1" wrap="square" lIns="180000" tIns="72000" rIns="180000" bIns="0" anchor="t" anchorCtr="0">
            <a:normAutofit/>
          </a:bodyPr>
          <a:lstStyle>
            <a:lvl1pPr marL="457200" lvl="0" indent="-228600" algn="l">
              <a:lnSpc>
                <a:spcPct val="100000"/>
              </a:lnSpc>
              <a:spcBef>
                <a:spcPts val="750"/>
              </a:spcBef>
              <a:spcAft>
                <a:spcPts val="0"/>
              </a:spcAft>
              <a:buSzPts val="1200"/>
              <a:buNone/>
              <a:defRPr sz="1200">
                <a:latin typeface="Open Sans"/>
                <a:ea typeface="Open Sans"/>
                <a:cs typeface="Open Sans"/>
                <a:sym typeface="Open Sans"/>
              </a:defRPr>
            </a:lvl1pPr>
            <a:lvl2pPr marL="914400" lvl="1" indent="-304800" algn="l">
              <a:lnSpc>
                <a:spcPct val="100000"/>
              </a:lnSpc>
              <a:spcBef>
                <a:spcPts val="600"/>
              </a:spcBef>
              <a:spcAft>
                <a:spcPts val="0"/>
              </a:spcAft>
              <a:buSzPts val="1200"/>
              <a:buChar char="•"/>
              <a:defRPr/>
            </a:lvl2pPr>
            <a:lvl3pPr marL="1371600" lvl="2" indent="-304800" algn="l">
              <a:lnSpc>
                <a:spcPct val="100000"/>
              </a:lnSpc>
              <a:spcBef>
                <a:spcPts val="600"/>
              </a:spcBef>
              <a:spcAft>
                <a:spcPts val="0"/>
              </a:spcAft>
              <a:buSzPts val="1200"/>
              <a:buChar char="•"/>
              <a:defRPr/>
            </a:lvl3pPr>
            <a:lvl4pPr marL="1828800" lvl="3" indent="-304800" algn="l">
              <a:lnSpc>
                <a:spcPct val="100000"/>
              </a:lnSpc>
              <a:spcBef>
                <a:spcPts val="600"/>
              </a:spcBef>
              <a:spcAft>
                <a:spcPts val="0"/>
              </a:spcAft>
              <a:buSzPts val="1200"/>
              <a:buChar char="•"/>
              <a:defRPr/>
            </a:lvl4pPr>
            <a:lvl5pPr marL="2286000" lvl="4" indent="-304800" algn="l">
              <a:lnSpc>
                <a:spcPct val="100000"/>
              </a:lnSpc>
              <a:spcBef>
                <a:spcPts val="600"/>
              </a:spcBef>
              <a:spcAft>
                <a:spcPts val="0"/>
              </a:spcAft>
              <a:buSzPts val="1200"/>
              <a:buChar char="•"/>
              <a:defRPr/>
            </a:lvl5pPr>
            <a:lvl6pPr marL="2743200" lvl="5" indent="-304800" algn="l">
              <a:lnSpc>
                <a:spcPct val="90000"/>
              </a:lnSpc>
              <a:spcBef>
                <a:spcPts val="500"/>
              </a:spcBef>
              <a:spcAft>
                <a:spcPts val="0"/>
              </a:spcAft>
              <a:buSzPts val="1200"/>
              <a:buChar char="•"/>
              <a:defRPr/>
            </a:lvl6pPr>
            <a:lvl7pPr marL="3200400" lvl="6" indent="-304800" algn="l">
              <a:lnSpc>
                <a:spcPct val="90000"/>
              </a:lnSpc>
              <a:spcBef>
                <a:spcPts val="500"/>
              </a:spcBef>
              <a:spcAft>
                <a:spcPts val="0"/>
              </a:spcAft>
              <a:buSzPts val="1200"/>
              <a:buChar char="•"/>
              <a:defRPr/>
            </a:lvl7pPr>
            <a:lvl8pPr marL="3657600" lvl="7" indent="-304800" algn="l">
              <a:lnSpc>
                <a:spcPct val="90000"/>
              </a:lnSpc>
              <a:spcBef>
                <a:spcPts val="500"/>
              </a:spcBef>
              <a:spcAft>
                <a:spcPts val="0"/>
              </a:spcAft>
              <a:buSzPts val="1200"/>
              <a:buChar char="•"/>
              <a:defRPr/>
            </a:lvl8pPr>
            <a:lvl9pPr marL="4114800" lvl="8" indent="-304800" algn="l">
              <a:lnSpc>
                <a:spcPct val="90000"/>
              </a:lnSpc>
              <a:spcBef>
                <a:spcPts val="500"/>
              </a:spcBef>
              <a:spcAft>
                <a:spcPts val="0"/>
              </a:spcAft>
              <a:buSzPts val="1200"/>
              <a:buChar char="•"/>
              <a:defRPr/>
            </a:lvl9pPr>
          </a:lstStyle>
          <a:p>
            <a:endParaRPr/>
          </a:p>
        </p:txBody>
      </p:sp>
      <p:cxnSp>
        <p:nvCxnSpPr>
          <p:cNvPr id="106" name="Google Shape;106;p85"/>
          <p:cNvCxnSpPr/>
          <p:nvPr/>
        </p:nvCxnSpPr>
        <p:spPr>
          <a:xfrm>
            <a:off x="0" y="636374"/>
            <a:ext cx="9144000" cy="0"/>
          </a:xfrm>
          <a:prstGeom prst="straightConnector1">
            <a:avLst/>
          </a:prstGeom>
          <a:noFill/>
          <a:ln w="9525" cap="flat" cmpd="sng">
            <a:solidFill>
              <a:srgbClr val="4D90FA"/>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 You">
  <p:cSld name="Thank You">
    <p:bg>
      <p:bgPr>
        <a:solidFill>
          <a:schemeClr val="accent3"/>
        </a:solidFill>
        <a:effectLst/>
      </p:bgPr>
    </p:bg>
    <p:spTree>
      <p:nvGrpSpPr>
        <p:cNvPr id="1" name="Shape 138"/>
        <p:cNvGrpSpPr/>
        <p:nvPr/>
      </p:nvGrpSpPr>
      <p:grpSpPr>
        <a:xfrm>
          <a:off x="0" y="0"/>
          <a:ext cx="0" cy="0"/>
          <a:chOff x="0" y="0"/>
          <a:chExt cx="0" cy="0"/>
        </a:xfrm>
      </p:grpSpPr>
      <p:sp>
        <p:nvSpPr>
          <p:cNvPr id="139" name="Google Shape;139;p57"/>
          <p:cNvSpPr>
            <a:spLocks noGrp="1"/>
          </p:cNvSpPr>
          <p:nvPr>
            <p:ph type="pic" idx="2"/>
          </p:nvPr>
        </p:nvSpPr>
        <p:spPr>
          <a:xfrm>
            <a:off x="0" y="1"/>
            <a:ext cx="9144000" cy="5143500"/>
          </a:xfrm>
          <a:prstGeom prst="rect">
            <a:avLst/>
          </a:prstGeom>
          <a:noFill/>
          <a:ln>
            <a:noFill/>
          </a:ln>
        </p:spPr>
      </p:sp>
      <p:pic>
        <p:nvPicPr>
          <p:cNvPr id="140" name="Google Shape;140;p57"/>
          <p:cNvPicPr preferRelativeResize="0"/>
          <p:nvPr/>
        </p:nvPicPr>
        <p:blipFill rotWithShape="1">
          <a:blip r:embed="rId2">
            <a:alphaModFix/>
          </a:blip>
          <a:srcRect/>
          <a:stretch/>
        </p:blipFill>
        <p:spPr>
          <a:xfrm>
            <a:off x="7779464" y="4728124"/>
            <a:ext cx="896225" cy="148675"/>
          </a:xfrm>
          <a:prstGeom prst="rect">
            <a:avLst/>
          </a:prstGeom>
          <a:noFill/>
          <a:ln>
            <a:noFill/>
          </a:ln>
        </p:spPr>
      </p:pic>
      <p:sp>
        <p:nvSpPr>
          <p:cNvPr id="141" name="Google Shape;141;p57"/>
          <p:cNvSpPr txBox="1">
            <a:spLocks noGrp="1"/>
          </p:cNvSpPr>
          <p:nvPr>
            <p:ph type="ctrTitle"/>
          </p:nvPr>
        </p:nvSpPr>
        <p:spPr>
          <a:xfrm>
            <a:off x="1806000" y="2272350"/>
            <a:ext cx="5532000" cy="598800"/>
          </a:xfrm>
          <a:prstGeom prst="rect">
            <a:avLst/>
          </a:prstGeom>
          <a:noFill/>
          <a:ln>
            <a:noFill/>
          </a:ln>
        </p:spPr>
        <p:txBody>
          <a:bodyPr spcFirstLastPara="1" wrap="square" lIns="91425" tIns="91425" rIns="91425" bIns="91425" anchor="ctr" anchorCtr="0">
            <a:normAutofit/>
          </a:bodyPr>
          <a:lstStyle>
            <a:lvl1pPr lvl="0" algn="ctr">
              <a:lnSpc>
                <a:spcPct val="90000"/>
              </a:lnSpc>
              <a:spcBef>
                <a:spcPts val="0"/>
              </a:spcBef>
              <a:spcAft>
                <a:spcPts val="0"/>
              </a:spcAft>
              <a:buClr>
                <a:schemeClr val="lt1"/>
              </a:buClr>
              <a:buSzPts val="1700"/>
              <a:buFont typeface="Roboto Medium"/>
              <a:buNone/>
              <a:defRPr sz="2500">
                <a:solidFill>
                  <a:schemeClr val="lt1"/>
                </a:solidFill>
                <a:latin typeface="Roboto Medium"/>
                <a:ea typeface="Roboto Medium"/>
                <a:cs typeface="Roboto Medium"/>
                <a:sym typeface="Roboto Medium"/>
              </a:defRPr>
            </a:lvl1pPr>
            <a:lvl2pPr lvl="1"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2pPr>
            <a:lvl3pPr lvl="2"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3pPr>
            <a:lvl4pPr lvl="3"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4pPr>
            <a:lvl5pPr lvl="4"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5pPr>
            <a:lvl6pPr lvl="5"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6pPr>
            <a:lvl7pPr lvl="6"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7pPr>
            <a:lvl8pPr lvl="7"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8pPr>
            <a:lvl9pPr lvl="8"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9pPr>
          </a:lstStyle>
          <a:p>
            <a:endParaRPr/>
          </a:p>
        </p:txBody>
      </p:sp>
      <p:sp>
        <p:nvSpPr>
          <p:cNvPr id="142" name="Google Shape;142;p57"/>
          <p:cNvSpPr txBox="1"/>
          <p:nvPr/>
        </p:nvSpPr>
        <p:spPr>
          <a:xfrm>
            <a:off x="0" y="-534925"/>
            <a:ext cx="7980300" cy="354000"/>
          </a:xfrm>
          <a:prstGeom prst="rect">
            <a:avLst/>
          </a:prstGeom>
          <a:solidFill>
            <a:schemeClr val="accen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212121"/>
                </a:solidFill>
                <a:latin typeface="Arial"/>
                <a:ea typeface="Arial"/>
                <a:cs typeface="Arial"/>
                <a:sym typeface="Arial"/>
              </a:rPr>
              <a:t> Notice : Images need to be sent to back manually. Logos need to be placed on top of the images.</a:t>
            </a:r>
            <a:endParaRPr sz="1400" b="0" i="0" u="none" strike="noStrike" cap="none">
              <a:solidFill>
                <a:srgbClr val="000000"/>
              </a:solidFill>
              <a:latin typeface="Poppins Light"/>
              <a:ea typeface="Poppins Light"/>
              <a:cs typeface="Poppins Light"/>
              <a:sym typeface="Poppins Light"/>
            </a:endParaRPr>
          </a:p>
        </p:txBody>
      </p:sp>
      <p:grpSp>
        <p:nvGrpSpPr>
          <p:cNvPr id="143" name="Google Shape;143;p57"/>
          <p:cNvGrpSpPr/>
          <p:nvPr/>
        </p:nvGrpSpPr>
        <p:grpSpPr>
          <a:xfrm>
            <a:off x="7571555" y="109066"/>
            <a:ext cx="1395087" cy="441585"/>
            <a:chOff x="5991694" y="1720305"/>
            <a:chExt cx="1929047" cy="618207"/>
          </a:xfrm>
        </p:grpSpPr>
        <p:sp>
          <p:nvSpPr>
            <p:cNvPr id="144" name="Google Shape;144;p57"/>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57"/>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57"/>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57"/>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57"/>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57"/>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57"/>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57"/>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57"/>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57"/>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57"/>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57"/>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57"/>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with Image_A">
  <p:cSld name="Title Slide with Image_A_1">
    <p:bg>
      <p:bgPr>
        <a:solidFill>
          <a:schemeClr val="accent3"/>
        </a:solidFill>
        <a:effectLst/>
      </p:bgPr>
    </p:bg>
    <p:spTree>
      <p:nvGrpSpPr>
        <p:cNvPr id="1" name="Shape 157"/>
        <p:cNvGrpSpPr/>
        <p:nvPr/>
      </p:nvGrpSpPr>
      <p:grpSpPr>
        <a:xfrm>
          <a:off x="0" y="0"/>
          <a:ext cx="0" cy="0"/>
          <a:chOff x="0" y="0"/>
          <a:chExt cx="0" cy="0"/>
        </a:xfrm>
      </p:grpSpPr>
      <p:sp>
        <p:nvSpPr>
          <p:cNvPr id="158" name="Google Shape;158;p58"/>
          <p:cNvSpPr>
            <a:spLocks noGrp="1"/>
          </p:cNvSpPr>
          <p:nvPr>
            <p:ph type="pic" idx="2"/>
          </p:nvPr>
        </p:nvSpPr>
        <p:spPr>
          <a:xfrm>
            <a:off x="0" y="1"/>
            <a:ext cx="9144000" cy="5143500"/>
          </a:xfrm>
          <a:prstGeom prst="rect">
            <a:avLst/>
          </a:prstGeom>
          <a:solidFill>
            <a:schemeClr val="accent3"/>
          </a:solidFill>
          <a:ln>
            <a:noFill/>
          </a:ln>
        </p:spPr>
      </p:sp>
      <p:sp>
        <p:nvSpPr>
          <p:cNvPr id="159" name="Google Shape;159;p58"/>
          <p:cNvSpPr>
            <a:spLocks noGrp="1"/>
          </p:cNvSpPr>
          <p:nvPr>
            <p:ph type="pic" idx="3"/>
          </p:nvPr>
        </p:nvSpPr>
        <p:spPr>
          <a:xfrm>
            <a:off x="3029075" y="676072"/>
            <a:ext cx="5646600" cy="3791400"/>
          </a:xfrm>
          <a:prstGeom prst="rect">
            <a:avLst/>
          </a:prstGeom>
          <a:noFill/>
          <a:ln>
            <a:noFill/>
          </a:ln>
        </p:spPr>
      </p:sp>
      <p:pic>
        <p:nvPicPr>
          <p:cNvPr id="160" name="Google Shape;160;p58"/>
          <p:cNvPicPr preferRelativeResize="0"/>
          <p:nvPr/>
        </p:nvPicPr>
        <p:blipFill rotWithShape="1">
          <a:blip r:embed="rId2">
            <a:alphaModFix/>
          </a:blip>
          <a:srcRect/>
          <a:stretch/>
        </p:blipFill>
        <p:spPr>
          <a:xfrm>
            <a:off x="7779464" y="4728124"/>
            <a:ext cx="896225" cy="148675"/>
          </a:xfrm>
          <a:prstGeom prst="rect">
            <a:avLst/>
          </a:prstGeom>
          <a:noFill/>
          <a:ln>
            <a:noFill/>
          </a:ln>
        </p:spPr>
      </p:pic>
      <p:sp>
        <p:nvSpPr>
          <p:cNvPr id="161" name="Google Shape;161;p58"/>
          <p:cNvSpPr/>
          <p:nvPr/>
        </p:nvSpPr>
        <p:spPr>
          <a:xfrm>
            <a:off x="5283504" y="2453982"/>
            <a:ext cx="3179700" cy="1792800"/>
          </a:xfrm>
          <a:prstGeom prst="rect">
            <a:avLst/>
          </a:prstGeom>
          <a:solidFill>
            <a:srgbClr val="EEEEEE">
              <a:alpha val="6000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162" name="Google Shape;162;p58"/>
          <p:cNvSpPr txBox="1">
            <a:spLocks noGrp="1"/>
          </p:cNvSpPr>
          <p:nvPr>
            <p:ph type="ctrTitle"/>
          </p:nvPr>
        </p:nvSpPr>
        <p:spPr>
          <a:xfrm>
            <a:off x="5460274" y="2453982"/>
            <a:ext cx="2826300" cy="957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2500"/>
              <a:buFont typeface="Roboto Medium"/>
              <a:buNone/>
              <a:defRPr sz="25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163" name="Google Shape;163;p58"/>
          <p:cNvSpPr txBox="1">
            <a:spLocks noGrp="1"/>
          </p:cNvSpPr>
          <p:nvPr>
            <p:ph type="subTitle" idx="1"/>
          </p:nvPr>
        </p:nvSpPr>
        <p:spPr>
          <a:xfrm>
            <a:off x="5460274" y="3508767"/>
            <a:ext cx="2826300" cy="2655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1600"/>
              <a:buNone/>
              <a:defRPr sz="1600">
                <a:solidFill>
                  <a:schemeClr val="lt1"/>
                </a:solidFill>
              </a:defRPr>
            </a:lvl1pPr>
            <a:lvl2pPr lvl="1" algn="ctr">
              <a:lnSpc>
                <a:spcPct val="100000"/>
              </a:lnSpc>
              <a:spcBef>
                <a:spcPts val="600"/>
              </a:spcBef>
              <a:spcAft>
                <a:spcPts val="0"/>
              </a:spcAft>
              <a:buClr>
                <a:schemeClr val="lt1"/>
              </a:buClr>
              <a:buSzPts val="2000"/>
              <a:buNone/>
              <a:defRPr sz="2000">
                <a:solidFill>
                  <a:schemeClr val="lt1"/>
                </a:solidFill>
              </a:defRPr>
            </a:lvl2pPr>
            <a:lvl3pPr lvl="2" algn="ctr">
              <a:lnSpc>
                <a:spcPct val="100000"/>
              </a:lnSpc>
              <a:spcBef>
                <a:spcPts val="600"/>
              </a:spcBef>
              <a:spcAft>
                <a:spcPts val="0"/>
              </a:spcAft>
              <a:buClr>
                <a:schemeClr val="lt1"/>
              </a:buClr>
              <a:buSzPts val="1800"/>
              <a:buNone/>
              <a:defRPr sz="1800">
                <a:solidFill>
                  <a:schemeClr val="lt1"/>
                </a:solidFill>
              </a:defRPr>
            </a:lvl3pPr>
            <a:lvl4pPr lvl="3" algn="ctr">
              <a:lnSpc>
                <a:spcPct val="100000"/>
              </a:lnSpc>
              <a:spcBef>
                <a:spcPts val="600"/>
              </a:spcBef>
              <a:spcAft>
                <a:spcPts val="0"/>
              </a:spcAft>
              <a:buClr>
                <a:schemeClr val="lt1"/>
              </a:buClr>
              <a:buSzPts val="1600"/>
              <a:buNone/>
              <a:defRPr sz="1600">
                <a:solidFill>
                  <a:schemeClr val="lt1"/>
                </a:solidFill>
              </a:defRPr>
            </a:lvl4pPr>
            <a:lvl5pPr lvl="4" algn="ctr">
              <a:lnSpc>
                <a:spcPct val="100000"/>
              </a:lnSpc>
              <a:spcBef>
                <a:spcPts val="600"/>
              </a:spcBef>
              <a:spcAft>
                <a:spcPts val="0"/>
              </a:spcAft>
              <a:buClr>
                <a:schemeClr val="lt1"/>
              </a:buClr>
              <a:buSzPts val="1600"/>
              <a:buNone/>
              <a:defRPr sz="1600">
                <a:solidFill>
                  <a:schemeClr val="lt1"/>
                </a:solidFill>
              </a:defRPr>
            </a:lvl5pPr>
            <a:lvl6pPr lvl="5" algn="ctr">
              <a:lnSpc>
                <a:spcPct val="90000"/>
              </a:lnSpc>
              <a:spcBef>
                <a:spcPts val="500"/>
              </a:spcBef>
              <a:spcAft>
                <a:spcPts val="0"/>
              </a:spcAft>
              <a:buClr>
                <a:schemeClr val="lt1"/>
              </a:buClr>
              <a:buSzPts val="1600"/>
              <a:buNone/>
              <a:defRPr sz="1600">
                <a:solidFill>
                  <a:schemeClr val="lt1"/>
                </a:solidFill>
              </a:defRPr>
            </a:lvl6pPr>
            <a:lvl7pPr lvl="6" algn="ctr">
              <a:lnSpc>
                <a:spcPct val="90000"/>
              </a:lnSpc>
              <a:spcBef>
                <a:spcPts val="500"/>
              </a:spcBef>
              <a:spcAft>
                <a:spcPts val="0"/>
              </a:spcAft>
              <a:buClr>
                <a:schemeClr val="lt1"/>
              </a:buClr>
              <a:buSzPts val="1600"/>
              <a:buNone/>
              <a:defRPr sz="1600">
                <a:solidFill>
                  <a:schemeClr val="lt1"/>
                </a:solidFill>
              </a:defRPr>
            </a:lvl7pPr>
            <a:lvl8pPr lvl="7" algn="ctr">
              <a:lnSpc>
                <a:spcPct val="90000"/>
              </a:lnSpc>
              <a:spcBef>
                <a:spcPts val="500"/>
              </a:spcBef>
              <a:spcAft>
                <a:spcPts val="0"/>
              </a:spcAft>
              <a:buClr>
                <a:schemeClr val="lt1"/>
              </a:buClr>
              <a:buSzPts val="1600"/>
              <a:buNone/>
              <a:defRPr sz="1600">
                <a:solidFill>
                  <a:schemeClr val="lt1"/>
                </a:solidFill>
              </a:defRPr>
            </a:lvl8pPr>
            <a:lvl9pPr lvl="8" algn="ctr">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164" name="Google Shape;164;p58"/>
          <p:cNvSpPr txBox="1"/>
          <p:nvPr/>
        </p:nvSpPr>
        <p:spPr>
          <a:xfrm>
            <a:off x="0" y="-534925"/>
            <a:ext cx="7980300" cy="354000"/>
          </a:xfrm>
          <a:prstGeom prst="rect">
            <a:avLst/>
          </a:prstGeom>
          <a:solidFill>
            <a:schemeClr val="accen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212121"/>
                </a:solidFill>
                <a:latin typeface="Arial"/>
                <a:ea typeface="Arial"/>
                <a:cs typeface="Arial"/>
                <a:sym typeface="Arial"/>
              </a:rPr>
              <a:t> Notice : Images need to be sent to back manually. Logos need to be placed on top of the images.</a:t>
            </a:r>
            <a:endParaRPr sz="1400" b="0" i="0" u="none" strike="noStrike" cap="none">
              <a:solidFill>
                <a:srgbClr val="000000"/>
              </a:solidFill>
              <a:latin typeface="Poppins Light"/>
              <a:ea typeface="Poppins Light"/>
              <a:cs typeface="Poppins Light"/>
              <a:sym typeface="Poppins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with Image_B">
  <p:cSld name="Title Slide with Image_B_1">
    <p:bg>
      <p:bgPr>
        <a:solidFill>
          <a:schemeClr val="accent3"/>
        </a:solidFill>
        <a:effectLst/>
      </p:bgPr>
    </p:bg>
    <p:spTree>
      <p:nvGrpSpPr>
        <p:cNvPr id="1" name="Shape 165"/>
        <p:cNvGrpSpPr/>
        <p:nvPr/>
      </p:nvGrpSpPr>
      <p:grpSpPr>
        <a:xfrm>
          <a:off x="0" y="0"/>
          <a:ext cx="0" cy="0"/>
          <a:chOff x="0" y="0"/>
          <a:chExt cx="0" cy="0"/>
        </a:xfrm>
      </p:grpSpPr>
      <p:sp>
        <p:nvSpPr>
          <p:cNvPr id="166" name="Google Shape;166;p59"/>
          <p:cNvSpPr>
            <a:spLocks noGrp="1"/>
          </p:cNvSpPr>
          <p:nvPr>
            <p:ph type="pic" idx="2"/>
          </p:nvPr>
        </p:nvSpPr>
        <p:spPr>
          <a:xfrm>
            <a:off x="0" y="1"/>
            <a:ext cx="9144000" cy="5143500"/>
          </a:xfrm>
          <a:prstGeom prst="rect">
            <a:avLst/>
          </a:prstGeom>
          <a:noFill/>
          <a:ln>
            <a:noFill/>
          </a:ln>
        </p:spPr>
      </p:sp>
      <p:sp>
        <p:nvSpPr>
          <p:cNvPr id="167" name="Google Shape;167;p59"/>
          <p:cNvSpPr>
            <a:spLocks noGrp="1"/>
          </p:cNvSpPr>
          <p:nvPr>
            <p:ph type="pic" idx="3"/>
          </p:nvPr>
        </p:nvSpPr>
        <p:spPr>
          <a:xfrm>
            <a:off x="1548600" y="867995"/>
            <a:ext cx="6046800" cy="3407400"/>
          </a:xfrm>
          <a:prstGeom prst="rect">
            <a:avLst/>
          </a:prstGeom>
          <a:noFill/>
          <a:ln>
            <a:noFill/>
          </a:ln>
        </p:spPr>
      </p:sp>
      <p:pic>
        <p:nvPicPr>
          <p:cNvPr id="168" name="Google Shape;168;p59"/>
          <p:cNvPicPr preferRelativeResize="0"/>
          <p:nvPr/>
        </p:nvPicPr>
        <p:blipFill rotWithShape="1">
          <a:blip r:embed="rId2">
            <a:alphaModFix/>
          </a:blip>
          <a:srcRect/>
          <a:stretch/>
        </p:blipFill>
        <p:spPr>
          <a:xfrm>
            <a:off x="7779464" y="4728124"/>
            <a:ext cx="896225" cy="148675"/>
          </a:xfrm>
          <a:prstGeom prst="rect">
            <a:avLst/>
          </a:prstGeom>
          <a:noFill/>
          <a:ln>
            <a:noFill/>
          </a:ln>
        </p:spPr>
      </p:pic>
      <p:sp>
        <p:nvSpPr>
          <p:cNvPr id="169" name="Google Shape;169;p59"/>
          <p:cNvSpPr txBox="1">
            <a:spLocks noGrp="1"/>
          </p:cNvSpPr>
          <p:nvPr>
            <p:ph type="ctrTitle"/>
          </p:nvPr>
        </p:nvSpPr>
        <p:spPr>
          <a:xfrm>
            <a:off x="2037806" y="2453982"/>
            <a:ext cx="5068500" cy="957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2500"/>
              <a:buFont typeface="Roboto Medium"/>
              <a:buNone/>
              <a:defRPr sz="25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170" name="Google Shape;170;p59"/>
          <p:cNvSpPr txBox="1">
            <a:spLocks noGrp="1"/>
          </p:cNvSpPr>
          <p:nvPr>
            <p:ph type="subTitle" idx="1"/>
          </p:nvPr>
        </p:nvSpPr>
        <p:spPr>
          <a:xfrm>
            <a:off x="2037806" y="3508767"/>
            <a:ext cx="5068500" cy="2655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1600"/>
              <a:buNone/>
              <a:defRPr sz="1600">
                <a:solidFill>
                  <a:schemeClr val="lt1"/>
                </a:solidFill>
              </a:defRPr>
            </a:lvl1pPr>
            <a:lvl2pPr lvl="1" algn="ctr">
              <a:lnSpc>
                <a:spcPct val="100000"/>
              </a:lnSpc>
              <a:spcBef>
                <a:spcPts val="600"/>
              </a:spcBef>
              <a:spcAft>
                <a:spcPts val="0"/>
              </a:spcAft>
              <a:buClr>
                <a:schemeClr val="lt1"/>
              </a:buClr>
              <a:buSzPts val="2000"/>
              <a:buNone/>
              <a:defRPr sz="2000">
                <a:solidFill>
                  <a:schemeClr val="lt1"/>
                </a:solidFill>
              </a:defRPr>
            </a:lvl2pPr>
            <a:lvl3pPr lvl="2" algn="ctr">
              <a:lnSpc>
                <a:spcPct val="100000"/>
              </a:lnSpc>
              <a:spcBef>
                <a:spcPts val="600"/>
              </a:spcBef>
              <a:spcAft>
                <a:spcPts val="0"/>
              </a:spcAft>
              <a:buClr>
                <a:schemeClr val="lt1"/>
              </a:buClr>
              <a:buSzPts val="1800"/>
              <a:buNone/>
              <a:defRPr sz="1800">
                <a:solidFill>
                  <a:schemeClr val="lt1"/>
                </a:solidFill>
              </a:defRPr>
            </a:lvl3pPr>
            <a:lvl4pPr lvl="3" algn="ctr">
              <a:lnSpc>
                <a:spcPct val="100000"/>
              </a:lnSpc>
              <a:spcBef>
                <a:spcPts val="600"/>
              </a:spcBef>
              <a:spcAft>
                <a:spcPts val="0"/>
              </a:spcAft>
              <a:buClr>
                <a:schemeClr val="lt1"/>
              </a:buClr>
              <a:buSzPts val="1600"/>
              <a:buNone/>
              <a:defRPr sz="1600">
                <a:solidFill>
                  <a:schemeClr val="lt1"/>
                </a:solidFill>
              </a:defRPr>
            </a:lvl4pPr>
            <a:lvl5pPr lvl="4" algn="ctr">
              <a:lnSpc>
                <a:spcPct val="100000"/>
              </a:lnSpc>
              <a:spcBef>
                <a:spcPts val="600"/>
              </a:spcBef>
              <a:spcAft>
                <a:spcPts val="0"/>
              </a:spcAft>
              <a:buClr>
                <a:schemeClr val="lt1"/>
              </a:buClr>
              <a:buSzPts val="1600"/>
              <a:buNone/>
              <a:defRPr sz="1600">
                <a:solidFill>
                  <a:schemeClr val="lt1"/>
                </a:solidFill>
              </a:defRPr>
            </a:lvl5pPr>
            <a:lvl6pPr lvl="5" algn="ctr">
              <a:lnSpc>
                <a:spcPct val="90000"/>
              </a:lnSpc>
              <a:spcBef>
                <a:spcPts val="500"/>
              </a:spcBef>
              <a:spcAft>
                <a:spcPts val="0"/>
              </a:spcAft>
              <a:buClr>
                <a:schemeClr val="lt1"/>
              </a:buClr>
              <a:buSzPts val="1600"/>
              <a:buNone/>
              <a:defRPr sz="1600">
                <a:solidFill>
                  <a:schemeClr val="lt1"/>
                </a:solidFill>
              </a:defRPr>
            </a:lvl6pPr>
            <a:lvl7pPr lvl="6" algn="ctr">
              <a:lnSpc>
                <a:spcPct val="90000"/>
              </a:lnSpc>
              <a:spcBef>
                <a:spcPts val="500"/>
              </a:spcBef>
              <a:spcAft>
                <a:spcPts val="0"/>
              </a:spcAft>
              <a:buClr>
                <a:schemeClr val="lt1"/>
              </a:buClr>
              <a:buSzPts val="1600"/>
              <a:buNone/>
              <a:defRPr sz="1600">
                <a:solidFill>
                  <a:schemeClr val="lt1"/>
                </a:solidFill>
              </a:defRPr>
            </a:lvl7pPr>
            <a:lvl8pPr lvl="7" algn="ctr">
              <a:lnSpc>
                <a:spcPct val="90000"/>
              </a:lnSpc>
              <a:spcBef>
                <a:spcPts val="500"/>
              </a:spcBef>
              <a:spcAft>
                <a:spcPts val="0"/>
              </a:spcAft>
              <a:buClr>
                <a:schemeClr val="lt1"/>
              </a:buClr>
              <a:buSzPts val="1600"/>
              <a:buNone/>
              <a:defRPr sz="1600">
                <a:solidFill>
                  <a:schemeClr val="lt1"/>
                </a:solidFill>
              </a:defRPr>
            </a:lvl8pPr>
            <a:lvl9pPr lvl="8" algn="ctr">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171" name="Google Shape;171;p59"/>
          <p:cNvSpPr txBox="1"/>
          <p:nvPr/>
        </p:nvSpPr>
        <p:spPr>
          <a:xfrm>
            <a:off x="0" y="-534925"/>
            <a:ext cx="7980300" cy="354000"/>
          </a:xfrm>
          <a:prstGeom prst="rect">
            <a:avLst/>
          </a:prstGeom>
          <a:solidFill>
            <a:schemeClr val="accen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212121"/>
                </a:solidFill>
                <a:latin typeface="Arial"/>
                <a:ea typeface="Arial"/>
                <a:cs typeface="Arial"/>
                <a:sym typeface="Arial"/>
              </a:rPr>
              <a:t> Notice : Images need to be sent to back manually. Logos need to be placed on top of the images.</a:t>
            </a:r>
            <a:endParaRPr sz="1400" b="0" i="0" u="none" strike="noStrike" cap="none">
              <a:solidFill>
                <a:srgbClr val="000000"/>
              </a:solidFill>
              <a:latin typeface="Poppins Light"/>
              <a:ea typeface="Poppins Light"/>
              <a:cs typeface="Poppins Light"/>
              <a:sym typeface="Poppins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with Image_A">
  <p:cSld name="Section Header with Image_A">
    <p:bg>
      <p:bgPr>
        <a:solidFill>
          <a:schemeClr val="dk1"/>
        </a:solidFill>
        <a:effectLst/>
      </p:bgPr>
    </p:bg>
    <p:spTree>
      <p:nvGrpSpPr>
        <p:cNvPr id="1" name="Shape 172"/>
        <p:cNvGrpSpPr/>
        <p:nvPr/>
      </p:nvGrpSpPr>
      <p:grpSpPr>
        <a:xfrm>
          <a:off x="0" y="0"/>
          <a:ext cx="0" cy="0"/>
          <a:chOff x="0" y="0"/>
          <a:chExt cx="0" cy="0"/>
        </a:xfrm>
      </p:grpSpPr>
      <p:sp>
        <p:nvSpPr>
          <p:cNvPr id="173" name="Google Shape;173;p60"/>
          <p:cNvSpPr>
            <a:spLocks noGrp="1"/>
          </p:cNvSpPr>
          <p:nvPr>
            <p:ph type="pic" idx="2"/>
          </p:nvPr>
        </p:nvSpPr>
        <p:spPr>
          <a:xfrm>
            <a:off x="0" y="1"/>
            <a:ext cx="9144000" cy="5143500"/>
          </a:xfrm>
          <a:prstGeom prst="rect">
            <a:avLst/>
          </a:prstGeom>
          <a:solidFill>
            <a:schemeClr val="accent3"/>
          </a:solidFill>
          <a:ln>
            <a:noFill/>
          </a:ln>
        </p:spPr>
      </p:sp>
      <p:sp>
        <p:nvSpPr>
          <p:cNvPr id="174" name="Google Shape;174;p60"/>
          <p:cNvSpPr/>
          <p:nvPr/>
        </p:nvSpPr>
        <p:spPr>
          <a:xfrm>
            <a:off x="9141618" y="1715344"/>
            <a:ext cx="2381" cy="1330166"/>
          </a:xfrm>
          <a:custGeom>
            <a:avLst/>
            <a:gdLst/>
            <a:ahLst/>
            <a:cxnLst/>
            <a:rect l="l" t="t" r="r" b="b"/>
            <a:pathLst>
              <a:path w="2381" h="1330166" extrusionOk="0">
                <a:moveTo>
                  <a:pt x="0" y="1324213"/>
                </a:moveTo>
                <a:lnTo>
                  <a:pt x="2381" y="1330166"/>
                </a:lnTo>
                <a:lnTo>
                  <a:pt x="2381" y="5477"/>
                </a:lnTo>
                <a:lnTo>
                  <a:pt x="0" y="0"/>
                </a:lnTo>
                <a:lnTo>
                  <a:pt x="0" y="1324213"/>
                </a:lnTo>
                <a:close/>
              </a:path>
            </a:pathLst>
          </a:custGeom>
          <a:solidFill>
            <a:srgbClr val="7DACE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5" name="Google Shape;175;p60"/>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176" name="Google Shape;176;p60"/>
          <p:cNvSpPr txBox="1">
            <a:spLocks noGrp="1"/>
          </p:cNvSpPr>
          <p:nvPr>
            <p:ph type="ctrTitle"/>
          </p:nvPr>
        </p:nvSpPr>
        <p:spPr>
          <a:xfrm>
            <a:off x="468312" y="3129700"/>
            <a:ext cx="6780900" cy="957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1600"/>
              <a:buFont typeface="Roboto Medium"/>
              <a:buNone/>
              <a:defRPr sz="1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60"/>
          <p:cNvSpPr txBox="1">
            <a:spLocks noGrp="1"/>
          </p:cNvSpPr>
          <p:nvPr>
            <p:ph type="subTitle" idx="1"/>
          </p:nvPr>
        </p:nvSpPr>
        <p:spPr>
          <a:xfrm>
            <a:off x="468312" y="4184485"/>
            <a:ext cx="6780900" cy="2655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1600"/>
              <a:buNone/>
              <a:defRPr sz="1600">
                <a:solidFill>
                  <a:schemeClr val="lt1"/>
                </a:solidFill>
              </a:defRPr>
            </a:lvl1pPr>
            <a:lvl2pPr lvl="1" algn="ctr">
              <a:lnSpc>
                <a:spcPct val="100000"/>
              </a:lnSpc>
              <a:spcBef>
                <a:spcPts val="600"/>
              </a:spcBef>
              <a:spcAft>
                <a:spcPts val="0"/>
              </a:spcAft>
              <a:buClr>
                <a:schemeClr val="lt1"/>
              </a:buClr>
              <a:buSzPts val="2000"/>
              <a:buNone/>
              <a:defRPr sz="2000"/>
            </a:lvl2pPr>
            <a:lvl3pPr lvl="2" algn="ctr">
              <a:lnSpc>
                <a:spcPct val="100000"/>
              </a:lnSpc>
              <a:spcBef>
                <a:spcPts val="600"/>
              </a:spcBef>
              <a:spcAft>
                <a:spcPts val="0"/>
              </a:spcAft>
              <a:buClr>
                <a:schemeClr val="lt1"/>
              </a:buClr>
              <a:buSzPts val="1800"/>
              <a:buNone/>
              <a:defRPr sz="1800"/>
            </a:lvl3pPr>
            <a:lvl4pPr lvl="3" algn="ctr">
              <a:lnSpc>
                <a:spcPct val="100000"/>
              </a:lnSpc>
              <a:spcBef>
                <a:spcPts val="6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pic>
        <p:nvPicPr>
          <p:cNvPr id="178" name="Google Shape;178;p60"/>
          <p:cNvPicPr preferRelativeResize="0"/>
          <p:nvPr/>
        </p:nvPicPr>
        <p:blipFill rotWithShape="1">
          <a:blip r:embed="rId2">
            <a:alphaModFix/>
          </a:blip>
          <a:srcRect/>
          <a:stretch/>
        </p:blipFill>
        <p:spPr>
          <a:xfrm>
            <a:off x="7779464" y="4728124"/>
            <a:ext cx="896225" cy="148675"/>
          </a:xfrm>
          <a:prstGeom prst="rect">
            <a:avLst/>
          </a:prstGeom>
          <a:noFill/>
          <a:ln>
            <a:noFill/>
          </a:ln>
        </p:spPr>
      </p:pic>
      <p:sp>
        <p:nvSpPr>
          <p:cNvPr id="179" name="Google Shape;179;p60"/>
          <p:cNvSpPr txBox="1">
            <a:spLocks noGrp="1"/>
          </p:cNvSpPr>
          <p:nvPr>
            <p:ph type="subTitle" idx="3"/>
          </p:nvPr>
        </p:nvSpPr>
        <p:spPr>
          <a:xfrm>
            <a:off x="468325" y="874800"/>
            <a:ext cx="1724400" cy="15192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4000"/>
              <a:buFont typeface="Roboto"/>
              <a:buNone/>
              <a:defRPr sz="4000">
                <a:solidFill>
                  <a:schemeClr val="lt1"/>
                </a:solidFill>
                <a:latin typeface="Roboto"/>
                <a:ea typeface="Roboto"/>
                <a:cs typeface="Roboto"/>
                <a:sym typeface="Roboto"/>
              </a:defRPr>
            </a:lvl1pPr>
            <a:lvl2pPr lvl="1"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2pPr>
            <a:lvl3pPr lvl="2"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3pPr>
            <a:lvl4pPr lvl="3"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4pPr>
            <a:lvl5pPr lvl="4"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5pPr>
            <a:lvl6pPr lvl="5"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6pPr>
            <a:lvl7pPr lvl="6"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7pPr>
            <a:lvl8pPr lvl="7"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8pPr>
            <a:lvl9pPr lvl="8"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9pPr>
          </a:lstStyle>
          <a:p>
            <a:endParaRPr/>
          </a:p>
        </p:txBody>
      </p:sp>
      <p:sp>
        <p:nvSpPr>
          <p:cNvPr id="180" name="Google Shape;180;p60"/>
          <p:cNvSpPr txBox="1"/>
          <p:nvPr/>
        </p:nvSpPr>
        <p:spPr>
          <a:xfrm>
            <a:off x="0" y="-534925"/>
            <a:ext cx="7980300" cy="354000"/>
          </a:xfrm>
          <a:prstGeom prst="rect">
            <a:avLst/>
          </a:prstGeom>
          <a:solidFill>
            <a:schemeClr val="accen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212121"/>
                </a:solidFill>
                <a:latin typeface="Arial"/>
                <a:ea typeface="Arial"/>
                <a:cs typeface="Arial"/>
                <a:sym typeface="Arial"/>
              </a:rPr>
              <a:t> Notice : Images need to be sent to back manually. Logos need to be placed on top of the images.</a:t>
            </a:r>
            <a:endParaRPr sz="1400" b="0" i="0" u="none" strike="noStrike" cap="none">
              <a:solidFill>
                <a:srgbClr val="000000"/>
              </a:solidFill>
              <a:latin typeface="Poppins Light"/>
              <a:ea typeface="Poppins Light"/>
              <a:cs typeface="Poppins Light"/>
              <a:sym typeface="Poppins Light"/>
            </a:endParaRPr>
          </a:p>
        </p:txBody>
      </p:sp>
      <p:grpSp>
        <p:nvGrpSpPr>
          <p:cNvPr id="181" name="Google Shape;181;p60"/>
          <p:cNvGrpSpPr/>
          <p:nvPr/>
        </p:nvGrpSpPr>
        <p:grpSpPr>
          <a:xfrm>
            <a:off x="7571555" y="109066"/>
            <a:ext cx="1395087" cy="441585"/>
            <a:chOff x="5991694" y="1720305"/>
            <a:chExt cx="1929047" cy="618207"/>
          </a:xfrm>
        </p:grpSpPr>
        <p:sp>
          <p:nvSpPr>
            <p:cNvPr id="182" name="Google Shape;182;p60"/>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60"/>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60"/>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60"/>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60"/>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60"/>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60"/>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60"/>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60"/>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60"/>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60"/>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60"/>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60"/>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with Image_B">
  <p:cSld name="Section Header with Image_B">
    <p:bg>
      <p:bgPr>
        <a:solidFill>
          <a:schemeClr val="accent1"/>
        </a:solidFill>
        <a:effectLst/>
      </p:bgPr>
    </p:bg>
    <p:spTree>
      <p:nvGrpSpPr>
        <p:cNvPr id="1" name="Shape 195"/>
        <p:cNvGrpSpPr/>
        <p:nvPr/>
      </p:nvGrpSpPr>
      <p:grpSpPr>
        <a:xfrm>
          <a:off x="0" y="0"/>
          <a:ext cx="0" cy="0"/>
          <a:chOff x="0" y="0"/>
          <a:chExt cx="0" cy="0"/>
        </a:xfrm>
      </p:grpSpPr>
      <p:sp>
        <p:nvSpPr>
          <p:cNvPr id="196" name="Google Shape;196;p61"/>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197" name="Google Shape;197;p61"/>
          <p:cNvSpPr/>
          <p:nvPr/>
        </p:nvSpPr>
        <p:spPr>
          <a:xfrm>
            <a:off x="0" y="737700"/>
            <a:ext cx="7431900" cy="3668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198" name="Google Shape;198;p61"/>
          <p:cNvSpPr>
            <a:spLocks noGrp="1"/>
          </p:cNvSpPr>
          <p:nvPr>
            <p:ph type="pic" idx="2"/>
          </p:nvPr>
        </p:nvSpPr>
        <p:spPr>
          <a:xfrm>
            <a:off x="0" y="1208700"/>
            <a:ext cx="4846800" cy="2726100"/>
          </a:xfrm>
          <a:prstGeom prst="rect">
            <a:avLst/>
          </a:prstGeom>
          <a:noFill/>
          <a:ln>
            <a:noFill/>
          </a:ln>
        </p:spPr>
      </p:sp>
      <p:sp>
        <p:nvSpPr>
          <p:cNvPr id="199" name="Google Shape;199;p61"/>
          <p:cNvSpPr txBox="1">
            <a:spLocks noGrp="1"/>
          </p:cNvSpPr>
          <p:nvPr>
            <p:ph type="ctrTitle"/>
          </p:nvPr>
        </p:nvSpPr>
        <p:spPr>
          <a:xfrm>
            <a:off x="5338354" y="2995749"/>
            <a:ext cx="1689600" cy="93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600"/>
              <a:buFont typeface="Roboto Medium"/>
              <a:buNone/>
              <a:defRPr sz="1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00" name="Google Shape;200;p61"/>
          <p:cNvPicPr preferRelativeResize="0"/>
          <p:nvPr/>
        </p:nvPicPr>
        <p:blipFill rotWithShape="1">
          <a:blip r:embed="rId2">
            <a:alphaModFix/>
          </a:blip>
          <a:srcRect/>
          <a:stretch/>
        </p:blipFill>
        <p:spPr>
          <a:xfrm>
            <a:off x="7779464" y="4728124"/>
            <a:ext cx="896225" cy="148675"/>
          </a:xfrm>
          <a:prstGeom prst="rect">
            <a:avLst/>
          </a:prstGeom>
          <a:noFill/>
          <a:ln>
            <a:noFill/>
          </a:ln>
        </p:spPr>
      </p:pic>
      <p:sp>
        <p:nvSpPr>
          <p:cNvPr id="201" name="Google Shape;201;p61"/>
          <p:cNvSpPr txBox="1">
            <a:spLocks noGrp="1"/>
          </p:cNvSpPr>
          <p:nvPr>
            <p:ph type="subTitle" idx="1"/>
          </p:nvPr>
        </p:nvSpPr>
        <p:spPr>
          <a:xfrm>
            <a:off x="5338350" y="1428075"/>
            <a:ext cx="1689600" cy="1143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4000"/>
              <a:buFont typeface="Roboto"/>
              <a:buNone/>
              <a:defRPr sz="4000">
                <a:solidFill>
                  <a:schemeClr val="lt1"/>
                </a:solidFill>
                <a:latin typeface="Roboto"/>
                <a:ea typeface="Roboto"/>
                <a:cs typeface="Roboto"/>
                <a:sym typeface="Roboto"/>
              </a:defRPr>
            </a:lvl1pPr>
            <a:lvl2pPr lvl="1"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2pPr>
            <a:lvl3pPr lvl="2"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3pPr>
            <a:lvl4pPr lvl="3"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4pPr>
            <a:lvl5pPr lvl="4"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5pPr>
            <a:lvl6pPr lvl="5"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6pPr>
            <a:lvl7pPr lvl="6"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7pPr>
            <a:lvl8pPr lvl="7"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8pPr>
            <a:lvl9pPr lvl="8"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2"/>
        <p:cNvGrpSpPr/>
        <p:nvPr/>
      </p:nvGrpSpPr>
      <p:grpSpPr>
        <a:xfrm>
          <a:off x="0" y="0"/>
          <a:ext cx="0" cy="0"/>
          <a:chOff x="0" y="0"/>
          <a:chExt cx="0" cy="0"/>
        </a:xfrm>
      </p:grpSpPr>
      <p:sp>
        <p:nvSpPr>
          <p:cNvPr id="203" name="Google Shape;203;p62"/>
          <p:cNvSpPr txBox="1">
            <a:spLocks noGrp="1"/>
          </p:cNvSpPr>
          <p:nvPr>
            <p:ph type="body" idx="1"/>
          </p:nvPr>
        </p:nvSpPr>
        <p:spPr>
          <a:xfrm>
            <a:off x="468313" y="1680589"/>
            <a:ext cx="8207400" cy="2943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204" name="Google Shape;204;p62"/>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205" name="Google Shape;205;p62"/>
          <p:cNvSpPr txBox="1">
            <a:spLocks noGrp="1"/>
          </p:cNvSpPr>
          <p:nvPr>
            <p:ph type="subTitle" idx="2"/>
          </p:nvPr>
        </p:nvSpPr>
        <p:spPr>
          <a:xfrm>
            <a:off x="468312" y="807113"/>
            <a:ext cx="60702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Medium"/>
              <a:buNone/>
              <a:defRPr sz="1600">
                <a:latin typeface="Roboto Medium"/>
                <a:ea typeface="Roboto Medium"/>
                <a:cs typeface="Roboto Medium"/>
                <a:sym typeface="Roboto Medium"/>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6" name="Google Shape;206;p62"/>
          <p:cNvSpPr txBox="1">
            <a:spLocks noGrp="1"/>
          </p:cNvSpPr>
          <p:nvPr>
            <p:ph type="title"/>
          </p:nvPr>
        </p:nvSpPr>
        <p:spPr>
          <a:xfrm>
            <a:off x="468314" y="366713"/>
            <a:ext cx="82074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Image">
  <p:cSld name="Content with Image">
    <p:bg>
      <p:bgPr>
        <a:solidFill>
          <a:schemeClr val="lt1"/>
        </a:solidFill>
        <a:effectLst/>
      </p:bgPr>
    </p:bg>
    <p:spTree>
      <p:nvGrpSpPr>
        <p:cNvPr id="1" name="Shape 207"/>
        <p:cNvGrpSpPr/>
        <p:nvPr/>
      </p:nvGrpSpPr>
      <p:grpSpPr>
        <a:xfrm>
          <a:off x="0" y="0"/>
          <a:ext cx="0" cy="0"/>
          <a:chOff x="0" y="0"/>
          <a:chExt cx="0" cy="0"/>
        </a:xfrm>
      </p:grpSpPr>
      <p:sp>
        <p:nvSpPr>
          <p:cNvPr id="208" name="Google Shape;208;p63"/>
          <p:cNvSpPr>
            <a:spLocks noGrp="1"/>
          </p:cNvSpPr>
          <p:nvPr>
            <p:ph type="pic" idx="2"/>
          </p:nvPr>
        </p:nvSpPr>
        <p:spPr>
          <a:xfrm>
            <a:off x="0" y="1"/>
            <a:ext cx="9144000" cy="5143500"/>
          </a:xfrm>
          <a:prstGeom prst="rect">
            <a:avLst/>
          </a:prstGeom>
          <a:solidFill>
            <a:schemeClr val="accent3"/>
          </a:solidFill>
          <a:ln>
            <a:noFill/>
          </a:ln>
        </p:spPr>
      </p:sp>
      <p:sp>
        <p:nvSpPr>
          <p:cNvPr id="209" name="Google Shape;209;p63"/>
          <p:cNvSpPr/>
          <p:nvPr/>
        </p:nvSpPr>
        <p:spPr>
          <a:xfrm>
            <a:off x="0" y="0"/>
            <a:ext cx="6896700" cy="3712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Light"/>
              <a:ea typeface="Roboto Light"/>
              <a:cs typeface="Roboto Light"/>
              <a:sym typeface="Roboto Light"/>
            </a:endParaRPr>
          </a:p>
        </p:txBody>
      </p:sp>
      <p:sp>
        <p:nvSpPr>
          <p:cNvPr id="210" name="Google Shape;210;p63"/>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pic>
        <p:nvPicPr>
          <p:cNvPr id="211" name="Google Shape;211;p63"/>
          <p:cNvPicPr preferRelativeResize="0"/>
          <p:nvPr/>
        </p:nvPicPr>
        <p:blipFill rotWithShape="1">
          <a:blip r:embed="rId2">
            <a:alphaModFix/>
          </a:blip>
          <a:srcRect/>
          <a:stretch/>
        </p:blipFill>
        <p:spPr>
          <a:xfrm>
            <a:off x="7779464" y="4728124"/>
            <a:ext cx="896225" cy="148675"/>
          </a:xfrm>
          <a:prstGeom prst="rect">
            <a:avLst/>
          </a:prstGeom>
          <a:noFill/>
          <a:ln>
            <a:noFill/>
          </a:ln>
        </p:spPr>
      </p:pic>
      <p:sp>
        <p:nvSpPr>
          <p:cNvPr id="212" name="Google Shape;212;p63"/>
          <p:cNvSpPr txBox="1">
            <a:spLocks noGrp="1"/>
          </p:cNvSpPr>
          <p:nvPr>
            <p:ph type="body" idx="1"/>
          </p:nvPr>
        </p:nvSpPr>
        <p:spPr>
          <a:xfrm>
            <a:off x="468315" y="1558650"/>
            <a:ext cx="2605200" cy="1741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100"/>
              <a:buNone/>
              <a:defRPr sz="1100">
                <a:solidFill>
                  <a:schemeClr val="dk1"/>
                </a:solidFill>
              </a:defRPr>
            </a:lvl1pPr>
            <a:lvl2pPr marL="914400" lvl="1" indent="-298450" algn="l">
              <a:lnSpc>
                <a:spcPct val="100000"/>
              </a:lnSpc>
              <a:spcBef>
                <a:spcPts val="600"/>
              </a:spcBef>
              <a:spcAft>
                <a:spcPts val="0"/>
              </a:spcAft>
              <a:buClr>
                <a:schemeClr val="dk1"/>
              </a:buClr>
              <a:buSzPts val="1100"/>
              <a:buChar char="•"/>
              <a:defRPr sz="1100">
                <a:solidFill>
                  <a:schemeClr val="dk1"/>
                </a:solidFill>
              </a:defRPr>
            </a:lvl2pPr>
            <a:lvl3pPr marL="1371600" lvl="2" indent="-298450" algn="l">
              <a:lnSpc>
                <a:spcPct val="100000"/>
              </a:lnSpc>
              <a:spcBef>
                <a:spcPts val="600"/>
              </a:spcBef>
              <a:spcAft>
                <a:spcPts val="0"/>
              </a:spcAft>
              <a:buClr>
                <a:schemeClr val="dk1"/>
              </a:buClr>
              <a:buSzPts val="1100"/>
              <a:buChar char="•"/>
              <a:defRPr sz="1100">
                <a:solidFill>
                  <a:schemeClr val="dk1"/>
                </a:solidFill>
              </a:defRPr>
            </a:lvl3pPr>
            <a:lvl4pPr marL="1828800" lvl="3" indent="-298450" algn="l">
              <a:lnSpc>
                <a:spcPct val="100000"/>
              </a:lnSpc>
              <a:spcBef>
                <a:spcPts val="600"/>
              </a:spcBef>
              <a:spcAft>
                <a:spcPts val="0"/>
              </a:spcAft>
              <a:buClr>
                <a:schemeClr val="dk1"/>
              </a:buClr>
              <a:buSzPts val="1100"/>
              <a:buChar char="•"/>
              <a:defRPr sz="1100">
                <a:solidFill>
                  <a:schemeClr val="dk1"/>
                </a:solidFill>
              </a:defRPr>
            </a:lvl4pPr>
            <a:lvl5pPr marL="2286000" lvl="4" indent="-298450" algn="l">
              <a:lnSpc>
                <a:spcPct val="100000"/>
              </a:lnSpc>
              <a:spcBef>
                <a:spcPts val="600"/>
              </a:spcBef>
              <a:spcAft>
                <a:spcPts val="0"/>
              </a:spcAft>
              <a:buClr>
                <a:schemeClr val="dk1"/>
              </a:buClr>
              <a:buSzPts val="1100"/>
              <a:buChar char="•"/>
              <a:defRPr sz="1100">
                <a:solidFill>
                  <a:schemeClr val="dk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sp>
        <p:nvSpPr>
          <p:cNvPr id="213" name="Google Shape;213;p63"/>
          <p:cNvSpPr txBox="1">
            <a:spLocks noGrp="1"/>
          </p:cNvSpPr>
          <p:nvPr>
            <p:ph type="body" idx="3"/>
          </p:nvPr>
        </p:nvSpPr>
        <p:spPr>
          <a:xfrm>
            <a:off x="3307800" y="1558650"/>
            <a:ext cx="2605200" cy="1741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100"/>
              <a:buNone/>
              <a:defRPr sz="1100">
                <a:solidFill>
                  <a:schemeClr val="dk1"/>
                </a:solidFill>
              </a:defRPr>
            </a:lvl1pPr>
            <a:lvl2pPr marL="914400" lvl="1" indent="-298450" algn="l">
              <a:lnSpc>
                <a:spcPct val="100000"/>
              </a:lnSpc>
              <a:spcBef>
                <a:spcPts val="600"/>
              </a:spcBef>
              <a:spcAft>
                <a:spcPts val="0"/>
              </a:spcAft>
              <a:buClr>
                <a:schemeClr val="dk1"/>
              </a:buClr>
              <a:buSzPts val="1100"/>
              <a:buChar char="•"/>
              <a:defRPr sz="1100">
                <a:solidFill>
                  <a:schemeClr val="dk1"/>
                </a:solidFill>
              </a:defRPr>
            </a:lvl2pPr>
            <a:lvl3pPr marL="1371600" lvl="2" indent="-298450" algn="l">
              <a:lnSpc>
                <a:spcPct val="100000"/>
              </a:lnSpc>
              <a:spcBef>
                <a:spcPts val="600"/>
              </a:spcBef>
              <a:spcAft>
                <a:spcPts val="0"/>
              </a:spcAft>
              <a:buClr>
                <a:schemeClr val="dk1"/>
              </a:buClr>
              <a:buSzPts val="1100"/>
              <a:buChar char="•"/>
              <a:defRPr sz="1100">
                <a:solidFill>
                  <a:schemeClr val="dk1"/>
                </a:solidFill>
              </a:defRPr>
            </a:lvl3pPr>
            <a:lvl4pPr marL="1828800" lvl="3" indent="-298450" algn="l">
              <a:lnSpc>
                <a:spcPct val="100000"/>
              </a:lnSpc>
              <a:spcBef>
                <a:spcPts val="600"/>
              </a:spcBef>
              <a:spcAft>
                <a:spcPts val="0"/>
              </a:spcAft>
              <a:buClr>
                <a:schemeClr val="dk1"/>
              </a:buClr>
              <a:buSzPts val="1100"/>
              <a:buChar char="•"/>
              <a:defRPr sz="1100">
                <a:solidFill>
                  <a:schemeClr val="dk1"/>
                </a:solidFill>
              </a:defRPr>
            </a:lvl4pPr>
            <a:lvl5pPr marL="2286000" lvl="4" indent="-298450" algn="l">
              <a:lnSpc>
                <a:spcPct val="100000"/>
              </a:lnSpc>
              <a:spcBef>
                <a:spcPts val="600"/>
              </a:spcBef>
              <a:spcAft>
                <a:spcPts val="0"/>
              </a:spcAft>
              <a:buClr>
                <a:schemeClr val="dk1"/>
              </a:buClr>
              <a:buSzPts val="1100"/>
              <a:buChar char="•"/>
              <a:defRPr sz="1100">
                <a:solidFill>
                  <a:schemeClr val="dk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sp>
        <p:nvSpPr>
          <p:cNvPr id="214" name="Google Shape;214;p63"/>
          <p:cNvSpPr txBox="1">
            <a:spLocks noGrp="1"/>
          </p:cNvSpPr>
          <p:nvPr>
            <p:ph type="subTitle" idx="4"/>
          </p:nvPr>
        </p:nvSpPr>
        <p:spPr>
          <a:xfrm>
            <a:off x="468311" y="883313"/>
            <a:ext cx="54447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Font typeface="Roboto SemiBold"/>
              <a:buNone/>
              <a:defRPr sz="2000">
                <a:latin typeface="Roboto SemiBold"/>
                <a:ea typeface="Roboto SemiBold"/>
                <a:cs typeface="Roboto SemiBold"/>
                <a:sym typeface="Roboto SemiBold"/>
              </a:defRPr>
            </a:lvl2pPr>
            <a:lvl3pPr lvl="2" algn="ctr">
              <a:lnSpc>
                <a:spcPct val="100000"/>
              </a:lnSpc>
              <a:spcBef>
                <a:spcPts val="600"/>
              </a:spcBef>
              <a:spcAft>
                <a:spcPts val="0"/>
              </a:spcAft>
              <a:buClr>
                <a:schemeClr val="dk1"/>
              </a:buClr>
              <a:buSzPts val="1800"/>
              <a:buFont typeface="Roboto SemiBold"/>
              <a:buNone/>
              <a:defRPr sz="1800">
                <a:latin typeface="Roboto SemiBold"/>
                <a:ea typeface="Roboto SemiBold"/>
                <a:cs typeface="Roboto SemiBold"/>
                <a:sym typeface="Roboto SemiBold"/>
              </a:defRPr>
            </a:lvl3pPr>
            <a:lvl4pPr lvl="3" algn="ctr">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4pPr>
            <a:lvl5pPr lvl="4" algn="ctr">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5pPr>
            <a:lvl6pPr lvl="5"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6pPr>
            <a:lvl7pPr lvl="6"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7pPr>
            <a:lvl8pPr lvl="7"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8pPr>
            <a:lvl9pPr lvl="8"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9pPr>
          </a:lstStyle>
          <a:p>
            <a:endParaRPr/>
          </a:p>
        </p:txBody>
      </p:sp>
      <p:sp>
        <p:nvSpPr>
          <p:cNvPr id="215" name="Google Shape;215;p63"/>
          <p:cNvSpPr txBox="1">
            <a:spLocks noGrp="1"/>
          </p:cNvSpPr>
          <p:nvPr>
            <p:ph type="title"/>
          </p:nvPr>
        </p:nvSpPr>
        <p:spPr>
          <a:xfrm>
            <a:off x="468314" y="519113"/>
            <a:ext cx="54447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216" name="Google Shape;216;p63"/>
          <p:cNvGrpSpPr/>
          <p:nvPr/>
        </p:nvGrpSpPr>
        <p:grpSpPr>
          <a:xfrm>
            <a:off x="7571555" y="109066"/>
            <a:ext cx="1395087" cy="441585"/>
            <a:chOff x="5991694" y="1720305"/>
            <a:chExt cx="1929047" cy="618207"/>
          </a:xfrm>
        </p:grpSpPr>
        <p:sp>
          <p:nvSpPr>
            <p:cNvPr id="217" name="Google Shape;217;p63"/>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63"/>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63"/>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63"/>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63"/>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63"/>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63"/>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63"/>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63"/>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63"/>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63"/>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63"/>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63"/>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3x Image_B">
  <p:cSld name="Content with 3x Image_B">
    <p:spTree>
      <p:nvGrpSpPr>
        <p:cNvPr id="1" name="Shape 230"/>
        <p:cNvGrpSpPr/>
        <p:nvPr/>
      </p:nvGrpSpPr>
      <p:grpSpPr>
        <a:xfrm>
          <a:off x="0" y="0"/>
          <a:ext cx="0" cy="0"/>
          <a:chOff x="0" y="0"/>
          <a:chExt cx="0" cy="0"/>
        </a:xfrm>
      </p:grpSpPr>
      <p:sp>
        <p:nvSpPr>
          <p:cNvPr id="231" name="Google Shape;231;p64"/>
          <p:cNvSpPr>
            <a:spLocks noGrp="1"/>
          </p:cNvSpPr>
          <p:nvPr>
            <p:ph type="pic" idx="2"/>
          </p:nvPr>
        </p:nvSpPr>
        <p:spPr>
          <a:xfrm>
            <a:off x="5906023" y="807113"/>
            <a:ext cx="3028200" cy="2052600"/>
          </a:xfrm>
          <a:prstGeom prst="rect">
            <a:avLst/>
          </a:prstGeom>
          <a:noFill/>
          <a:ln>
            <a:noFill/>
          </a:ln>
        </p:spPr>
      </p:sp>
      <p:sp>
        <p:nvSpPr>
          <p:cNvPr id="232" name="Google Shape;232;p64"/>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233" name="Google Shape;233;p64"/>
          <p:cNvSpPr txBox="1">
            <a:spLocks noGrp="1"/>
          </p:cNvSpPr>
          <p:nvPr>
            <p:ph type="body" idx="1"/>
          </p:nvPr>
        </p:nvSpPr>
        <p:spPr>
          <a:xfrm>
            <a:off x="468315" y="1558649"/>
            <a:ext cx="3236400" cy="3065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234" name="Google Shape;234;p64"/>
          <p:cNvSpPr txBox="1">
            <a:spLocks noGrp="1"/>
          </p:cNvSpPr>
          <p:nvPr>
            <p:ph type="subTitle" idx="3"/>
          </p:nvPr>
        </p:nvSpPr>
        <p:spPr>
          <a:xfrm>
            <a:off x="468312" y="807113"/>
            <a:ext cx="32364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Font typeface="Roboto SemiBold"/>
              <a:buNone/>
              <a:defRPr sz="2000">
                <a:latin typeface="Roboto SemiBold"/>
                <a:ea typeface="Roboto SemiBold"/>
                <a:cs typeface="Roboto SemiBold"/>
                <a:sym typeface="Roboto SemiBold"/>
              </a:defRPr>
            </a:lvl2pPr>
            <a:lvl3pPr lvl="2" algn="ctr">
              <a:lnSpc>
                <a:spcPct val="100000"/>
              </a:lnSpc>
              <a:spcBef>
                <a:spcPts val="600"/>
              </a:spcBef>
              <a:spcAft>
                <a:spcPts val="0"/>
              </a:spcAft>
              <a:buClr>
                <a:schemeClr val="dk1"/>
              </a:buClr>
              <a:buSzPts val="1800"/>
              <a:buFont typeface="Roboto SemiBold"/>
              <a:buNone/>
              <a:defRPr sz="1800">
                <a:latin typeface="Roboto SemiBold"/>
                <a:ea typeface="Roboto SemiBold"/>
                <a:cs typeface="Roboto SemiBold"/>
                <a:sym typeface="Roboto SemiBold"/>
              </a:defRPr>
            </a:lvl3pPr>
            <a:lvl4pPr lvl="3" algn="ctr">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4pPr>
            <a:lvl5pPr lvl="4" algn="ctr">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5pPr>
            <a:lvl6pPr lvl="5"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6pPr>
            <a:lvl7pPr lvl="6"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7pPr>
            <a:lvl8pPr lvl="7"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8pPr>
            <a:lvl9pPr lvl="8"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9pPr>
          </a:lstStyle>
          <a:p>
            <a:endParaRPr/>
          </a:p>
        </p:txBody>
      </p:sp>
      <p:sp>
        <p:nvSpPr>
          <p:cNvPr id="235" name="Google Shape;235;p64"/>
          <p:cNvSpPr txBox="1">
            <a:spLocks noGrp="1"/>
          </p:cNvSpPr>
          <p:nvPr>
            <p:ph type="title"/>
          </p:nvPr>
        </p:nvSpPr>
        <p:spPr>
          <a:xfrm>
            <a:off x="468332" y="519125"/>
            <a:ext cx="51723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4"/>
          <p:cNvSpPr>
            <a:spLocks noGrp="1"/>
          </p:cNvSpPr>
          <p:nvPr>
            <p:ph type="pic" idx="4"/>
          </p:nvPr>
        </p:nvSpPr>
        <p:spPr>
          <a:xfrm>
            <a:off x="5028624" y="1248724"/>
            <a:ext cx="3028200" cy="2052600"/>
          </a:xfrm>
          <a:prstGeom prst="rect">
            <a:avLst/>
          </a:prstGeom>
          <a:noFill/>
          <a:ln>
            <a:noFill/>
          </a:ln>
        </p:spPr>
      </p:sp>
      <p:sp>
        <p:nvSpPr>
          <p:cNvPr id="237" name="Google Shape;237;p64"/>
          <p:cNvSpPr>
            <a:spLocks noGrp="1"/>
          </p:cNvSpPr>
          <p:nvPr>
            <p:ph type="pic" idx="5"/>
          </p:nvPr>
        </p:nvSpPr>
        <p:spPr>
          <a:xfrm>
            <a:off x="4158412" y="2571750"/>
            <a:ext cx="3028200" cy="20526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with 3x Image_C">
  <p:cSld name="Content with 3x Image_C">
    <p:spTree>
      <p:nvGrpSpPr>
        <p:cNvPr id="1" name="Shape 238"/>
        <p:cNvGrpSpPr/>
        <p:nvPr/>
      </p:nvGrpSpPr>
      <p:grpSpPr>
        <a:xfrm>
          <a:off x="0" y="0"/>
          <a:ext cx="0" cy="0"/>
          <a:chOff x="0" y="0"/>
          <a:chExt cx="0" cy="0"/>
        </a:xfrm>
      </p:grpSpPr>
      <p:sp>
        <p:nvSpPr>
          <p:cNvPr id="239" name="Google Shape;239;p65"/>
          <p:cNvSpPr txBox="1">
            <a:spLocks noGrp="1"/>
          </p:cNvSpPr>
          <p:nvPr>
            <p:ph type="body" idx="1"/>
          </p:nvPr>
        </p:nvSpPr>
        <p:spPr>
          <a:xfrm>
            <a:off x="4708899" y="1954474"/>
            <a:ext cx="3662100" cy="2209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240" name="Google Shape;240;p65"/>
          <p:cNvSpPr>
            <a:spLocks noGrp="1"/>
          </p:cNvSpPr>
          <p:nvPr>
            <p:ph type="pic" idx="2"/>
          </p:nvPr>
        </p:nvSpPr>
        <p:spPr>
          <a:xfrm>
            <a:off x="0" y="0"/>
            <a:ext cx="2914200" cy="5132400"/>
          </a:xfrm>
          <a:prstGeom prst="rect">
            <a:avLst/>
          </a:prstGeom>
          <a:noFill/>
          <a:ln>
            <a:noFill/>
          </a:ln>
        </p:spPr>
      </p:sp>
      <p:sp>
        <p:nvSpPr>
          <p:cNvPr id="241" name="Google Shape;241;p65"/>
          <p:cNvSpPr>
            <a:spLocks noGrp="1"/>
          </p:cNvSpPr>
          <p:nvPr>
            <p:ph type="pic" idx="3"/>
          </p:nvPr>
        </p:nvSpPr>
        <p:spPr>
          <a:xfrm>
            <a:off x="1058500" y="534424"/>
            <a:ext cx="2313600" cy="4075200"/>
          </a:xfrm>
          <a:prstGeom prst="rect">
            <a:avLst/>
          </a:prstGeom>
          <a:noFill/>
          <a:ln>
            <a:noFill/>
          </a:ln>
        </p:spPr>
      </p:sp>
      <p:sp>
        <p:nvSpPr>
          <p:cNvPr id="242" name="Google Shape;242;p65"/>
          <p:cNvSpPr>
            <a:spLocks noGrp="1"/>
          </p:cNvSpPr>
          <p:nvPr>
            <p:ph type="pic" idx="4"/>
          </p:nvPr>
        </p:nvSpPr>
        <p:spPr>
          <a:xfrm>
            <a:off x="2132226" y="979887"/>
            <a:ext cx="1808100" cy="3184200"/>
          </a:xfrm>
          <a:prstGeom prst="rect">
            <a:avLst/>
          </a:prstGeom>
          <a:noFill/>
          <a:ln>
            <a:noFill/>
          </a:ln>
        </p:spPr>
      </p:sp>
      <p:sp>
        <p:nvSpPr>
          <p:cNvPr id="243" name="Google Shape;243;p65"/>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244" name="Google Shape;244;p65"/>
          <p:cNvSpPr txBox="1">
            <a:spLocks noGrp="1"/>
          </p:cNvSpPr>
          <p:nvPr>
            <p:ph type="subTitle" idx="5"/>
          </p:nvPr>
        </p:nvSpPr>
        <p:spPr>
          <a:xfrm>
            <a:off x="4708895" y="1267226"/>
            <a:ext cx="36621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5" name="Google Shape;245;p65"/>
          <p:cNvSpPr txBox="1">
            <a:spLocks noGrp="1"/>
          </p:cNvSpPr>
          <p:nvPr>
            <p:ph type="title"/>
          </p:nvPr>
        </p:nvSpPr>
        <p:spPr>
          <a:xfrm>
            <a:off x="4708900" y="979225"/>
            <a:ext cx="40611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 and Content Half">
  <p:cSld name="Image and Content Half">
    <p:spTree>
      <p:nvGrpSpPr>
        <p:cNvPr id="1" name="Shape 246"/>
        <p:cNvGrpSpPr/>
        <p:nvPr/>
      </p:nvGrpSpPr>
      <p:grpSpPr>
        <a:xfrm>
          <a:off x="0" y="0"/>
          <a:ext cx="0" cy="0"/>
          <a:chOff x="0" y="0"/>
          <a:chExt cx="0" cy="0"/>
        </a:xfrm>
      </p:grpSpPr>
      <p:sp>
        <p:nvSpPr>
          <p:cNvPr id="247" name="Google Shape;247;p66"/>
          <p:cNvSpPr>
            <a:spLocks noGrp="1"/>
          </p:cNvSpPr>
          <p:nvPr>
            <p:ph type="pic" idx="2"/>
          </p:nvPr>
        </p:nvSpPr>
        <p:spPr>
          <a:xfrm>
            <a:off x="0" y="0"/>
            <a:ext cx="4320600" cy="5132400"/>
          </a:xfrm>
          <a:prstGeom prst="rect">
            <a:avLst/>
          </a:prstGeom>
          <a:noFill/>
          <a:ln>
            <a:noFill/>
          </a:ln>
        </p:spPr>
      </p:sp>
      <p:sp>
        <p:nvSpPr>
          <p:cNvPr id="248" name="Google Shape;248;p66"/>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249" name="Google Shape;249;p66"/>
          <p:cNvSpPr txBox="1">
            <a:spLocks noGrp="1"/>
          </p:cNvSpPr>
          <p:nvPr>
            <p:ph type="body" idx="1"/>
          </p:nvPr>
        </p:nvSpPr>
        <p:spPr>
          <a:xfrm>
            <a:off x="4708899" y="1954474"/>
            <a:ext cx="3662100" cy="2209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250" name="Google Shape;250;p66"/>
          <p:cNvSpPr txBox="1">
            <a:spLocks noGrp="1"/>
          </p:cNvSpPr>
          <p:nvPr>
            <p:ph type="subTitle" idx="3"/>
          </p:nvPr>
        </p:nvSpPr>
        <p:spPr>
          <a:xfrm>
            <a:off x="4708895" y="1267226"/>
            <a:ext cx="36621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1" name="Google Shape;251;p66"/>
          <p:cNvSpPr txBox="1">
            <a:spLocks noGrp="1"/>
          </p:cNvSpPr>
          <p:nvPr>
            <p:ph type="title"/>
          </p:nvPr>
        </p:nvSpPr>
        <p:spPr>
          <a:xfrm>
            <a:off x="4708900" y="979225"/>
            <a:ext cx="40611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 Column and Image">
  <p:cSld name="2 Column and Image">
    <p:spTree>
      <p:nvGrpSpPr>
        <p:cNvPr id="1" name="Shape 252"/>
        <p:cNvGrpSpPr/>
        <p:nvPr/>
      </p:nvGrpSpPr>
      <p:grpSpPr>
        <a:xfrm>
          <a:off x="0" y="0"/>
          <a:ext cx="0" cy="0"/>
          <a:chOff x="0" y="0"/>
          <a:chExt cx="0" cy="0"/>
        </a:xfrm>
      </p:grpSpPr>
      <p:sp>
        <p:nvSpPr>
          <p:cNvPr id="253" name="Google Shape;253;p67"/>
          <p:cNvSpPr>
            <a:spLocks noGrp="1"/>
          </p:cNvSpPr>
          <p:nvPr>
            <p:ph type="pic" idx="2"/>
          </p:nvPr>
        </p:nvSpPr>
        <p:spPr>
          <a:xfrm>
            <a:off x="6964600" y="0"/>
            <a:ext cx="2179500" cy="5143500"/>
          </a:xfrm>
          <a:prstGeom prst="rect">
            <a:avLst/>
          </a:prstGeom>
          <a:noFill/>
          <a:ln>
            <a:noFill/>
          </a:ln>
        </p:spPr>
      </p:sp>
      <p:sp>
        <p:nvSpPr>
          <p:cNvPr id="254" name="Google Shape;254;p67"/>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255" name="Google Shape;255;p67"/>
          <p:cNvSpPr txBox="1">
            <a:spLocks noGrp="1"/>
          </p:cNvSpPr>
          <p:nvPr>
            <p:ph type="body" idx="1"/>
          </p:nvPr>
        </p:nvSpPr>
        <p:spPr>
          <a:xfrm>
            <a:off x="468315" y="1558650"/>
            <a:ext cx="2896500" cy="3065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256" name="Google Shape;256;p67"/>
          <p:cNvSpPr txBox="1">
            <a:spLocks noGrp="1"/>
          </p:cNvSpPr>
          <p:nvPr>
            <p:ph type="body" idx="3"/>
          </p:nvPr>
        </p:nvSpPr>
        <p:spPr>
          <a:xfrm>
            <a:off x="3704735" y="1558650"/>
            <a:ext cx="2896500" cy="3065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257" name="Google Shape;257;p67"/>
          <p:cNvSpPr txBox="1">
            <a:spLocks noGrp="1"/>
          </p:cNvSpPr>
          <p:nvPr>
            <p:ph type="subTitle" idx="4"/>
          </p:nvPr>
        </p:nvSpPr>
        <p:spPr>
          <a:xfrm>
            <a:off x="468311" y="807113"/>
            <a:ext cx="61329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8" name="Google Shape;258;p67"/>
          <p:cNvSpPr txBox="1">
            <a:spLocks noGrp="1"/>
          </p:cNvSpPr>
          <p:nvPr>
            <p:ph type="title"/>
          </p:nvPr>
        </p:nvSpPr>
        <p:spPr>
          <a:xfrm>
            <a:off x="468313" y="519113"/>
            <a:ext cx="61329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59" name="Google Shape;259;p67"/>
          <p:cNvPicPr preferRelativeResize="0"/>
          <p:nvPr/>
        </p:nvPicPr>
        <p:blipFill rotWithShape="1">
          <a:blip r:embed="rId2">
            <a:alphaModFix/>
          </a:blip>
          <a:srcRect/>
          <a:stretch/>
        </p:blipFill>
        <p:spPr>
          <a:xfrm>
            <a:off x="7779464" y="4728124"/>
            <a:ext cx="896225" cy="148675"/>
          </a:xfrm>
          <a:prstGeom prst="rect">
            <a:avLst/>
          </a:prstGeom>
          <a:noFill/>
          <a:ln>
            <a:noFill/>
          </a:ln>
        </p:spPr>
      </p:pic>
      <p:grpSp>
        <p:nvGrpSpPr>
          <p:cNvPr id="260" name="Google Shape;260;p67"/>
          <p:cNvGrpSpPr/>
          <p:nvPr/>
        </p:nvGrpSpPr>
        <p:grpSpPr>
          <a:xfrm>
            <a:off x="7571555" y="109066"/>
            <a:ext cx="1395087" cy="441585"/>
            <a:chOff x="5991694" y="1720305"/>
            <a:chExt cx="1929047" cy="618207"/>
          </a:xfrm>
        </p:grpSpPr>
        <p:sp>
          <p:nvSpPr>
            <p:cNvPr id="261" name="Google Shape;261;p67"/>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67"/>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67"/>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67"/>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67"/>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67"/>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67"/>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67"/>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67"/>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67"/>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67"/>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67"/>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67"/>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Third Content">
  <p:cSld name="One-Third Content">
    <p:spTree>
      <p:nvGrpSpPr>
        <p:cNvPr id="1" name="Shape 274"/>
        <p:cNvGrpSpPr/>
        <p:nvPr/>
      </p:nvGrpSpPr>
      <p:grpSpPr>
        <a:xfrm>
          <a:off x="0" y="0"/>
          <a:ext cx="0" cy="0"/>
          <a:chOff x="0" y="0"/>
          <a:chExt cx="0" cy="0"/>
        </a:xfrm>
      </p:grpSpPr>
      <p:sp>
        <p:nvSpPr>
          <p:cNvPr id="275" name="Google Shape;275;p68"/>
          <p:cNvSpPr/>
          <p:nvPr/>
        </p:nvSpPr>
        <p:spPr>
          <a:xfrm>
            <a:off x="0" y="-4175"/>
            <a:ext cx="3483000" cy="5143500"/>
          </a:xfrm>
          <a:prstGeom prst="rect">
            <a:avLst/>
          </a:prstGeom>
          <a:solidFill>
            <a:srgbClr val="5495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276" name="Google Shape;276;p68"/>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277" name="Google Shape;277;p68"/>
          <p:cNvSpPr txBox="1">
            <a:spLocks noGrp="1"/>
          </p:cNvSpPr>
          <p:nvPr>
            <p:ph type="body" idx="1"/>
          </p:nvPr>
        </p:nvSpPr>
        <p:spPr>
          <a:xfrm>
            <a:off x="3951315" y="1558649"/>
            <a:ext cx="4724400" cy="2612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278" name="Google Shape;278;p68"/>
          <p:cNvSpPr txBox="1">
            <a:spLocks noGrp="1"/>
          </p:cNvSpPr>
          <p:nvPr>
            <p:ph type="subTitle" idx="2"/>
          </p:nvPr>
        </p:nvSpPr>
        <p:spPr>
          <a:xfrm>
            <a:off x="468312" y="2452848"/>
            <a:ext cx="2553600" cy="441600"/>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600"/>
              <a:buFont typeface="Roboto SemiBold"/>
              <a:buNone/>
              <a:defRPr sz="1600">
                <a:solidFill>
                  <a:schemeClr val="lt1"/>
                </a:solidFill>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9" name="Google Shape;279;p68"/>
          <p:cNvSpPr txBox="1">
            <a:spLocks noGrp="1"/>
          </p:cNvSpPr>
          <p:nvPr>
            <p:ph type="title"/>
          </p:nvPr>
        </p:nvSpPr>
        <p:spPr>
          <a:xfrm>
            <a:off x="468315" y="1555248"/>
            <a:ext cx="2553600" cy="2880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1600"/>
              <a:buFont typeface="Roboto Medium"/>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x Column and Table">
  <p:cSld name="3x Column and Table">
    <p:spTree>
      <p:nvGrpSpPr>
        <p:cNvPr id="1" name="Shape 280"/>
        <p:cNvGrpSpPr/>
        <p:nvPr/>
      </p:nvGrpSpPr>
      <p:grpSpPr>
        <a:xfrm>
          <a:off x="0" y="0"/>
          <a:ext cx="0" cy="0"/>
          <a:chOff x="0" y="0"/>
          <a:chExt cx="0" cy="0"/>
        </a:xfrm>
      </p:grpSpPr>
      <p:sp>
        <p:nvSpPr>
          <p:cNvPr id="281" name="Google Shape;281;p69"/>
          <p:cNvSpPr/>
          <p:nvPr/>
        </p:nvSpPr>
        <p:spPr>
          <a:xfrm>
            <a:off x="0" y="2615774"/>
            <a:ext cx="9144000" cy="2527800"/>
          </a:xfrm>
          <a:prstGeom prst="rect">
            <a:avLst/>
          </a:prstGeom>
          <a:solidFill>
            <a:srgbClr val="5495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282" name="Google Shape;282;p69"/>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pic>
        <p:nvPicPr>
          <p:cNvPr id="283" name="Google Shape;283;p69"/>
          <p:cNvPicPr preferRelativeResize="0"/>
          <p:nvPr/>
        </p:nvPicPr>
        <p:blipFill rotWithShape="1">
          <a:blip r:embed="rId2">
            <a:alphaModFix/>
          </a:blip>
          <a:srcRect/>
          <a:stretch/>
        </p:blipFill>
        <p:spPr>
          <a:xfrm>
            <a:off x="7779464" y="4728124"/>
            <a:ext cx="896225" cy="148675"/>
          </a:xfrm>
          <a:prstGeom prst="rect">
            <a:avLst/>
          </a:prstGeom>
          <a:noFill/>
          <a:ln>
            <a:noFill/>
          </a:ln>
        </p:spPr>
      </p:pic>
      <p:cxnSp>
        <p:nvCxnSpPr>
          <p:cNvPr id="284" name="Google Shape;284;p69"/>
          <p:cNvCxnSpPr/>
          <p:nvPr/>
        </p:nvCxnSpPr>
        <p:spPr>
          <a:xfrm rot="10800000">
            <a:off x="5879874" y="1361275"/>
            <a:ext cx="0" cy="677400"/>
          </a:xfrm>
          <a:prstGeom prst="straightConnector1">
            <a:avLst/>
          </a:prstGeom>
          <a:noFill/>
          <a:ln w="9525" cap="flat" cmpd="sng">
            <a:solidFill>
              <a:schemeClr val="accent1"/>
            </a:solidFill>
            <a:prstDash val="solid"/>
            <a:round/>
            <a:headEnd type="none" w="sm" len="sm"/>
            <a:tailEnd type="none" w="sm" len="sm"/>
          </a:ln>
        </p:spPr>
      </p:cxnSp>
      <p:sp>
        <p:nvSpPr>
          <p:cNvPr id="285" name="Google Shape;285;p69"/>
          <p:cNvSpPr txBox="1">
            <a:spLocks noGrp="1"/>
          </p:cNvSpPr>
          <p:nvPr>
            <p:ph type="body" idx="1"/>
          </p:nvPr>
        </p:nvSpPr>
        <p:spPr>
          <a:xfrm>
            <a:off x="468365" y="1372751"/>
            <a:ext cx="2605200" cy="677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100"/>
              <a:buNone/>
              <a:defRPr sz="1100">
                <a:solidFill>
                  <a:schemeClr val="dk1"/>
                </a:solidFill>
              </a:defRPr>
            </a:lvl1pPr>
            <a:lvl2pPr marL="914400" lvl="1" indent="-298450" algn="l">
              <a:lnSpc>
                <a:spcPct val="100000"/>
              </a:lnSpc>
              <a:spcBef>
                <a:spcPts val="600"/>
              </a:spcBef>
              <a:spcAft>
                <a:spcPts val="0"/>
              </a:spcAft>
              <a:buClr>
                <a:schemeClr val="dk1"/>
              </a:buClr>
              <a:buSzPts val="1100"/>
              <a:buChar char="•"/>
              <a:defRPr sz="1100">
                <a:solidFill>
                  <a:schemeClr val="dk1"/>
                </a:solidFill>
              </a:defRPr>
            </a:lvl2pPr>
            <a:lvl3pPr marL="1371600" lvl="2" indent="-298450" algn="l">
              <a:lnSpc>
                <a:spcPct val="100000"/>
              </a:lnSpc>
              <a:spcBef>
                <a:spcPts val="600"/>
              </a:spcBef>
              <a:spcAft>
                <a:spcPts val="0"/>
              </a:spcAft>
              <a:buClr>
                <a:schemeClr val="dk1"/>
              </a:buClr>
              <a:buSzPts val="1100"/>
              <a:buChar char="•"/>
              <a:defRPr sz="1100">
                <a:solidFill>
                  <a:schemeClr val="dk1"/>
                </a:solidFill>
              </a:defRPr>
            </a:lvl3pPr>
            <a:lvl4pPr marL="1828800" lvl="3" indent="-298450" algn="l">
              <a:lnSpc>
                <a:spcPct val="100000"/>
              </a:lnSpc>
              <a:spcBef>
                <a:spcPts val="600"/>
              </a:spcBef>
              <a:spcAft>
                <a:spcPts val="0"/>
              </a:spcAft>
              <a:buClr>
                <a:schemeClr val="dk1"/>
              </a:buClr>
              <a:buSzPts val="1100"/>
              <a:buChar char="•"/>
              <a:defRPr sz="1100">
                <a:solidFill>
                  <a:schemeClr val="dk1"/>
                </a:solidFill>
              </a:defRPr>
            </a:lvl4pPr>
            <a:lvl5pPr marL="2286000" lvl="4" indent="-298450" algn="l">
              <a:lnSpc>
                <a:spcPct val="100000"/>
              </a:lnSpc>
              <a:spcBef>
                <a:spcPts val="600"/>
              </a:spcBef>
              <a:spcAft>
                <a:spcPts val="0"/>
              </a:spcAft>
              <a:buClr>
                <a:schemeClr val="dk1"/>
              </a:buClr>
              <a:buSzPts val="1100"/>
              <a:buChar char="•"/>
              <a:defRPr sz="1100">
                <a:solidFill>
                  <a:schemeClr val="dk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sp>
        <p:nvSpPr>
          <p:cNvPr id="286" name="Google Shape;286;p69"/>
          <p:cNvSpPr txBox="1">
            <a:spLocks noGrp="1"/>
          </p:cNvSpPr>
          <p:nvPr>
            <p:ph type="body" idx="2"/>
          </p:nvPr>
        </p:nvSpPr>
        <p:spPr>
          <a:xfrm>
            <a:off x="3269390" y="1372751"/>
            <a:ext cx="2605200" cy="677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100"/>
              <a:buNone/>
              <a:defRPr sz="1100">
                <a:solidFill>
                  <a:schemeClr val="dk1"/>
                </a:solidFill>
              </a:defRPr>
            </a:lvl1pPr>
            <a:lvl2pPr marL="914400" lvl="1" indent="-298450" algn="l">
              <a:lnSpc>
                <a:spcPct val="100000"/>
              </a:lnSpc>
              <a:spcBef>
                <a:spcPts val="600"/>
              </a:spcBef>
              <a:spcAft>
                <a:spcPts val="0"/>
              </a:spcAft>
              <a:buClr>
                <a:schemeClr val="dk1"/>
              </a:buClr>
              <a:buSzPts val="1100"/>
              <a:buChar char="•"/>
              <a:defRPr sz="1100">
                <a:solidFill>
                  <a:schemeClr val="dk1"/>
                </a:solidFill>
              </a:defRPr>
            </a:lvl2pPr>
            <a:lvl3pPr marL="1371600" lvl="2" indent="-298450" algn="l">
              <a:lnSpc>
                <a:spcPct val="100000"/>
              </a:lnSpc>
              <a:spcBef>
                <a:spcPts val="600"/>
              </a:spcBef>
              <a:spcAft>
                <a:spcPts val="0"/>
              </a:spcAft>
              <a:buClr>
                <a:schemeClr val="dk1"/>
              </a:buClr>
              <a:buSzPts val="1100"/>
              <a:buChar char="•"/>
              <a:defRPr sz="1100">
                <a:solidFill>
                  <a:schemeClr val="dk1"/>
                </a:solidFill>
              </a:defRPr>
            </a:lvl3pPr>
            <a:lvl4pPr marL="1828800" lvl="3" indent="-298450" algn="l">
              <a:lnSpc>
                <a:spcPct val="100000"/>
              </a:lnSpc>
              <a:spcBef>
                <a:spcPts val="600"/>
              </a:spcBef>
              <a:spcAft>
                <a:spcPts val="0"/>
              </a:spcAft>
              <a:buClr>
                <a:schemeClr val="dk1"/>
              </a:buClr>
              <a:buSzPts val="1100"/>
              <a:buChar char="•"/>
              <a:defRPr sz="1100">
                <a:solidFill>
                  <a:schemeClr val="dk1"/>
                </a:solidFill>
              </a:defRPr>
            </a:lvl4pPr>
            <a:lvl5pPr marL="2286000" lvl="4" indent="-298450" algn="l">
              <a:lnSpc>
                <a:spcPct val="100000"/>
              </a:lnSpc>
              <a:spcBef>
                <a:spcPts val="600"/>
              </a:spcBef>
              <a:spcAft>
                <a:spcPts val="0"/>
              </a:spcAft>
              <a:buClr>
                <a:schemeClr val="dk1"/>
              </a:buClr>
              <a:buSzPts val="1100"/>
              <a:buChar char="•"/>
              <a:defRPr sz="1100">
                <a:solidFill>
                  <a:schemeClr val="dk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sp>
        <p:nvSpPr>
          <p:cNvPr id="287" name="Google Shape;287;p69"/>
          <p:cNvSpPr txBox="1">
            <a:spLocks noGrp="1"/>
          </p:cNvSpPr>
          <p:nvPr>
            <p:ph type="body" idx="3"/>
          </p:nvPr>
        </p:nvSpPr>
        <p:spPr>
          <a:xfrm>
            <a:off x="6070415" y="1372751"/>
            <a:ext cx="2605200" cy="677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1"/>
              </a:buClr>
              <a:buSzPts val="1100"/>
              <a:buNone/>
              <a:defRPr sz="1100">
                <a:solidFill>
                  <a:schemeClr val="accent1"/>
                </a:solidFill>
              </a:defRPr>
            </a:lvl1pPr>
            <a:lvl2pPr marL="914400" lvl="1" indent="-298450" algn="l">
              <a:lnSpc>
                <a:spcPct val="100000"/>
              </a:lnSpc>
              <a:spcBef>
                <a:spcPts val="600"/>
              </a:spcBef>
              <a:spcAft>
                <a:spcPts val="0"/>
              </a:spcAft>
              <a:buClr>
                <a:schemeClr val="accent1"/>
              </a:buClr>
              <a:buSzPts val="1100"/>
              <a:buChar char="•"/>
              <a:defRPr sz="1100">
                <a:solidFill>
                  <a:schemeClr val="accent1"/>
                </a:solidFill>
              </a:defRPr>
            </a:lvl2pPr>
            <a:lvl3pPr marL="1371600" lvl="2" indent="-298450" algn="l">
              <a:lnSpc>
                <a:spcPct val="100000"/>
              </a:lnSpc>
              <a:spcBef>
                <a:spcPts val="600"/>
              </a:spcBef>
              <a:spcAft>
                <a:spcPts val="0"/>
              </a:spcAft>
              <a:buClr>
                <a:schemeClr val="accent1"/>
              </a:buClr>
              <a:buSzPts val="1100"/>
              <a:buChar char="•"/>
              <a:defRPr sz="1100">
                <a:solidFill>
                  <a:schemeClr val="accent1"/>
                </a:solidFill>
              </a:defRPr>
            </a:lvl3pPr>
            <a:lvl4pPr marL="1828800" lvl="3" indent="-298450" algn="l">
              <a:lnSpc>
                <a:spcPct val="100000"/>
              </a:lnSpc>
              <a:spcBef>
                <a:spcPts val="600"/>
              </a:spcBef>
              <a:spcAft>
                <a:spcPts val="0"/>
              </a:spcAft>
              <a:buClr>
                <a:schemeClr val="accent1"/>
              </a:buClr>
              <a:buSzPts val="1100"/>
              <a:buChar char="•"/>
              <a:defRPr sz="1100">
                <a:solidFill>
                  <a:schemeClr val="accent1"/>
                </a:solidFill>
              </a:defRPr>
            </a:lvl4pPr>
            <a:lvl5pPr marL="2286000" lvl="4" indent="-298450" algn="l">
              <a:lnSpc>
                <a:spcPct val="100000"/>
              </a:lnSpc>
              <a:spcBef>
                <a:spcPts val="600"/>
              </a:spcBef>
              <a:spcAft>
                <a:spcPts val="0"/>
              </a:spcAft>
              <a:buClr>
                <a:schemeClr val="accent1"/>
              </a:buClr>
              <a:buSzPts val="1100"/>
              <a:buChar char="•"/>
              <a:defRPr sz="1100">
                <a:solidFill>
                  <a:schemeClr val="accent1"/>
                </a:solidFill>
              </a:defRPr>
            </a:lvl5pPr>
            <a:lvl6pPr marL="2743200" lvl="5" indent="-298450" algn="l">
              <a:lnSpc>
                <a:spcPct val="90000"/>
              </a:lnSpc>
              <a:spcBef>
                <a:spcPts val="500"/>
              </a:spcBef>
              <a:spcAft>
                <a:spcPts val="0"/>
              </a:spcAft>
              <a:buClr>
                <a:schemeClr val="accent1"/>
              </a:buClr>
              <a:buSzPts val="1100"/>
              <a:buChar char="•"/>
              <a:defRPr sz="1100">
                <a:solidFill>
                  <a:schemeClr val="accent1"/>
                </a:solidFill>
              </a:defRPr>
            </a:lvl6pPr>
            <a:lvl7pPr marL="3200400" lvl="6" indent="-298450" algn="l">
              <a:lnSpc>
                <a:spcPct val="90000"/>
              </a:lnSpc>
              <a:spcBef>
                <a:spcPts val="500"/>
              </a:spcBef>
              <a:spcAft>
                <a:spcPts val="0"/>
              </a:spcAft>
              <a:buClr>
                <a:schemeClr val="accent1"/>
              </a:buClr>
              <a:buSzPts val="1100"/>
              <a:buChar char="•"/>
              <a:defRPr sz="1100">
                <a:solidFill>
                  <a:schemeClr val="accent1"/>
                </a:solidFill>
              </a:defRPr>
            </a:lvl7pPr>
            <a:lvl8pPr marL="3657600" lvl="7" indent="-298450" algn="l">
              <a:lnSpc>
                <a:spcPct val="90000"/>
              </a:lnSpc>
              <a:spcBef>
                <a:spcPts val="500"/>
              </a:spcBef>
              <a:spcAft>
                <a:spcPts val="0"/>
              </a:spcAft>
              <a:buClr>
                <a:schemeClr val="accent1"/>
              </a:buClr>
              <a:buSzPts val="1100"/>
              <a:buChar char="•"/>
              <a:defRPr sz="1100">
                <a:solidFill>
                  <a:schemeClr val="accent1"/>
                </a:solidFill>
              </a:defRPr>
            </a:lvl8pPr>
            <a:lvl9pPr marL="4114800" lvl="8" indent="-298450" algn="l">
              <a:lnSpc>
                <a:spcPct val="90000"/>
              </a:lnSpc>
              <a:spcBef>
                <a:spcPts val="500"/>
              </a:spcBef>
              <a:spcAft>
                <a:spcPts val="0"/>
              </a:spcAft>
              <a:buClr>
                <a:schemeClr val="accent1"/>
              </a:buClr>
              <a:buSzPts val="1100"/>
              <a:buChar char="•"/>
              <a:defRPr sz="1100">
                <a:solidFill>
                  <a:schemeClr val="accent1"/>
                </a:solidFill>
              </a:defRPr>
            </a:lvl9pPr>
          </a:lstStyle>
          <a:p>
            <a:endParaRPr/>
          </a:p>
        </p:txBody>
      </p:sp>
      <p:sp>
        <p:nvSpPr>
          <p:cNvPr id="288" name="Google Shape;288;p69"/>
          <p:cNvSpPr txBox="1">
            <a:spLocks noGrp="1"/>
          </p:cNvSpPr>
          <p:nvPr>
            <p:ph type="subTitle" idx="4"/>
          </p:nvPr>
        </p:nvSpPr>
        <p:spPr>
          <a:xfrm>
            <a:off x="468311" y="807113"/>
            <a:ext cx="54063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9" name="Google Shape;289;p69"/>
          <p:cNvSpPr txBox="1">
            <a:spLocks noGrp="1"/>
          </p:cNvSpPr>
          <p:nvPr>
            <p:ph type="title"/>
          </p:nvPr>
        </p:nvSpPr>
        <p:spPr>
          <a:xfrm>
            <a:off x="468314" y="366713"/>
            <a:ext cx="82074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69"/>
          <p:cNvSpPr txBox="1">
            <a:spLocks noGrp="1"/>
          </p:cNvSpPr>
          <p:nvPr>
            <p:ph type="body" idx="5"/>
          </p:nvPr>
        </p:nvSpPr>
        <p:spPr>
          <a:xfrm>
            <a:off x="468313" y="3100425"/>
            <a:ext cx="8211300" cy="1243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lt1"/>
              </a:buClr>
              <a:buSzPts val="1200"/>
              <a:buNone/>
              <a:defRPr sz="1200">
                <a:solidFill>
                  <a:schemeClr val="lt1"/>
                </a:solidFill>
              </a:defRPr>
            </a:lvl1pPr>
            <a:lvl2pPr marL="914400" lvl="1" indent="-304800" algn="l">
              <a:lnSpc>
                <a:spcPct val="100000"/>
              </a:lnSpc>
              <a:spcBef>
                <a:spcPts val="600"/>
              </a:spcBef>
              <a:spcAft>
                <a:spcPts val="0"/>
              </a:spcAft>
              <a:buClr>
                <a:schemeClr val="lt1"/>
              </a:buClr>
              <a:buSzPts val="1200"/>
              <a:buChar char="•"/>
              <a:defRPr sz="1200">
                <a:solidFill>
                  <a:schemeClr val="lt1"/>
                </a:solidFill>
              </a:defRPr>
            </a:lvl2pPr>
            <a:lvl3pPr marL="1371600" lvl="2" indent="-304800" algn="l">
              <a:lnSpc>
                <a:spcPct val="100000"/>
              </a:lnSpc>
              <a:spcBef>
                <a:spcPts val="600"/>
              </a:spcBef>
              <a:spcAft>
                <a:spcPts val="0"/>
              </a:spcAft>
              <a:buClr>
                <a:schemeClr val="lt1"/>
              </a:buClr>
              <a:buSzPts val="1200"/>
              <a:buChar char="•"/>
              <a:defRPr sz="1200">
                <a:solidFill>
                  <a:schemeClr val="lt1"/>
                </a:solidFill>
              </a:defRPr>
            </a:lvl3pPr>
            <a:lvl4pPr marL="1828800" lvl="3" indent="-304800" algn="l">
              <a:lnSpc>
                <a:spcPct val="100000"/>
              </a:lnSpc>
              <a:spcBef>
                <a:spcPts val="600"/>
              </a:spcBef>
              <a:spcAft>
                <a:spcPts val="0"/>
              </a:spcAft>
              <a:buClr>
                <a:schemeClr val="lt1"/>
              </a:buClr>
              <a:buSzPts val="1200"/>
              <a:buChar char="•"/>
              <a:defRPr sz="1200">
                <a:solidFill>
                  <a:schemeClr val="lt1"/>
                </a:solidFill>
              </a:defRPr>
            </a:lvl4pPr>
            <a:lvl5pPr marL="2286000" lvl="4" indent="-304800" algn="l">
              <a:lnSpc>
                <a:spcPct val="100000"/>
              </a:lnSpc>
              <a:spcBef>
                <a:spcPts val="6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hart and Content">
  <p:cSld name="Chart and Content">
    <p:spTree>
      <p:nvGrpSpPr>
        <p:cNvPr id="1" name="Shape 291"/>
        <p:cNvGrpSpPr/>
        <p:nvPr/>
      </p:nvGrpSpPr>
      <p:grpSpPr>
        <a:xfrm>
          <a:off x="0" y="0"/>
          <a:ext cx="0" cy="0"/>
          <a:chOff x="0" y="0"/>
          <a:chExt cx="0" cy="0"/>
        </a:xfrm>
      </p:grpSpPr>
      <p:sp>
        <p:nvSpPr>
          <p:cNvPr id="292" name="Google Shape;292;p70"/>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293" name="Google Shape;293;p70"/>
          <p:cNvSpPr/>
          <p:nvPr/>
        </p:nvSpPr>
        <p:spPr>
          <a:xfrm>
            <a:off x="5661000" y="-1"/>
            <a:ext cx="3483000" cy="5143500"/>
          </a:xfrm>
          <a:prstGeom prst="rect">
            <a:avLst/>
          </a:prstGeom>
          <a:solidFill>
            <a:srgbClr val="5495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294" name="Google Shape;294;p70"/>
          <p:cNvSpPr txBox="1">
            <a:spLocks noGrp="1"/>
          </p:cNvSpPr>
          <p:nvPr>
            <p:ph type="body" idx="1"/>
          </p:nvPr>
        </p:nvSpPr>
        <p:spPr>
          <a:xfrm>
            <a:off x="6112284" y="1558649"/>
            <a:ext cx="2577000" cy="3065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lt1"/>
              </a:buClr>
              <a:buSzPts val="1100"/>
              <a:buNone/>
              <a:defRPr sz="1100">
                <a:solidFill>
                  <a:schemeClr val="lt1"/>
                </a:solidFill>
              </a:defRPr>
            </a:lvl1pPr>
            <a:lvl2pPr marL="914400" lvl="1" indent="-298450" algn="l">
              <a:lnSpc>
                <a:spcPct val="100000"/>
              </a:lnSpc>
              <a:spcBef>
                <a:spcPts val="600"/>
              </a:spcBef>
              <a:spcAft>
                <a:spcPts val="0"/>
              </a:spcAft>
              <a:buClr>
                <a:schemeClr val="lt1"/>
              </a:buClr>
              <a:buSzPts val="1100"/>
              <a:buChar char="•"/>
              <a:defRPr sz="1100">
                <a:solidFill>
                  <a:schemeClr val="lt1"/>
                </a:solidFill>
              </a:defRPr>
            </a:lvl2pPr>
            <a:lvl3pPr marL="1371600" lvl="2" indent="-298450" algn="l">
              <a:lnSpc>
                <a:spcPct val="100000"/>
              </a:lnSpc>
              <a:spcBef>
                <a:spcPts val="600"/>
              </a:spcBef>
              <a:spcAft>
                <a:spcPts val="0"/>
              </a:spcAft>
              <a:buClr>
                <a:schemeClr val="lt1"/>
              </a:buClr>
              <a:buSzPts val="1100"/>
              <a:buChar char="•"/>
              <a:defRPr sz="1100">
                <a:solidFill>
                  <a:schemeClr val="lt1"/>
                </a:solidFill>
              </a:defRPr>
            </a:lvl3pPr>
            <a:lvl4pPr marL="1828800" lvl="3" indent="-298450" algn="l">
              <a:lnSpc>
                <a:spcPct val="100000"/>
              </a:lnSpc>
              <a:spcBef>
                <a:spcPts val="600"/>
              </a:spcBef>
              <a:spcAft>
                <a:spcPts val="0"/>
              </a:spcAft>
              <a:buClr>
                <a:schemeClr val="lt1"/>
              </a:buClr>
              <a:buSzPts val="1100"/>
              <a:buChar char="•"/>
              <a:defRPr sz="1100">
                <a:solidFill>
                  <a:schemeClr val="lt1"/>
                </a:solidFill>
              </a:defRPr>
            </a:lvl4pPr>
            <a:lvl5pPr marL="2286000" lvl="4" indent="-298450" algn="l">
              <a:lnSpc>
                <a:spcPct val="100000"/>
              </a:lnSpc>
              <a:spcBef>
                <a:spcPts val="600"/>
              </a:spcBef>
              <a:spcAft>
                <a:spcPts val="0"/>
              </a:spcAft>
              <a:buClr>
                <a:schemeClr val="lt1"/>
              </a:buClr>
              <a:buSzPts val="1100"/>
              <a:buChar char="•"/>
              <a:defRPr sz="1100">
                <a:solidFill>
                  <a:schemeClr val="lt1"/>
                </a:solidFill>
              </a:defRPr>
            </a:lvl5pPr>
            <a:lvl6pPr marL="2743200" lvl="5" indent="-298450" algn="l">
              <a:lnSpc>
                <a:spcPct val="90000"/>
              </a:lnSpc>
              <a:spcBef>
                <a:spcPts val="500"/>
              </a:spcBef>
              <a:spcAft>
                <a:spcPts val="0"/>
              </a:spcAft>
              <a:buClr>
                <a:schemeClr val="lt1"/>
              </a:buClr>
              <a:buSzPts val="1100"/>
              <a:buChar char="•"/>
              <a:defRPr sz="1100">
                <a:solidFill>
                  <a:schemeClr val="lt1"/>
                </a:solidFill>
              </a:defRPr>
            </a:lvl6pPr>
            <a:lvl7pPr marL="3200400" lvl="6" indent="-298450" algn="l">
              <a:lnSpc>
                <a:spcPct val="90000"/>
              </a:lnSpc>
              <a:spcBef>
                <a:spcPts val="500"/>
              </a:spcBef>
              <a:spcAft>
                <a:spcPts val="0"/>
              </a:spcAft>
              <a:buClr>
                <a:schemeClr val="lt1"/>
              </a:buClr>
              <a:buSzPts val="1100"/>
              <a:buChar char="•"/>
              <a:defRPr sz="1100">
                <a:solidFill>
                  <a:schemeClr val="lt1"/>
                </a:solidFill>
              </a:defRPr>
            </a:lvl7pPr>
            <a:lvl8pPr marL="3657600" lvl="7" indent="-298450" algn="l">
              <a:lnSpc>
                <a:spcPct val="90000"/>
              </a:lnSpc>
              <a:spcBef>
                <a:spcPts val="500"/>
              </a:spcBef>
              <a:spcAft>
                <a:spcPts val="0"/>
              </a:spcAft>
              <a:buClr>
                <a:schemeClr val="lt1"/>
              </a:buClr>
              <a:buSzPts val="1100"/>
              <a:buChar char="•"/>
              <a:defRPr sz="1100">
                <a:solidFill>
                  <a:schemeClr val="lt1"/>
                </a:solidFill>
              </a:defRPr>
            </a:lvl8pPr>
            <a:lvl9pPr marL="4114800" lvl="8" indent="-298450" algn="l">
              <a:lnSpc>
                <a:spcPct val="90000"/>
              </a:lnSpc>
              <a:spcBef>
                <a:spcPts val="500"/>
              </a:spcBef>
              <a:spcAft>
                <a:spcPts val="0"/>
              </a:spcAft>
              <a:buClr>
                <a:schemeClr val="lt1"/>
              </a:buClr>
              <a:buSzPts val="1100"/>
              <a:buChar char="•"/>
              <a:defRPr sz="1100">
                <a:solidFill>
                  <a:schemeClr val="lt1"/>
                </a:solidFill>
              </a:defRPr>
            </a:lvl9pPr>
          </a:lstStyle>
          <a:p>
            <a:endParaRPr/>
          </a:p>
        </p:txBody>
      </p:sp>
      <p:pic>
        <p:nvPicPr>
          <p:cNvPr id="295" name="Google Shape;295;p70"/>
          <p:cNvPicPr preferRelativeResize="0"/>
          <p:nvPr/>
        </p:nvPicPr>
        <p:blipFill rotWithShape="1">
          <a:blip r:embed="rId2">
            <a:alphaModFix/>
          </a:blip>
          <a:srcRect/>
          <a:stretch/>
        </p:blipFill>
        <p:spPr>
          <a:xfrm>
            <a:off x="7779464" y="4728124"/>
            <a:ext cx="896225" cy="148675"/>
          </a:xfrm>
          <a:prstGeom prst="rect">
            <a:avLst/>
          </a:prstGeom>
          <a:noFill/>
          <a:ln>
            <a:noFill/>
          </a:ln>
        </p:spPr>
      </p:pic>
      <p:sp>
        <p:nvSpPr>
          <p:cNvPr id="296" name="Google Shape;296;p70"/>
          <p:cNvSpPr txBox="1">
            <a:spLocks noGrp="1"/>
          </p:cNvSpPr>
          <p:nvPr>
            <p:ph type="subTitle" idx="2"/>
          </p:nvPr>
        </p:nvSpPr>
        <p:spPr>
          <a:xfrm>
            <a:off x="468311" y="807113"/>
            <a:ext cx="47379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7" name="Google Shape;297;p70"/>
          <p:cNvSpPr txBox="1">
            <a:spLocks noGrp="1"/>
          </p:cNvSpPr>
          <p:nvPr>
            <p:ph type="title"/>
          </p:nvPr>
        </p:nvSpPr>
        <p:spPr>
          <a:xfrm>
            <a:off x="468313" y="519113"/>
            <a:ext cx="47379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8" name="Google Shape;298;p70"/>
          <p:cNvSpPr txBox="1">
            <a:spLocks noGrp="1"/>
          </p:cNvSpPr>
          <p:nvPr>
            <p:ph type="body" idx="3"/>
          </p:nvPr>
        </p:nvSpPr>
        <p:spPr>
          <a:xfrm>
            <a:off x="468330" y="1558650"/>
            <a:ext cx="4737900" cy="3065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200"/>
              <a:buNone/>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299" name="Google Shape;299;p70"/>
          <p:cNvSpPr txBox="1"/>
          <p:nvPr/>
        </p:nvSpPr>
        <p:spPr>
          <a:xfrm>
            <a:off x="0" y="-534925"/>
            <a:ext cx="7980300" cy="354000"/>
          </a:xfrm>
          <a:prstGeom prst="rect">
            <a:avLst/>
          </a:prstGeom>
          <a:solidFill>
            <a:schemeClr val="accen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212121"/>
                </a:solidFill>
                <a:latin typeface="Arial"/>
                <a:ea typeface="Arial"/>
                <a:cs typeface="Arial"/>
                <a:sym typeface="Arial"/>
              </a:rPr>
              <a:t> Notice : Charts are used from “insert” option and colors are updated manually.</a:t>
            </a:r>
            <a:endParaRPr sz="1400" b="0" i="0" u="none" strike="noStrike" cap="none">
              <a:solidFill>
                <a:srgbClr val="000000"/>
              </a:solidFill>
              <a:latin typeface="Poppins Light"/>
              <a:ea typeface="Poppins Light"/>
              <a:cs typeface="Poppins Light"/>
              <a:sym typeface="Poppins Light"/>
            </a:endParaRPr>
          </a:p>
        </p:txBody>
      </p:sp>
      <p:grpSp>
        <p:nvGrpSpPr>
          <p:cNvPr id="300" name="Google Shape;300;p70"/>
          <p:cNvGrpSpPr/>
          <p:nvPr/>
        </p:nvGrpSpPr>
        <p:grpSpPr>
          <a:xfrm>
            <a:off x="7571555" y="109066"/>
            <a:ext cx="1395087" cy="441585"/>
            <a:chOff x="5991694" y="1720305"/>
            <a:chExt cx="1929047" cy="618207"/>
          </a:xfrm>
        </p:grpSpPr>
        <p:sp>
          <p:nvSpPr>
            <p:cNvPr id="301" name="Google Shape;301;p70"/>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70"/>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70"/>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70"/>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70"/>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70"/>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70"/>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70"/>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70"/>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70"/>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70"/>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70"/>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70"/>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314"/>
        <p:cNvGrpSpPr/>
        <p:nvPr/>
      </p:nvGrpSpPr>
      <p:grpSpPr>
        <a:xfrm>
          <a:off x="0" y="0"/>
          <a:ext cx="0" cy="0"/>
          <a:chOff x="0" y="0"/>
          <a:chExt cx="0" cy="0"/>
        </a:xfrm>
      </p:grpSpPr>
      <p:sp>
        <p:nvSpPr>
          <p:cNvPr id="315" name="Google Shape;315;p71"/>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sp>
        <p:nvSpPr>
          <p:cNvPr id="316" name="Google Shape;316;p71"/>
          <p:cNvSpPr txBox="1">
            <a:spLocks noGrp="1"/>
          </p:cNvSpPr>
          <p:nvPr>
            <p:ph type="body" idx="1"/>
          </p:nvPr>
        </p:nvSpPr>
        <p:spPr>
          <a:xfrm>
            <a:off x="468313" y="1636440"/>
            <a:ext cx="1795800" cy="20700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Clr>
                <a:schemeClr val="dk1"/>
              </a:buClr>
              <a:buSzPts val="1100"/>
              <a:buFont typeface="Arial"/>
              <a:buNone/>
              <a:defRPr sz="1100">
                <a:solidFill>
                  <a:schemeClr val="dk1"/>
                </a:solidFill>
                <a:latin typeface="Roboto Medium"/>
                <a:ea typeface="Roboto Medium"/>
                <a:cs typeface="Roboto Medium"/>
                <a:sym typeface="Roboto Medium"/>
              </a:defRPr>
            </a:lvl1pPr>
            <a:lvl2pPr marL="914400" lvl="1" indent="-228600" algn="ctr">
              <a:lnSpc>
                <a:spcPct val="100000"/>
              </a:lnSpc>
              <a:spcBef>
                <a:spcPts val="600"/>
              </a:spcBef>
              <a:spcAft>
                <a:spcPts val="0"/>
              </a:spcAft>
              <a:buClr>
                <a:schemeClr val="dk1"/>
              </a:buClr>
              <a:buSzPts val="1100"/>
              <a:buNone/>
              <a:defRPr sz="1100">
                <a:solidFill>
                  <a:schemeClr val="dk1"/>
                </a:solidFill>
              </a:defRPr>
            </a:lvl2pPr>
            <a:lvl3pPr marL="1371600" lvl="2" indent="-228600" algn="ctr">
              <a:lnSpc>
                <a:spcPct val="100000"/>
              </a:lnSpc>
              <a:spcBef>
                <a:spcPts val="600"/>
              </a:spcBef>
              <a:spcAft>
                <a:spcPts val="0"/>
              </a:spcAft>
              <a:buClr>
                <a:schemeClr val="dk1"/>
              </a:buClr>
              <a:buSzPts val="1100"/>
              <a:buNone/>
              <a:defRPr sz="1100">
                <a:solidFill>
                  <a:schemeClr val="dk1"/>
                </a:solidFill>
              </a:defRPr>
            </a:lvl3pPr>
            <a:lvl4pPr marL="1828800" lvl="3" indent="-228600" algn="ctr">
              <a:lnSpc>
                <a:spcPct val="100000"/>
              </a:lnSpc>
              <a:spcBef>
                <a:spcPts val="600"/>
              </a:spcBef>
              <a:spcAft>
                <a:spcPts val="0"/>
              </a:spcAft>
              <a:buClr>
                <a:schemeClr val="dk1"/>
              </a:buClr>
              <a:buSzPts val="1100"/>
              <a:buNone/>
              <a:defRPr sz="1100">
                <a:solidFill>
                  <a:schemeClr val="dk1"/>
                </a:solidFill>
              </a:defRPr>
            </a:lvl4pPr>
            <a:lvl5pPr marL="2286000" lvl="4" indent="-228600" algn="ctr">
              <a:lnSpc>
                <a:spcPct val="100000"/>
              </a:lnSpc>
              <a:spcBef>
                <a:spcPts val="600"/>
              </a:spcBef>
              <a:spcAft>
                <a:spcPts val="0"/>
              </a:spcAft>
              <a:buClr>
                <a:schemeClr val="dk1"/>
              </a:buClr>
              <a:buSzPts val="1100"/>
              <a:buNone/>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7" name="Google Shape;317;p71"/>
          <p:cNvSpPr txBox="1">
            <a:spLocks noGrp="1"/>
          </p:cNvSpPr>
          <p:nvPr>
            <p:ph type="body" idx="2"/>
          </p:nvPr>
        </p:nvSpPr>
        <p:spPr>
          <a:xfrm>
            <a:off x="2605466" y="1636440"/>
            <a:ext cx="1795800" cy="20700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Clr>
                <a:schemeClr val="dk1"/>
              </a:buClr>
              <a:buSzPts val="1100"/>
              <a:buFont typeface="Arial"/>
              <a:buNone/>
              <a:defRPr sz="1100">
                <a:solidFill>
                  <a:schemeClr val="dk1"/>
                </a:solidFill>
                <a:latin typeface="Roboto Medium"/>
                <a:ea typeface="Roboto Medium"/>
                <a:cs typeface="Roboto Medium"/>
                <a:sym typeface="Roboto Medium"/>
              </a:defRPr>
            </a:lvl1pPr>
            <a:lvl2pPr marL="914400" lvl="1" indent="-228600" algn="ctr">
              <a:lnSpc>
                <a:spcPct val="100000"/>
              </a:lnSpc>
              <a:spcBef>
                <a:spcPts val="600"/>
              </a:spcBef>
              <a:spcAft>
                <a:spcPts val="0"/>
              </a:spcAft>
              <a:buClr>
                <a:schemeClr val="dk1"/>
              </a:buClr>
              <a:buSzPts val="1100"/>
              <a:buNone/>
              <a:defRPr sz="1100">
                <a:solidFill>
                  <a:schemeClr val="dk1"/>
                </a:solidFill>
              </a:defRPr>
            </a:lvl2pPr>
            <a:lvl3pPr marL="1371600" lvl="2" indent="-228600" algn="ctr">
              <a:lnSpc>
                <a:spcPct val="100000"/>
              </a:lnSpc>
              <a:spcBef>
                <a:spcPts val="600"/>
              </a:spcBef>
              <a:spcAft>
                <a:spcPts val="0"/>
              </a:spcAft>
              <a:buClr>
                <a:schemeClr val="dk1"/>
              </a:buClr>
              <a:buSzPts val="1100"/>
              <a:buNone/>
              <a:defRPr sz="1100">
                <a:solidFill>
                  <a:schemeClr val="dk1"/>
                </a:solidFill>
              </a:defRPr>
            </a:lvl3pPr>
            <a:lvl4pPr marL="1828800" lvl="3" indent="-228600" algn="ctr">
              <a:lnSpc>
                <a:spcPct val="100000"/>
              </a:lnSpc>
              <a:spcBef>
                <a:spcPts val="600"/>
              </a:spcBef>
              <a:spcAft>
                <a:spcPts val="0"/>
              </a:spcAft>
              <a:buClr>
                <a:schemeClr val="dk1"/>
              </a:buClr>
              <a:buSzPts val="1100"/>
              <a:buNone/>
              <a:defRPr sz="1100">
                <a:solidFill>
                  <a:schemeClr val="dk1"/>
                </a:solidFill>
              </a:defRPr>
            </a:lvl4pPr>
            <a:lvl5pPr marL="2286000" lvl="4" indent="-228600" algn="ctr">
              <a:lnSpc>
                <a:spcPct val="100000"/>
              </a:lnSpc>
              <a:spcBef>
                <a:spcPts val="600"/>
              </a:spcBef>
              <a:spcAft>
                <a:spcPts val="0"/>
              </a:spcAft>
              <a:buClr>
                <a:schemeClr val="dk1"/>
              </a:buClr>
              <a:buSzPts val="1100"/>
              <a:buNone/>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8" name="Google Shape;318;p71"/>
          <p:cNvSpPr txBox="1">
            <a:spLocks noGrp="1"/>
          </p:cNvSpPr>
          <p:nvPr>
            <p:ph type="body" idx="3"/>
          </p:nvPr>
        </p:nvSpPr>
        <p:spPr>
          <a:xfrm>
            <a:off x="4742619" y="1636440"/>
            <a:ext cx="1795800" cy="20700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Clr>
                <a:schemeClr val="dk1"/>
              </a:buClr>
              <a:buSzPts val="1100"/>
              <a:buFont typeface="Arial"/>
              <a:buNone/>
              <a:defRPr sz="1100">
                <a:solidFill>
                  <a:schemeClr val="dk1"/>
                </a:solidFill>
                <a:latin typeface="Roboto Medium"/>
                <a:ea typeface="Roboto Medium"/>
                <a:cs typeface="Roboto Medium"/>
                <a:sym typeface="Roboto Medium"/>
              </a:defRPr>
            </a:lvl1pPr>
            <a:lvl2pPr marL="914400" lvl="1" indent="-228600" algn="ctr">
              <a:lnSpc>
                <a:spcPct val="100000"/>
              </a:lnSpc>
              <a:spcBef>
                <a:spcPts val="600"/>
              </a:spcBef>
              <a:spcAft>
                <a:spcPts val="0"/>
              </a:spcAft>
              <a:buClr>
                <a:schemeClr val="dk1"/>
              </a:buClr>
              <a:buSzPts val="1100"/>
              <a:buNone/>
              <a:defRPr sz="1100">
                <a:solidFill>
                  <a:schemeClr val="dk1"/>
                </a:solidFill>
              </a:defRPr>
            </a:lvl2pPr>
            <a:lvl3pPr marL="1371600" lvl="2" indent="-228600" algn="ctr">
              <a:lnSpc>
                <a:spcPct val="100000"/>
              </a:lnSpc>
              <a:spcBef>
                <a:spcPts val="600"/>
              </a:spcBef>
              <a:spcAft>
                <a:spcPts val="0"/>
              </a:spcAft>
              <a:buClr>
                <a:schemeClr val="dk1"/>
              </a:buClr>
              <a:buSzPts val="1100"/>
              <a:buNone/>
              <a:defRPr sz="1100">
                <a:solidFill>
                  <a:schemeClr val="dk1"/>
                </a:solidFill>
              </a:defRPr>
            </a:lvl3pPr>
            <a:lvl4pPr marL="1828800" lvl="3" indent="-228600" algn="ctr">
              <a:lnSpc>
                <a:spcPct val="100000"/>
              </a:lnSpc>
              <a:spcBef>
                <a:spcPts val="600"/>
              </a:spcBef>
              <a:spcAft>
                <a:spcPts val="0"/>
              </a:spcAft>
              <a:buClr>
                <a:schemeClr val="dk1"/>
              </a:buClr>
              <a:buSzPts val="1100"/>
              <a:buNone/>
              <a:defRPr sz="1100">
                <a:solidFill>
                  <a:schemeClr val="dk1"/>
                </a:solidFill>
              </a:defRPr>
            </a:lvl4pPr>
            <a:lvl5pPr marL="2286000" lvl="4" indent="-228600" algn="ctr">
              <a:lnSpc>
                <a:spcPct val="100000"/>
              </a:lnSpc>
              <a:spcBef>
                <a:spcPts val="600"/>
              </a:spcBef>
              <a:spcAft>
                <a:spcPts val="0"/>
              </a:spcAft>
              <a:buClr>
                <a:schemeClr val="dk1"/>
              </a:buClr>
              <a:buSzPts val="1100"/>
              <a:buNone/>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9" name="Google Shape;319;p71"/>
          <p:cNvSpPr txBox="1">
            <a:spLocks noGrp="1"/>
          </p:cNvSpPr>
          <p:nvPr>
            <p:ph type="body" idx="4"/>
          </p:nvPr>
        </p:nvSpPr>
        <p:spPr>
          <a:xfrm>
            <a:off x="6879773" y="1636440"/>
            <a:ext cx="1795800" cy="20700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Clr>
                <a:schemeClr val="accent1"/>
              </a:buClr>
              <a:buSzPts val="1100"/>
              <a:buFont typeface="Arial"/>
              <a:buNone/>
              <a:defRPr sz="1100">
                <a:solidFill>
                  <a:schemeClr val="accent1"/>
                </a:solidFill>
                <a:latin typeface="Roboto Medium"/>
                <a:ea typeface="Roboto Medium"/>
                <a:cs typeface="Roboto Medium"/>
                <a:sym typeface="Roboto Medium"/>
              </a:defRPr>
            </a:lvl1pPr>
            <a:lvl2pPr marL="914400" lvl="1" indent="-228600" algn="ctr">
              <a:lnSpc>
                <a:spcPct val="100000"/>
              </a:lnSpc>
              <a:spcBef>
                <a:spcPts val="600"/>
              </a:spcBef>
              <a:spcAft>
                <a:spcPts val="0"/>
              </a:spcAft>
              <a:buClr>
                <a:schemeClr val="dk1"/>
              </a:buClr>
              <a:buSzPts val="1100"/>
              <a:buNone/>
              <a:defRPr sz="1100">
                <a:solidFill>
                  <a:schemeClr val="dk1"/>
                </a:solidFill>
              </a:defRPr>
            </a:lvl2pPr>
            <a:lvl3pPr marL="1371600" lvl="2" indent="-228600" algn="ctr">
              <a:lnSpc>
                <a:spcPct val="100000"/>
              </a:lnSpc>
              <a:spcBef>
                <a:spcPts val="600"/>
              </a:spcBef>
              <a:spcAft>
                <a:spcPts val="0"/>
              </a:spcAft>
              <a:buClr>
                <a:schemeClr val="dk1"/>
              </a:buClr>
              <a:buSzPts val="1100"/>
              <a:buNone/>
              <a:defRPr sz="1100">
                <a:solidFill>
                  <a:schemeClr val="dk1"/>
                </a:solidFill>
              </a:defRPr>
            </a:lvl3pPr>
            <a:lvl4pPr marL="1828800" lvl="3" indent="-228600" algn="ctr">
              <a:lnSpc>
                <a:spcPct val="100000"/>
              </a:lnSpc>
              <a:spcBef>
                <a:spcPts val="600"/>
              </a:spcBef>
              <a:spcAft>
                <a:spcPts val="0"/>
              </a:spcAft>
              <a:buClr>
                <a:schemeClr val="dk1"/>
              </a:buClr>
              <a:buSzPts val="1100"/>
              <a:buNone/>
              <a:defRPr sz="1100">
                <a:solidFill>
                  <a:schemeClr val="dk1"/>
                </a:solidFill>
              </a:defRPr>
            </a:lvl4pPr>
            <a:lvl5pPr marL="2286000" lvl="4" indent="-228600" algn="ctr">
              <a:lnSpc>
                <a:spcPct val="100000"/>
              </a:lnSpc>
              <a:spcBef>
                <a:spcPts val="600"/>
              </a:spcBef>
              <a:spcAft>
                <a:spcPts val="0"/>
              </a:spcAft>
              <a:buClr>
                <a:schemeClr val="dk1"/>
              </a:buClr>
              <a:buSzPts val="1100"/>
              <a:buNone/>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0" name="Google Shape;320;p71"/>
          <p:cNvSpPr txBox="1">
            <a:spLocks noGrp="1"/>
          </p:cNvSpPr>
          <p:nvPr>
            <p:ph type="body" idx="5"/>
          </p:nvPr>
        </p:nvSpPr>
        <p:spPr>
          <a:xfrm>
            <a:off x="468313" y="2106702"/>
            <a:ext cx="1795800" cy="677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100"/>
              <a:buNone/>
              <a:defRPr sz="1100">
                <a:solidFill>
                  <a:schemeClr val="dk1"/>
                </a:solidFill>
              </a:defRPr>
            </a:lvl1pPr>
            <a:lvl2pPr marL="914400" lvl="1" indent="-298450" algn="l">
              <a:lnSpc>
                <a:spcPct val="100000"/>
              </a:lnSpc>
              <a:spcBef>
                <a:spcPts val="600"/>
              </a:spcBef>
              <a:spcAft>
                <a:spcPts val="0"/>
              </a:spcAft>
              <a:buClr>
                <a:schemeClr val="dk1"/>
              </a:buClr>
              <a:buSzPts val="1100"/>
              <a:buChar char="•"/>
              <a:defRPr sz="1100">
                <a:solidFill>
                  <a:schemeClr val="dk1"/>
                </a:solidFill>
              </a:defRPr>
            </a:lvl2pPr>
            <a:lvl3pPr marL="1371600" lvl="2" indent="-298450" algn="l">
              <a:lnSpc>
                <a:spcPct val="100000"/>
              </a:lnSpc>
              <a:spcBef>
                <a:spcPts val="600"/>
              </a:spcBef>
              <a:spcAft>
                <a:spcPts val="0"/>
              </a:spcAft>
              <a:buClr>
                <a:schemeClr val="dk1"/>
              </a:buClr>
              <a:buSzPts val="1100"/>
              <a:buChar char="•"/>
              <a:defRPr sz="1100">
                <a:solidFill>
                  <a:schemeClr val="dk1"/>
                </a:solidFill>
              </a:defRPr>
            </a:lvl3pPr>
            <a:lvl4pPr marL="1828800" lvl="3" indent="-298450" algn="l">
              <a:lnSpc>
                <a:spcPct val="100000"/>
              </a:lnSpc>
              <a:spcBef>
                <a:spcPts val="600"/>
              </a:spcBef>
              <a:spcAft>
                <a:spcPts val="0"/>
              </a:spcAft>
              <a:buClr>
                <a:schemeClr val="dk1"/>
              </a:buClr>
              <a:buSzPts val="1100"/>
              <a:buChar char="•"/>
              <a:defRPr sz="1100">
                <a:solidFill>
                  <a:schemeClr val="dk1"/>
                </a:solidFill>
              </a:defRPr>
            </a:lvl4pPr>
            <a:lvl5pPr marL="2286000" lvl="4" indent="-298450" algn="l">
              <a:lnSpc>
                <a:spcPct val="100000"/>
              </a:lnSpc>
              <a:spcBef>
                <a:spcPts val="600"/>
              </a:spcBef>
              <a:spcAft>
                <a:spcPts val="0"/>
              </a:spcAft>
              <a:buClr>
                <a:schemeClr val="dk1"/>
              </a:buClr>
              <a:buSzPts val="1100"/>
              <a:buChar char="•"/>
              <a:defRPr sz="1100">
                <a:solidFill>
                  <a:schemeClr val="dk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sp>
        <p:nvSpPr>
          <p:cNvPr id="321" name="Google Shape;321;p71"/>
          <p:cNvSpPr txBox="1">
            <a:spLocks noGrp="1"/>
          </p:cNvSpPr>
          <p:nvPr>
            <p:ph type="body" idx="6"/>
          </p:nvPr>
        </p:nvSpPr>
        <p:spPr>
          <a:xfrm>
            <a:off x="2605466" y="2106702"/>
            <a:ext cx="1795800" cy="677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100"/>
              <a:buNone/>
              <a:defRPr sz="1100">
                <a:solidFill>
                  <a:schemeClr val="dk1"/>
                </a:solidFill>
              </a:defRPr>
            </a:lvl1pPr>
            <a:lvl2pPr marL="914400" lvl="1" indent="-298450" algn="l">
              <a:lnSpc>
                <a:spcPct val="100000"/>
              </a:lnSpc>
              <a:spcBef>
                <a:spcPts val="600"/>
              </a:spcBef>
              <a:spcAft>
                <a:spcPts val="0"/>
              </a:spcAft>
              <a:buClr>
                <a:schemeClr val="dk1"/>
              </a:buClr>
              <a:buSzPts val="1100"/>
              <a:buChar char="•"/>
              <a:defRPr sz="1100">
                <a:solidFill>
                  <a:schemeClr val="dk1"/>
                </a:solidFill>
              </a:defRPr>
            </a:lvl2pPr>
            <a:lvl3pPr marL="1371600" lvl="2" indent="-298450" algn="l">
              <a:lnSpc>
                <a:spcPct val="100000"/>
              </a:lnSpc>
              <a:spcBef>
                <a:spcPts val="600"/>
              </a:spcBef>
              <a:spcAft>
                <a:spcPts val="0"/>
              </a:spcAft>
              <a:buClr>
                <a:schemeClr val="dk1"/>
              </a:buClr>
              <a:buSzPts val="1100"/>
              <a:buChar char="•"/>
              <a:defRPr sz="1100">
                <a:solidFill>
                  <a:schemeClr val="dk1"/>
                </a:solidFill>
              </a:defRPr>
            </a:lvl3pPr>
            <a:lvl4pPr marL="1828800" lvl="3" indent="-298450" algn="l">
              <a:lnSpc>
                <a:spcPct val="100000"/>
              </a:lnSpc>
              <a:spcBef>
                <a:spcPts val="600"/>
              </a:spcBef>
              <a:spcAft>
                <a:spcPts val="0"/>
              </a:spcAft>
              <a:buClr>
                <a:schemeClr val="dk1"/>
              </a:buClr>
              <a:buSzPts val="1100"/>
              <a:buChar char="•"/>
              <a:defRPr sz="1100">
                <a:solidFill>
                  <a:schemeClr val="dk1"/>
                </a:solidFill>
              </a:defRPr>
            </a:lvl4pPr>
            <a:lvl5pPr marL="2286000" lvl="4" indent="-298450" algn="l">
              <a:lnSpc>
                <a:spcPct val="100000"/>
              </a:lnSpc>
              <a:spcBef>
                <a:spcPts val="600"/>
              </a:spcBef>
              <a:spcAft>
                <a:spcPts val="0"/>
              </a:spcAft>
              <a:buClr>
                <a:schemeClr val="dk1"/>
              </a:buClr>
              <a:buSzPts val="1100"/>
              <a:buChar char="•"/>
              <a:defRPr sz="1100">
                <a:solidFill>
                  <a:schemeClr val="dk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sp>
        <p:nvSpPr>
          <p:cNvPr id="322" name="Google Shape;322;p71"/>
          <p:cNvSpPr txBox="1">
            <a:spLocks noGrp="1"/>
          </p:cNvSpPr>
          <p:nvPr>
            <p:ph type="body" idx="7"/>
          </p:nvPr>
        </p:nvSpPr>
        <p:spPr>
          <a:xfrm>
            <a:off x="4742619" y="2106702"/>
            <a:ext cx="1795800" cy="677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100"/>
              <a:buNone/>
              <a:defRPr sz="1100">
                <a:solidFill>
                  <a:schemeClr val="dk1"/>
                </a:solidFill>
              </a:defRPr>
            </a:lvl1pPr>
            <a:lvl2pPr marL="914400" lvl="1" indent="-298450" algn="l">
              <a:lnSpc>
                <a:spcPct val="100000"/>
              </a:lnSpc>
              <a:spcBef>
                <a:spcPts val="600"/>
              </a:spcBef>
              <a:spcAft>
                <a:spcPts val="0"/>
              </a:spcAft>
              <a:buClr>
                <a:schemeClr val="dk1"/>
              </a:buClr>
              <a:buSzPts val="1100"/>
              <a:buChar char="•"/>
              <a:defRPr sz="1100">
                <a:solidFill>
                  <a:schemeClr val="dk1"/>
                </a:solidFill>
              </a:defRPr>
            </a:lvl2pPr>
            <a:lvl3pPr marL="1371600" lvl="2" indent="-298450" algn="l">
              <a:lnSpc>
                <a:spcPct val="100000"/>
              </a:lnSpc>
              <a:spcBef>
                <a:spcPts val="600"/>
              </a:spcBef>
              <a:spcAft>
                <a:spcPts val="0"/>
              </a:spcAft>
              <a:buClr>
                <a:schemeClr val="dk1"/>
              </a:buClr>
              <a:buSzPts val="1100"/>
              <a:buChar char="•"/>
              <a:defRPr sz="1100">
                <a:solidFill>
                  <a:schemeClr val="dk1"/>
                </a:solidFill>
              </a:defRPr>
            </a:lvl3pPr>
            <a:lvl4pPr marL="1828800" lvl="3" indent="-298450" algn="l">
              <a:lnSpc>
                <a:spcPct val="100000"/>
              </a:lnSpc>
              <a:spcBef>
                <a:spcPts val="600"/>
              </a:spcBef>
              <a:spcAft>
                <a:spcPts val="0"/>
              </a:spcAft>
              <a:buClr>
                <a:schemeClr val="dk1"/>
              </a:buClr>
              <a:buSzPts val="1100"/>
              <a:buChar char="•"/>
              <a:defRPr sz="1100">
                <a:solidFill>
                  <a:schemeClr val="dk1"/>
                </a:solidFill>
              </a:defRPr>
            </a:lvl4pPr>
            <a:lvl5pPr marL="2286000" lvl="4" indent="-298450" algn="l">
              <a:lnSpc>
                <a:spcPct val="100000"/>
              </a:lnSpc>
              <a:spcBef>
                <a:spcPts val="600"/>
              </a:spcBef>
              <a:spcAft>
                <a:spcPts val="0"/>
              </a:spcAft>
              <a:buClr>
                <a:schemeClr val="dk1"/>
              </a:buClr>
              <a:buSzPts val="1100"/>
              <a:buChar char="•"/>
              <a:defRPr sz="1100">
                <a:solidFill>
                  <a:schemeClr val="dk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sp>
        <p:nvSpPr>
          <p:cNvPr id="323" name="Google Shape;323;p71"/>
          <p:cNvSpPr txBox="1">
            <a:spLocks noGrp="1"/>
          </p:cNvSpPr>
          <p:nvPr>
            <p:ph type="body" idx="8"/>
          </p:nvPr>
        </p:nvSpPr>
        <p:spPr>
          <a:xfrm>
            <a:off x="6879773" y="2106702"/>
            <a:ext cx="1795800" cy="677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100"/>
              <a:buNone/>
              <a:defRPr sz="1100">
                <a:solidFill>
                  <a:schemeClr val="dk1"/>
                </a:solidFill>
              </a:defRPr>
            </a:lvl1pPr>
            <a:lvl2pPr marL="914400" lvl="1" indent="-298450" algn="l">
              <a:lnSpc>
                <a:spcPct val="100000"/>
              </a:lnSpc>
              <a:spcBef>
                <a:spcPts val="600"/>
              </a:spcBef>
              <a:spcAft>
                <a:spcPts val="0"/>
              </a:spcAft>
              <a:buClr>
                <a:schemeClr val="dk1"/>
              </a:buClr>
              <a:buSzPts val="1100"/>
              <a:buChar char="•"/>
              <a:defRPr sz="1100">
                <a:solidFill>
                  <a:schemeClr val="dk1"/>
                </a:solidFill>
              </a:defRPr>
            </a:lvl2pPr>
            <a:lvl3pPr marL="1371600" lvl="2" indent="-298450" algn="l">
              <a:lnSpc>
                <a:spcPct val="100000"/>
              </a:lnSpc>
              <a:spcBef>
                <a:spcPts val="600"/>
              </a:spcBef>
              <a:spcAft>
                <a:spcPts val="0"/>
              </a:spcAft>
              <a:buClr>
                <a:schemeClr val="dk1"/>
              </a:buClr>
              <a:buSzPts val="1100"/>
              <a:buChar char="•"/>
              <a:defRPr sz="1100">
                <a:solidFill>
                  <a:schemeClr val="dk1"/>
                </a:solidFill>
              </a:defRPr>
            </a:lvl3pPr>
            <a:lvl4pPr marL="1828800" lvl="3" indent="-298450" algn="l">
              <a:lnSpc>
                <a:spcPct val="100000"/>
              </a:lnSpc>
              <a:spcBef>
                <a:spcPts val="600"/>
              </a:spcBef>
              <a:spcAft>
                <a:spcPts val="0"/>
              </a:spcAft>
              <a:buClr>
                <a:schemeClr val="dk1"/>
              </a:buClr>
              <a:buSzPts val="1100"/>
              <a:buChar char="•"/>
              <a:defRPr sz="1100">
                <a:solidFill>
                  <a:schemeClr val="dk1"/>
                </a:solidFill>
              </a:defRPr>
            </a:lvl4pPr>
            <a:lvl5pPr marL="2286000" lvl="4" indent="-298450" algn="l">
              <a:lnSpc>
                <a:spcPct val="100000"/>
              </a:lnSpc>
              <a:spcBef>
                <a:spcPts val="600"/>
              </a:spcBef>
              <a:spcAft>
                <a:spcPts val="0"/>
              </a:spcAft>
              <a:buClr>
                <a:schemeClr val="dk1"/>
              </a:buClr>
              <a:buSzPts val="1100"/>
              <a:buChar char="•"/>
              <a:defRPr sz="1100">
                <a:solidFill>
                  <a:schemeClr val="dk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sp>
        <p:nvSpPr>
          <p:cNvPr id="324" name="Google Shape;324;p71"/>
          <p:cNvSpPr txBox="1">
            <a:spLocks noGrp="1"/>
          </p:cNvSpPr>
          <p:nvPr>
            <p:ph type="body" idx="9"/>
          </p:nvPr>
        </p:nvSpPr>
        <p:spPr>
          <a:xfrm>
            <a:off x="4946469" y="3419510"/>
            <a:ext cx="3729300" cy="677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1"/>
              </a:buClr>
              <a:buSzPts val="1100"/>
              <a:buNone/>
              <a:defRPr sz="1100">
                <a:solidFill>
                  <a:schemeClr val="accent1"/>
                </a:solidFill>
              </a:defRPr>
            </a:lvl1pPr>
            <a:lvl2pPr marL="914400" lvl="1" indent="-298450" algn="l">
              <a:lnSpc>
                <a:spcPct val="100000"/>
              </a:lnSpc>
              <a:spcBef>
                <a:spcPts val="600"/>
              </a:spcBef>
              <a:spcAft>
                <a:spcPts val="0"/>
              </a:spcAft>
              <a:buClr>
                <a:schemeClr val="accent1"/>
              </a:buClr>
              <a:buSzPts val="1100"/>
              <a:buChar char="•"/>
              <a:defRPr sz="1100">
                <a:solidFill>
                  <a:schemeClr val="accent1"/>
                </a:solidFill>
              </a:defRPr>
            </a:lvl2pPr>
            <a:lvl3pPr marL="1371600" lvl="2" indent="-298450" algn="l">
              <a:lnSpc>
                <a:spcPct val="100000"/>
              </a:lnSpc>
              <a:spcBef>
                <a:spcPts val="600"/>
              </a:spcBef>
              <a:spcAft>
                <a:spcPts val="0"/>
              </a:spcAft>
              <a:buClr>
                <a:schemeClr val="accent1"/>
              </a:buClr>
              <a:buSzPts val="1100"/>
              <a:buChar char="•"/>
              <a:defRPr sz="1100">
                <a:solidFill>
                  <a:schemeClr val="accent1"/>
                </a:solidFill>
              </a:defRPr>
            </a:lvl3pPr>
            <a:lvl4pPr marL="1828800" lvl="3" indent="-298450" algn="l">
              <a:lnSpc>
                <a:spcPct val="100000"/>
              </a:lnSpc>
              <a:spcBef>
                <a:spcPts val="600"/>
              </a:spcBef>
              <a:spcAft>
                <a:spcPts val="0"/>
              </a:spcAft>
              <a:buClr>
                <a:schemeClr val="accent1"/>
              </a:buClr>
              <a:buSzPts val="1100"/>
              <a:buChar char="•"/>
              <a:defRPr sz="1100">
                <a:solidFill>
                  <a:schemeClr val="accent1"/>
                </a:solidFill>
              </a:defRPr>
            </a:lvl4pPr>
            <a:lvl5pPr marL="2286000" lvl="4" indent="-298450" algn="l">
              <a:lnSpc>
                <a:spcPct val="100000"/>
              </a:lnSpc>
              <a:spcBef>
                <a:spcPts val="600"/>
              </a:spcBef>
              <a:spcAft>
                <a:spcPts val="0"/>
              </a:spcAft>
              <a:buClr>
                <a:schemeClr val="accent1"/>
              </a:buClr>
              <a:buSzPts val="1100"/>
              <a:buChar char="•"/>
              <a:defRPr sz="1100">
                <a:solidFill>
                  <a:schemeClr val="accent1"/>
                </a:solidFill>
              </a:defRPr>
            </a:lvl5pPr>
            <a:lvl6pPr marL="2743200" lvl="5" indent="-298450" algn="l">
              <a:lnSpc>
                <a:spcPct val="90000"/>
              </a:lnSpc>
              <a:spcBef>
                <a:spcPts val="500"/>
              </a:spcBef>
              <a:spcAft>
                <a:spcPts val="0"/>
              </a:spcAft>
              <a:buClr>
                <a:schemeClr val="dk1"/>
              </a:buClr>
              <a:buSzPts val="1100"/>
              <a:buChar char="•"/>
              <a:defRPr sz="1100"/>
            </a:lvl6pPr>
            <a:lvl7pPr marL="3200400" lvl="6" indent="-298450" algn="l">
              <a:lnSpc>
                <a:spcPct val="90000"/>
              </a:lnSpc>
              <a:spcBef>
                <a:spcPts val="500"/>
              </a:spcBef>
              <a:spcAft>
                <a:spcPts val="0"/>
              </a:spcAft>
              <a:buClr>
                <a:schemeClr val="dk1"/>
              </a:buClr>
              <a:buSzPts val="1100"/>
              <a:buChar char="•"/>
              <a:defRPr sz="1100"/>
            </a:lvl7pPr>
            <a:lvl8pPr marL="3657600" lvl="7" indent="-298450" algn="l">
              <a:lnSpc>
                <a:spcPct val="90000"/>
              </a:lnSpc>
              <a:spcBef>
                <a:spcPts val="500"/>
              </a:spcBef>
              <a:spcAft>
                <a:spcPts val="0"/>
              </a:spcAft>
              <a:buClr>
                <a:schemeClr val="dk1"/>
              </a:buClr>
              <a:buSzPts val="1100"/>
              <a:buChar char="•"/>
              <a:defRPr sz="1100"/>
            </a:lvl8pPr>
            <a:lvl9pPr marL="4114800" lvl="8" indent="-298450" algn="l">
              <a:lnSpc>
                <a:spcPct val="90000"/>
              </a:lnSpc>
              <a:spcBef>
                <a:spcPts val="500"/>
              </a:spcBef>
              <a:spcAft>
                <a:spcPts val="0"/>
              </a:spcAft>
              <a:buClr>
                <a:schemeClr val="dk1"/>
              </a:buClr>
              <a:buSzPts val="1100"/>
              <a:buChar char="•"/>
              <a:defRPr sz="1100"/>
            </a:lvl9pPr>
          </a:lstStyle>
          <a:p>
            <a:endParaRPr/>
          </a:p>
        </p:txBody>
      </p:sp>
      <p:cxnSp>
        <p:nvCxnSpPr>
          <p:cNvPr id="325" name="Google Shape;325;p71"/>
          <p:cNvCxnSpPr/>
          <p:nvPr/>
        </p:nvCxnSpPr>
        <p:spPr>
          <a:xfrm rot="10800000">
            <a:off x="4742619" y="3419510"/>
            <a:ext cx="0" cy="677400"/>
          </a:xfrm>
          <a:prstGeom prst="straightConnector1">
            <a:avLst/>
          </a:prstGeom>
          <a:noFill/>
          <a:ln w="9525" cap="flat" cmpd="sng">
            <a:solidFill>
              <a:schemeClr val="accent1"/>
            </a:solidFill>
            <a:prstDash val="solid"/>
            <a:round/>
            <a:headEnd type="none" w="sm" len="sm"/>
            <a:tailEnd type="none" w="sm" len="sm"/>
          </a:ln>
        </p:spPr>
      </p:cxnSp>
      <p:sp>
        <p:nvSpPr>
          <p:cNvPr id="326" name="Google Shape;326;p71"/>
          <p:cNvSpPr txBox="1">
            <a:spLocks noGrp="1"/>
          </p:cNvSpPr>
          <p:nvPr>
            <p:ph type="subTitle" idx="13"/>
          </p:nvPr>
        </p:nvSpPr>
        <p:spPr>
          <a:xfrm>
            <a:off x="468312" y="807113"/>
            <a:ext cx="6070200" cy="441600"/>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dk1"/>
              </a:buClr>
              <a:buSzPts val="1600"/>
              <a:buNone/>
              <a:defRPr sz="16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7" name="Google Shape;327;p71"/>
          <p:cNvSpPr txBox="1">
            <a:spLocks noGrp="1"/>
          </p:cNvSpPr>
          <p:nvPr>
            <p:ph type="title"/>
          </p:nvPr>
        </p:nvSpPr>
        <p:spPr>
          <a:xfrm>
            <a:off x="468314" y="366713"/>
            <a:ext cx="8207400" cy="2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Summary ">
  <p:cSld name="Summary ">
    <p:bg>
      <p:bgPr>
        <a:solidFill>
          <a:schemeClr val="accent1"/>
        </a:solidFill>
        <a:effectLst/>
      </p:bgPr>
    </p:bg>
    <p:spTree>
      <p:nvGrpSpPr>
        <p:cNvPr id="1" name="Shape 328"/>
        <p:cNvGrpSpPr/>
        <p:nvPr/>
      </p:nvGrpSpPr>
      <p:grpSpPr>
        <a:xfrm>
          <a:off x="0" y="0"/>
          <a:ext cx="0" cy="0"/>
          <a:chOff x="0" y="0"/>
          <a:chExt cx="0" cy="0"/>
        </a:xfrm>
      </p:grpSpPr>
      <p:sp>
        <p:nvSpPr>
          <p:cNvPr id="329" name="Google Shape;329;p72"/>
          <p:cNvSpPr>
            <a:spLocks noGrp="1"/>
          </p:cNvSpPr>
          <p:nvPr>
            <p:ph type="pic" idx="2"/>
          </p:nvPr>
        </p:nvSpPr>
        <p:spPr>
          <a:xfrm>
            <a:off x="0" y="1"/>
            <a:ext cx="9144000" cy="5143500"/>
          </a:xfrm>
          <a:prstGeom prst="rect">
            <a:avLst/>
          </a:prstGeom>
          <a:solidFill>
            <a:schemeClr val="accent3"/>
          </a:solidFill>
          <a:ln>
            <a:noFill/>
          </a:ln>
        </p:spPr>
      </p:sp>
      <p:sp>
        <p:nvSpPr>
          <p:cNvPr id="330" name="Google Shape;330;p72"/>
          <p:cNvSpPr/>
          <p:nvPr/>
        </p:nvSpPr>
        <p:spPr>
          <a:xfrm>
            <a:off x="0" y="838075"/>
            <a:ext cx="5982300" cy="33144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Light"/>
              <a:ea typeface="Roboto Light"/>
              <a:cs typeface="Roboto Light"/>
              <a:sym typeface="Roboto Light"/>
            </a:endParaRPr>
          </a:p>
        </p:txBody>
      </p:sp>
      <p:sp>
        <p:nvSpPr>
          <p:cNvPr id="331" name="Google Shape;331;p72"/>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l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grpSp>
        <p:nvGrpSpPr>
          <p:cNvPr id="332" name="Google Shape;332;p72"/>
          <p:cNvGrpSpPr/>
          <p:nvPr/>
        </p:nvGrpSpPr>
        <p:grpSpPr>
          <a:xfrm>
            <a:off x="0" y="-142745"/>
            <a:ext cx="3633257" cy="65100"/>
            <a:chOff x="0" y="-244475"/>
            <a:chExt cx="3633257" cy="65100"/>
          </a:xfrm>
        </p:grpSpPr>
        <p:sp>
          <p:nvSpPr>
            <p:cNvPr id="333" name="Google Shape;333;p72"/>
            <p:cNvSpPr/>
            <p:nvPr/>
          </p:nvSpPr>
          <p:spPr>
            <a:xfrm>
              <a:off x="0" y="-244475"/>
              <a:ext cx="272100" cy="65100"/>
            </a:xfrm>
            <a:prstGeom prst="rect">
              <a:avLst/>
            </a:prstGeom>
            <a:solidFill>
              <a:srgbClr val="5495F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4" name="Google Shape;334;p72"/>
            <p:cNvSpPr/>
            <p:nvPr/>
          </p:nvSpPr>
          <p:spPr>
            <a:xfrm>
              <a:off x="305560" y="-244475"/>
              <a:ext cx="272100" cy="65100"/>
            </a:xfrm>
            <a:prstGeom prst="rect">
              <a:avLst/>
            </a:prstGeom>
            <a:solidFill>
              <a:srgbClr val="7DAC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5" name="Google Shape;335;p72"/>
            <p:cNvSpPr/>
            <p:nvPr/>
          </p:nvSpPr>
          <p:spPr>
            <a:xfrm>
              <a:off x="611119" y="-244475"/>
              <a:ext cx="272100" cy="65100"/>
            </a:xfrm>
            <a:prstGeom prst="rect">
              <a:avLst/>
            </a:prstGeom>
            <a:solidFill>
              <a:srgbClr val="A6CC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6" name="Google Shape;336;p72"/>
            <p:cNvSpPr/>
            <p:nvPr/>
          </p:nvSpPr>
          <p:spPr>
            <a:xfrm>
              <a:off x="916679" y="-244475"/>
              <a:ext cx="272100" cy="65100"/>
            </a:xfrm>
            <a:prstGeom prst="rect">
              <a:avLst/>
            </a:prstGeom>
            <a:solidFill>
              <a:srgbClr val="FF6D6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7" name="Google Shape;337;p72"/>
            <p:cNvSpPr/>
            <p:nvPr/>
          </p:nvSpPr>
          <p:spPr>
            <a:xfrm>
              <a:off x="1222239" y="-244475"/>
              <a:ext cx="272100" cy="65100"/>
            </a:xfrm>
            <a:prstGeom prst="rect">
              <a:avLst/>
            </a:prstGeom>
            <a:solidFill>
              <a:srgbClr val="F390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8" name="Google Shape;338;p72"/>
            <p:cNvSpPr/>
            <p:nvPr/>
          </p:nvSpPr>
          <p:spPr>
            <a:xfrm>
              <a:off x="1527798" y="-244475"/>
              <a:ext cx="272100" cy="65100"/>
            </a:xfrm>
            <a:prstGeom prst="rect">
              <a:avLst/>
            </a:prstGeom>
            <a:solidFill>
              <a:srgbClr val="E6B2A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9" name="Google Shape;339;p72"/>
            <p:cNvSpPr/>
            <p:nvPr/>
          </p:nvSpPr>
          <p:spPr>
            <a:xfrm>
              <a:off x="1833358" y="-244475"/>
              <a:ext cx="272100" cy="65100"/>
            </a:xfrm>
            <a:prstGeom prst="rect">
              <a:avLst/>
            </a:prstGeom>
            <a:solidFill>
              <a:srgbClr val="4F235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0" name="Google Shape;340;p72"/>
            <p:cNvSpPr/>
            <p:nvPr/>
          </p:nvSpPr>
          <p:spPr>
            <a:xfrm>
              <a:off x="2138918" y="-244475"/>
              <a:ext cx="272100" cy="65100"/>
            </a:xfrm>
            <a:prstGeom prst="rect">
              <a:avLst/>
            </a:prstGeom>
            <a:solidFill>
              <a:srgbClr val="6039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1" name="Google Shape;341;p72"/>
            <p:cNvSpPr/>
            <p:nvPr/>
          </p:nvSpPr>
          <p:spPr>
            <a:xfrm>
              <a:off x="2444478" y="-244475"/>
              <a:ext cx="272100" cy="65100"/>
            </a:xfrm>
            <a:prstGeom prst="rect">
              <a:avLst/>
            </a:prstGeom>
            <a:solidFill>
              <a:srgbClr val="724F7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2" name="Google Shape;342;p72"/>
            <p:cNvSpPr/>
            <p:nvPr/>
          </p:nvSpPr>
          <p:spPr>
            <a:xfrm>
              <a:off x="2750037" y="-244475"/>
              <a:ext cx="272100" cy="65100"/>
            </a:xfrm>
            <a:prstGeom prst="rect">
              <a:avLst/>
            </a:prstGeom>
            <a:solidFill>
              <a:srgbClr val="3798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3" name="Google Shape;343;p72"/>
            <p:cNvSpPr/>
            <p:nvPr/>
          </p:nvSpPr>
          <p:spPr>
            <a:xfrm>
              <a:off x="3055597" y="-244475"/>
              <a:ext cx="272100" cy="65100"/>
            </a:xfrm>
            <a:prstGeom prst="rect">
              <a:avLst/>
            </a:prstGeom>
            <a:solidFill>
              <a:srgbClr val="68AE8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4" name="Google Shape;344;p72"/>
            <p:cNvSpPr/>
            <p:nvPr/>
          </p:nvSpPr>
          <p:spPr>
            <a:xfrm>
              <a:off x="3361157" y="-244475"/>
              <a:ext cx="272100" cy="65100"/>
            </a:xfrm>
            <a:prstGeom prst="rect">
              <a:avLst/>
            </a:prstGeom>
            <a:solidFill>
              <a:srgbClr val="7DB68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345" name="Google Shape;345;p72"/>
          <p:cNvSpPr txBox="1">
            <a:spLocks noGrp="1"/>
          </p:cNvSpPr>
          <p:nvPr>
            <p:ph type="title"/>
          </p:nvPr>
        </p:nvSpPr>
        <p:spPr>
          <a:xfrm>
            <a:off x="468314" y="1413354"/>
            <a:ext cx="2023800" cy="695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000"/>
              <a:buFont typeface="Roboto Medium"/>
              <a:buNone/>
              <a:defRPr sz="2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46" name="Google Shape;346;p72"/>
          <p:cNvPicPr preferRelativeResize="0"/>
          <p:nvPr/>
        </p:nvPicPr>
        <p:blipFill rotWithShape="1">
          <a:blip r:embed="rId2">
            <a:alphaModFix/>
          </a:blip>
          <a:srcRect/>
          <a:stretch/>
        </p:blipFill>
        <p:spPr>
          <a:xfrm>
            <a:off x="7779464" y="4728124"/>
            <a:ext cx="896225" cy="148675"/>
          </a:xfrm>
          <a:prstGeom prst="rect">
            <a:avLst/>
          </a:prstGeom>
          <a:noFill/>
          <a:ln>
            <a:noFill/>
          </a:ln>
        </p:spPr>
      </p:pic>
      <p:sp>
        <p:nvSpPr>
          <p:cNvPr id="347" name="Google Shape;347;p72"/>
          <p:cNvSpPr txBox="1">
            <a:spLocks noGrp="1"/>
          </p:cNvSpPr>
          <p:nvPr>
            <p:ph type="body" idx="1"/>
          </p:nvPr>
        </p:nvSpPr>
        <p:spPr>
          <a:xfrm>
            <a:off x="2778732" y="1413353"/>
            <a:ext cx="690300" cy="33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marL="914400" lvl="1" indent="-228600" algn="l">
              <a:lnSpc>
                <a:spcPct val="100000"/>
              </a:lnSpc>
              <a:spcBef>
                <a:spcPts val="600"/>
              </a:spcBef>
              <a:spcAft>
                <a:spcPts val="0"/>
              </a:spcAft>
              <a:buClr>
                <a:schemeClr val="lt1"/>
              </a:buClr>
              <a:buSzPts val="1400"/>
              <a:buNone/>
              <a:defRPr/>
            </a:lvl2pPr>
            <a:lvl3pPr marL="1371600" lvl="2" indent="-228600" algn="l">
              <a:lnSpc>
                <a:spcPct val="100000"/>
              </a:lnSpc>
              <a:spcBef>
                <a:spcPts val="600"/>
              </a:spcBef>
              <a:spcAft>
                <a:spcPts val="0"/>
              </a:spcAft>
              <a:buClr>
                <a:schemeClr val="lt1"/>
              </a:buClr>
              <a:buSzPts val="1400"/>
              <a:buNone/>
              <a:defRPr/>
            </a:lvl3pPr>
            <a:lvl4pPr marL="1828800" lvl="3" indent="-228600" algn="l">
              <a:lnSpc>
                <a:spcPct val="100000"/>
              </a:lnSpc>
              <a:spcBef>
                <a:spcPts val="600"/>
              </a:spcBef>
              <a:spcAft>
                <a:spcPts val="0"/>
              </a:spcAft>
              <a:buClr>
                <a:schemeClr val="lt1"/>
              </a:buClr>
              <a:buSzPts val="1400"/>
              <a:buNone/>
              <a:defRPr/>
            </a:lvl4pPr>
            <a:lvl5pPr marL="2286000" lvl="4" indent="-228600" algn="l">
              <a:lnSpc>
                <a:spcPct val="100000"/>
              </a:lnSpc>
              <a:spcBef>
                <a:spcPts val="600"/>
              </a:spcBef>
              <a:spcAft>
                <a:spcPts val="0"/>
              </a:spcAft>
              <a:buClr>
                <a:schemeClr val="lt1"/>
              </a:buClr>
              <a:buSzPts val="14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48" name="Google Shape;348;p72"/>
          <p:cNvSpPr txBox="1">
            <a:spLocks noGrp="1"/>
          </p:cNvSpPr>
          <p:nvPr>
            <p:ph type="body" idx="3"/>
          </p:nvPr>
        </p:nvSpPr>
        <p:spPr>
          <a:xfrm>
            <a:off x="3633278" y="1410000"/>
            <a:ext cx="1887300" cy="179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49" name="Google Shape;349;p72"/>
          <p:cNvSpPr txBox="1">
            <a:spLocks noGrp="1"/>
          </p:cNvSpPr>
          <p:nvPr>
            <p:ph type="body" idx="4"/>
          </p:nvPr>
        </p:nvSpPr>
        <p:spPr>
          <a:xfrm>
            <a:off x="3633278" y="1589249"/>
            <a:ext cx="1887300" cy="1566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0" name="Google Shape;350;p72"/>
          <p:cNvSpPr txBox="1">
            <a:spLocks noGrp="1"/>
          </p:cNvSpPr>
          <p:nvPr>
            <p:ph type="body" idx="5"/>
          </p:nvPr>
        </p:nvSpPr>
        <p:spPr>
          <a:xfrm>
            <a:off x="2778732" y="1909458"/>
            <a:ext cx="690300" cy="33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marL="914400" lvl="1" indent="-228600" algn="l">
              <a:lnSpc>
                <a:spcPct val="100000"/>
              </a:lnSpc>
              <a:spcBef>
                <a:spcPts val="600"/>
              </a:spcBef>
              <a:spcAft>
                <a:spcPts val="0"/>
              </a:spcAft>
              <a:buClr>
                <a:schemeClr val="lt1"/>
              </a:buClr>
              <a:buSzPts val="1400"/>
              <a:buNone/>
              <a:defRPr/>
            </a:lvl2pPr>
            <a:lvl3pPr marL="1371600" lvl="2" indent="-228600" algn="l">
              <a:lnSpc>
                <a:spcPct val="100000"/>
              </a:lnSpc>
              <a:spcBef>
                <a:spcPts val="600"/>
              </a:spcBef>
              <a:spcAft>
                <a:spcPts val="0"/>
              </a:spcAft>
              <a:buClr>
                <a:schemeClr val="lt1"/>
              </a:buClr>
              <a:buSzPts val="1400"/>
              <a:buNone/>
              <a:defRPr/>
            </a:lvl3pPr>
            <a:lvl4pPr marL="1828800" lvl="3" indent="-228600" algn="l">
              <a:lnSpc>
                <a:spcPct val="100000"/>
              </a:lnSpc>
              <a:spcBef>
                <a:spcPts val="600"/>
              </a:spcBef>
              <a:spcAft>
                <a:spcPts val="0"/>
              </a:spcAft>
              <a:buClr>
                <a:schemeClr val="lt1"/>
              </a:buClr>
              <a:buSzPts val="1400"/>
              <a:buNone/>
              <a:defRPr/>
            </a:lvl4pPr>
            <a:lvl5pPr marL="2286000" lvl="4" indent="-228600" algn="l">
              <a:lnSpc>
                <a:spcPct val="100000"/>
              </a:lnSpc>
              <a:spcBef>
                <a:spcPts val="600"/>
              </a:spcBef>
              <a:spcAft>
                <a:spcPts val="0"/>
              </a:spcAft>
              <a:buClr>
                <a:schemeClr val="lt1"/>
              </a:buClr>
              <a:buSzPts val="14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1" name="Google Shape;351;p72"/>
          <p:cNvSpPr txBox="1">
            <a:spLocks noGrp="1"/>
          </p:cNvSpPr>
          <p:nvPr>
            <p:ph type="body" idx="6"/>
          </p:nvPr>
        </p:nvSpPr>
        <p:spPr>
          <a:xfrm>
            <a:off x="3633278" y="1908766"/>
            <a:ext cx="1887300" cy="179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2" name="Google Shape;352;p72"/>
          <p:cNvSpPr txBox="1">
            <a:spLocks noGrp="1"/>
          </p:cNvSpPr>
          <p:nvPr>
            <p:ph type="body" idx="7"/>
          </p:nvPr>
        </p:nvSpPr>
        <p:spPr>
          <a:xfrm>
            <a:off x="3633278" y="2088015"/>
            <a:ext cx="1887300" cy="1566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3" name="Google Shape;353;p72"/>
          <p:cNvSpPr txBox="1">
            <a:spLocks noGrp="1"/>
          </p:cNvSpPr>
          <p:nvPr>
            <p:ph type="body" idx="8"/>
          </p:nvPr>
        </p:nvSpPr>
        <p:spPr>
          <a:xfrm>
            <a:off x="2778732" y="2405563"/>
            <a:ext cx="690300" cy="33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marL="914400" lvl="1" indent="-228600" algn="l">
              <a:lnSpc>
                <a:spcPct val="100000"/>
              </a:lnSpc>
              <a:spcBef>
                <a:spcPts val="600"/>
              </a:spcBef>
              <a:spcAft>
                <a:spcPts val="0"/>
              </a:spcAft>
              <a:buClr>
                <a:schemeClr val="lt1"/>
              </a:buClr>
              <a:buSzPts val="1400"/>
              <a:buNone/>
              <a:defRPr/>
            </a:lvl2pPr>
            <a:lvl3pPr marL="1371600" lvl="2" indent="-228600" algn="l">
              <a:lnSpc>
                <a:spcPct val="100000"/>
              </a:lnSpc>
              <a:spcBef>
                <a:spcPts val="600"/>
              </a:spcBef>
              <a:spcAft>
                <a:spcPts val="0"/>
              </a:spcAft>
              <a:buClr>
                <a:schemeClr val="lt1"/>
              </a:buClr>
              <a:buSzPts val="1400"/>
              <a:buNone/>
              <a:defRPr/>
            </a:lvl3pPr>
            <a:lvl4pPr marL="1828800" lvl="3" indent="-228600" algn="l">
              <a:lnSpc>
                <a:spcPct val="100000"/>
              </a:lnSpc>
              <a:spcBef>
                <a:spcPts val="600"/>
              </a:spcBef>
              <a:spcAft>
                <a:spcPts val="0"/>
              </a:spcAft>
              <a:buClr>
                <a:schemeClr val="lt1"/>
              </a:buClr>
              <a:buSzPts val="1400"/>
              <a:buNone/>
              <a:defRPr/>
            </a:lvl4pPr>
            <a:lvl5pPr marL="2286000" lvl="4" indent="-228600" algn="l">
              <a:lnSpc>
                <a:spcPct val="100000"/>
              </a:lnSpc>
              <a:spcBef>
                <a:spcPts val="600"/>
              </a:spcBef>
              <a:spcAft>
                <a:spcPts val="0"/>
              </a:spcAft>
              <a:buClr>
                <a:schemeClr val="lt1"/>
              </a:buClr>
              <a:buSzPts val="14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4" name="Google Shape;354;p72"/>
          <p:cNvSpPr txBox="1">
            <a:spLocks noGrp="1"/>
          </p:cNvSpPr>
          <p:nvPr>
            <p:ph type="body" idx="9"/>
          </p:nvPr>
        </p:nvSpPr>
        <p:spPr>
          <a:xfrm>
            <a:off x="3633278" y="2405563"/>
            <a:ext cx="1887300" cy="179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5" name="Google Shape;355;p72"/>
          <p:cNvSpPr txBox="1">
            <a:spLocks noGrp="1"/>
          </p:cNvSpPr>
          <p:nvPr>
            <p:ph type="body" idx="13"/>
          </p:nvPr>
        </p:nvSpPr>
        <p:spPr>
          <a:xfrm>
            <a:off x="3633278" y="2584812"/>
            <a:ext cx="1887300" cy="1566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6" name="Google Shape;356;p72"/>
          <p:cNvSpPr txBox="1">
            <a:spLocks noGrp="1"/>
          </p:cNvSpPr>
          <p:nvPr>
            <p:ph type="body" idx="14"/>
          </p:nvPr>
        </p:nvSpPr>
        <p:spPr>
          <a:xfrm>
            <a:off x="2778732" y="2901668"/>
            <a:ext cx="690300" cy="33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marL="914400" lvl="1" indent="-228600" algn="l">
              <a:lnSpc>
                <a:spcPct val="100000"/>
              </a:lnSpc>
              <a:spcBef>
                <a:spcPts val="600"/>
              </a:spcBef>
              <a:spcAft>
                <a:spcPts val="0"/>
              </a:spcAft>
              <a:buClr>
                <a:schemeClr val="lt1"/>
              </a:buClr>
              <a:buSzPts val="1400"/>
              <a:buNone/>
              <a:defRPr/>
            </a:lvl2pPr>
            <a:lvl3pPr marL="1371600" lvl="2" indent="-228600" algn="l">
              <a:lnSpc>
                <a:spcPct val="100000"/>
              </a:lnSpc>
              <a:spcBef>
                <a:spcPts val="600"/>
              </a:spcBef>
              <a:spcAft>
                <a:spcPts val="0"/>
              </a:spcAft>
              <a:buClr>
                <a:schemeClr val="lt1"/>
              </a:buClr>
              <a:buSzPts val="1400"/>
              <a:buNone/>
              <a:defRPr/>
            </a:lvl3pPr>
            <a:lvl4pPr marL="1828800" lvl="3" indent="-228600" algn="l">
              <a:lnSpc>
                <a:spcPct val="100000"/>
              </a:lnSpc>
              <a:spcBef>
                <a:spcPts val="600"/>
              </a:spcBef>
              <a:spcAft>
                <a:spcPts val="0"/>
              </a:spcAft>
              <a:buClr>
                <a:schemeClr val="lt1"/>
              </a:buClr>
              <a:buSzPts val="1400"/>
              <a:buNone/>
              <a:defRPr/>
            </a:lvl4pPr>
            <a:lvl5pPr marL="2286000" lvl="4" indent="-228600" algn="l">
              <a:lnSpc>
                <a:spcPct val="100000"/>
              </a:lnSpc>
              <a:spcBef>
                <a:spcPts val="600"/>
              </a:spcBef>
              <a:spcAft>
                <a:spcPts val="0"/>
              </a:spcAft>
              <a:buClr>
                <a:schemeClr val="lt1"/>
              </a:buClr>
              <a:buSzPts val="14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7" name="Google Shape;357;p72"/>
          <p:cNvSpPr txBox="1">
            <a:spLocks noGrp="1"/>
          </p:cNvSpPr>
          <p:nvPr>
            <p:ph type="body" idx="15"/>
          </p:nvPr>
        </p:nvSpPr>
        <p:spPr>
          <a:xfrm>
            <a:off x="3633278" y="2901453"/>
            <a:ext cx="1887300" cy="179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8" name="Google Shape;358;p72"/>
          <p:cNvSpPr txBox="1">
            <a:spLocks noGrp="1"/>
          </p:cNvSpPr>
          <p:nvPr>
            <p:ph type="body" idx="16"/>
          </p:nvPr>
        </p:nvSpPr>
        <p:spPr>
          <a:xfrm>
            <a:off x="3633278" y="3080702"/>
            <a:ext cx="1887300" cy="1566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9" name="Google Shape;359;p72"/>
          <p:cNvSpPr txBox="1">
            <a:spLocks noGrp="1"/>
          </p:cNvSpPr>
          <p:nvPr>
            <p:ph type="body" idx="17"/>
          </p:nvPr>
        </p:nvSpPr>
        <p:spPr>
          <a:xfrm>
            <a:off x="2778732" y="3397774"/>
            <a:ext cx="690300" cy="33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marL="914400" lvl="1" indent="-228600" algn="l">
              <a:lnSpc>
                <a:spcPct val="100000"/>
              </a:lnSpc>
              <a:spcBef>
                <a:spcPts val="600"/>
              </a:spcBef>
              <a:spcAft>
                <a:spcPts val="0"/>
              </a:spcAft>
              <a:buClr>
                <a:schemeClr val="lt1"/>
              </a:buClr>
              <a:buSzPts val="1400"/>
              <a:buNone/>
              <a:defRPr/>
            </a:lvl2pPr>
            <a:lvl3pPr marL="1371600" lvl="2" indent="-228600" algn="l">
              <a:lnSpc>
                <a:spcPct val="100000"/>
              </a:lnSpc>
              <a:spcBef>
                <a:spcPts val="600"/>
              </a:spcBef>
              <a:spcAft>
                <a:spcPts val="0"/>
              </a:spcAft>
              <a:buClr>
                <a:schemeClr val="lt1"/>
              </a:buClr>
              <a:buSzPts val="1400"/>
              <a:buNone/>
              <a:defRPr/>
            </a:lvl3pPr>
            <a:lvl4pPr marL="1828800" lvl="3" indent="-228600" algn="l">
              <a:lnSpc>
                <a:spcPct val="100000"/>
              </a:lnSpc>
              <a:spcBef>
                <a:spcPts val="600"/>
              </a:spcBef>
              <a:spcAft>
                <a:spcPts val="0"/>
              </a:spcAft>
              <a:buClr>
                <a:schemeClr val="lt1"/>
              </a:buClr>
              <a:buSzPts val="1400"/>
              <a:buNone/>
              <a:defRPr/>
            </a:lvl4pPr>
            <a:lvl5pPr marL="2286000" lvl="4" indent="-228600" algn="l">
              <a:lnSpc>
                <a:spcPct val="100000"/>
              </a:lnSpc>
              <a:spcBef>
                <a:spcPts val="600"/>
              </a:spcBef>
              <a:spcAft>
                <a:spcPts val="0"/>
              </a:spcAft>
              <a:buClr>
                <a:schemeClr val="lt1"/>
              </a:buClr>
              <a:buSzPts val="14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0" name="Google Shape;360;p72"/>
          <p:cNvSpPr txBox="1">
            <a:spLocks noGrp="1"/>
          </p:cNvSpPr>
          <p:nvPr>
            <p:ph type="body" idx="18"/>
          </p:nvPr>
        </p:nvSpPr>
        <p:spPr>
          <a:xfrm>
            <a:off x="3633278" y="3397774"/>
            <a:ext cx="1887300" cy="179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1" name="Google Shape;361;p72"/>
          <p:cNvSpPr txBox="1">
            <a:spLocks noGrp="1"/>
          </p:cNvSpPr>
          <p:nvPr>
            <p:ph type="body" idx="19"/>
          </p:nvPr>
        </p:nvSpPr>
        <p:spPr>
          <a:xfrm>
            <a:off x="3633278" y="3577023"/>
            <a:ext cx="1887300" cy="1566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marL="914400" lvl="1" indent="-228600" algn="l">
              <a:lnSpc>
                <a:spcPct val="100000"/>
              </a:lnSpc>
              <a:spcBef>
                <a:spcPts val="600"/>
              </a:spcBef>
              <a:spcAft>
                <a:spcPts val="0"/>
              </a:spcAft>
              <a:buClr>
                <a:schemeClr val="lt1"/>
              </a:buClr>
              <a:buSzPts val="1100"/>
              <a:buNone/>
              <a:defRPr sz="1100">
                <a:solidFill>
                  <a:schemeClr val="lt1"/>
                </a:solidFill>
              </a:defRPr>
            </a:lvl2pPr>
            <a:lvl3pPr marL="1371600" lvl="2" indent="-228600" algn="l">
              <a:lnSpc>
                <a:spcPct val="100000"/>
              </a:lnSpc>
              <a:spcBef>
                <a:spcPts val="600"/>
              </a:spcBef>
              <a:spcAft>
                <a:spcPts val="0"/>
              </a:spcAft>
              <a:buClr>
                <a:schemeClr val="lt1"/>
              </a:buClr>
              <a:buSzPts val="1100"/>
              <a:buNone/>
              <a:defRPr sz="1100">
                <a:solidFill>
                  <a:schemeClr val="lt1"/>
                </a:solidFill>
              </a:defRPr>
            </a:lvl3pPr>
            <a:lvl4pPr marL="1828800" lvl="3" indent="-228600" algn="l">
              <a:lnSpc>
                <a:spcPct val="100000"/>
              </a:lnSpc>
              <a:spcBef>
                <a:spcPts val="600"/>
              </a:spcBef>
              <a:spcAft>
                <a:spcPts val="0"/>
              </a:spcAft>
              <a:buClr>
                <a:schemeClr val="lt1"/>
              </a:buClr>
              <a:buSzPts val="1100"/>
              <a:buNone/>
              <a:defRPr sz="1100">
                <a:solidFill>
                  <a:schemeClr val="lt1"/>
                </a:solidFill>
              </a:defRPr>
            </a:lvl4pPr>
            <a:lvl5pPr marL="2286000" lvl="4" indent="-228600" algn="l">
              <a:lnSpc>
                <a:spcPct val="100000"/>
              </a:lnSpc>
              <a:spcBef>
                <a:spcPts val="600"/>
              </a:spcBef>
              <a:spcAft>
                <a:spcPts val="0"/>
              </a:spcAft>
              <a:buClr>
                <a:schemeClr val="lt1"/>
              </a:buClr>
              <a:buSzPts val="1100"/>
              <a:buNone/>
              <a:defRPr sz="1100">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362"/>
        <p:cNvGrpSpPr/>
        <p:nvPr/>
      </p:nvGrpSpPr>
      <p:grpSpPr>
        <a:xfrm>
          <a:off x="0" y="0"/>
          <a:ext cx="0" cy="0"/>
          <a:chOff x="0" y="0"/>
          <a:chExt cx="0" cy="0"/>
        </a:xfrm>
      </p:grpSpPr>
      <p:sp>
        <p:nvSpPr>
          <p:cNvPr id="363" name="Google Shape;363;p7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64" name="Google Shape;364;p7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65" name="Google Shape;365;p73"/>
          <p:cNvSpPr txBox="1">
            <a:spLocks noGrp="1"/>
          </p:cNvSpPr>
          <p:nvPr>
            <p:ph type="sldNum" idx="12"/>
          </p:nvPr>
        </p:nvSpPr>
        <p:spPr>
          <a:xfrm>
            <a:off x="6583680" y="4783455"/>
            <a:ext cx="2103000" cy="1848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9pPr>
          </a:lstStyle>
          <a:p>
            <a:pPr marL="0" lvl="0" indent="0" algn="r" rtl="0">
              <a:spcBef>
                <a:spcPts val="0"/>
              </a:spcBef>
              <a:spcAft>
                <a:spcPts val="0"/>
              </a:spcAft>
              <a:buNone/>
            </a:pPr>
            <a:fld id="{00000000-1234-1234-1234-123412341234}" type="slidenum">
              <a:rPr lang="en-US"/>
              <a:t>‹nº›</a:t>
            </a:fld>
            <a:endParaRPr>
              <a:solidFill>
                <a:schemeClr val="accent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366"/>
        <p:cNvGrpSpPr/>
        <p:nvPr/>
      </p:nvGrpSpPr>
      <p:grpSpPr>
        <a:xfrm>
          <a:off x="0" y="0"/>
          <a:ext cx="0" cy="0"/>
          <a:chOff x="0" y="0"/>
          <a:chExt cx="0" cy="0"/>
        </a:xfrm>
      </p:grpSpPr>
      <p:sp>
        <p:nvSpPr>
          <p:cNvPr id="367" name="Google Shape;367;p74"/>
          <p:cNvSpPr txBox="1">
            <a:spLocks noGrp="1"/>
          </p:cNvSpPr>
          <p:nvPr>
            <p:ph type="sldNum" idx="12"/>
          </p:nvPr>
        </p:nvSpPr>
        <p:spPr>
          <a:xfrm>
            <a:off x="194950" y="4962000"/>
            <a:ext cx="720000" cy="180000"/>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1pPr>
            <a:lvl2pPr marL="0" marR="0" lvl="1"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2pPr>
            <a:lvl3pPr marL="0" marR="0" lvl="2"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3pPr>
            <a:lvl4pPr marL="0" marR="0" lvl="3"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4pPr>
            <a:lvl5pPr marL="0" marR="0" lvl="4"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5pPr>
            <a:lvl6pPr marL="0" marR="0" lvl="5"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6pPr>
            <a:lvl7pPr marL="0" marR="0" lvl="6"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7pPr>
            <a:lvl8pPr marL="0" marR="0" lvl="7"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8pPr>
            <a:lvl9pPr marL="0" marR="0" lvl="8" indent="0" algn="l">
              <a:lnSpc>
                <a:spcPct val="100000"/>
              </a:lnSpc>
              <a:spcBef>
                <a:spcPts val="0"/>
              </a:spcBef>
              <a:spcAft>
                <a:spcPts val="0"/>
              </a:spcAft>
              <a:buClr>
                <a:srgbClr val="000000"/>
              </a:buClr>
              <a:buSzPts val="900"/>
              <a:buFont typeface="Arial"/>
              <a:buNone/>
              <a:defRPr sz="900" b="0" i="0" u="none" strike="noStrike" cap="none">
                <a:solidFill>
                  <a:srgbClr val="A5A5A5"/>
                </a:solidFill>
                <a:latin typeface="Avenir"/>
                <a:ea typeface="Avenir"/>
                <a:cs typeface="Avenir"/>
                <a:sym typeface="Avenir"/>
              </a:defRPr>
            </a:lvl9pPr>
          </a:lstStyle>
          <a:p>
            <a:pPr marL="0" lvl="0" indent="0" algn="l" rtl="0">
              <a:spcBef>
                <a:spcPts val="0"/>
              </a:spcBef>
              <a:spcAft>
                <a:spcPts val="0"/>
              </a:spcAft>
              <a:buNone/>
            </a:pPr>
            <a:r>
              <a:rPr lang="en-US"/>
              <a:t>page </a:t>
            </a:r>
            <a:fld id="{00000000-1234-1234-1234-123412341234}" type="slidenum">
              <a:rPr lang="en-US"/>
              <a:t>‹nº›</a:t>
            </a:fld>
            <a:endParaRPr/>
          </a:p>
        </p:txBody>
      </p:sp>
      <p:sp>
        <p:nvSpPr>
          <p:cNvPr id="368" name="Google Shape;368;p74"/>
          <p:cNvSpPr/>
          <p:nvPr/>
        </p:nvSpPr>
        <p:spPr>
          <a:xfrm>
            <a:off x="8006576" y="141249"/>
            <a:ext cx="973800" cy="869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with chart">
  <p:cSld name="Title with chart">
    <p:spTree>
      <p:nvGrpSpPr>
        <p:cNvPr id="1" name="Shape 369"/>
        <p:cNvGrpSpPr/>
        <p:nvPr/>
      </p:nvGrpSpPr>
      <p:grpSpPr>
        <a:xfrm>
          <a:off x="0" y="0"/>
          <a:ext cx="0" cy="0"/>
          <a:chOff x="0" y="0"/>
          <a:chExt cx="0" cy="0"/>
        </a:xfrm>
      </p:grpSpPr>
      <p:sp>
        <p:nvSpPr>
          <p:cNvPr id="370" name="Google Shape;370;p75"/>
          <p:cNvSpPr txBox="1">
            <a:spLocks noGrp="1"/>
          </p:cNvSpPr>
          <p:nvPr>
            <p:ph type="body" idx="1"/>
          </p:nvPr>
        </p:nvSpPr>
        <p:spPr>
          <a:xfrm>
            <a:off x="252000" y="1440001"/>
            <a:ext cx="2736000" cy="10800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None/>
              <a:defRPr sz="1200"/>
            </a:lvl1pPr>
            <a:lvl2pPr marL="914400" lvl="1" indent="-228600" algn="l">
              <a:lnSpc>
                <a:spcPct val="95000"/>
              </a:lnSpc>
              <a:spcBef>
                <a:spcPts val="0"/>
              </a:spcBef>
              <a:spcAft>
                <a:spcPts val="0"/>
              </a:spcAft>
              <a:buClr>
                <a:schemeClr val="dk1"/>
              </a:buClr>
              <a:buSzPts val="1050"/>
              <a:buNone/>
              <a:defRPr sz="1050"/>
            </a:lvl2pPr>
            <a:lvl3pPr marL="1371600" lvl="2" indent="-228600" algn="l">
              <a:lnSpc>
                <a:spcPct val="95000"/>
              </a:lnSpc>
              <a:spcBef>
                <a:spcPts val="0"/>
              </a:spcBef>
              <a:spcAft>
                <a:spcPts val="0"/>
              </a:spcAft>
              <a:buClr>
                <a:schemeClr val="dk1"/>
              </a:buClr>
              <a:buSzPts val="900"/>
              <a:buNone/>
              <a:defRPr sz="900"/>
            </a:lvl3pPr>
            <a:lvl4pPr marL="1828800" lvl="3" indent="-228600" algn="l">
              <a:lnSpc>
                <a:spcPct val="95000"/>
              </a:lnSpc>
              <a:spcBef>
                <a:spcPts val="0"/>
              </a:spcBef>
              <a:spcAft>
                <a:spcPts val="0"/>
              </a:spcAft>
              <a:buClr>
                <a:schemeClr val="dk1"/>
              </a:buClr>
              <a:buSzPts val="750"/>
              <a:buNone/>
              <a:defRPr sz="750"/>
            </a:lvl4pPr>
            <a:lvl5pPr marL="2286000" lvl="4" indent="-228600" algn="l">
              <a:lnSpc>
                <a:spcPct val="95000"/>
              </a:lnSpc>
              <a:spcBef>
                <a:spcPts val="0"/>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371" name="Google Shape;371;p75"/>
          <p:cNvSpPr txBox="1">
            <a:spLocks noGrp="1"/>
          </p:cNvSpPr>
          <p:nvPr>
            <p:ph type="sldNum" idx="12"/>
          </p:nvPr>
        </p:nvSpPr>
        <p:spPr>
          <a:xfrm>
            <a:off x="194950" y="4962000"/>
            <a:ext cx="720000" cy="180000"/>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r>
              <a:rPr lang="en-US"/>
              <a:t>page </a:t>
            </a:r>
            <a:fld id="{00000000-1234-1234-1234-123412341234}" type="slidenum">
              <a:rPr lang="en-US"/>
              <a:t>‹nº›</a:t>
            </a:fld>
            <a:endParaRPr/>
          </a:p>
        </p:txBody>
      </p:sp>
      <p:sp>
        <p:nvSpPr>
          <p:cNvPr id="372" name="Google Shape;372;p75"/>
          <p:cNvSpPr txBox="1">
            <a:spLocks noGrp="1"/>
          </p:cNvSpPr>
          <p:nvPr>
            <p:ph type="title"/>
          </p:nvPr>
        </p:nvSpPr>
        <p:spPr>
          <a:xfrm>
            <a:off x="252000" y="198000"/>
            <a:ext cx="6480000" cy="864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3" name="Google Shape;373;p75"/>
          <p:cNvSpPr txBox="1">
            <a:spLocks noGrp="1"/>
          </p:cNvSpPr>
          <p:nvPr>
            <p:ph type="body" idx="2"/>
          </p:nvPr>
        </p:nvSpPr>
        <p:spPr>
          <a:xfrm>
            <a:off x="3132000" y="1440001"/>
            <a:ext cx="5760000" cy="32277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00"/>
              <a:buFont typeface="Avenir"/>
              <a:buNone/>
              <a:defRPr/>
            </a:lvl1pPr>
            <a:lvl2pPr marL="914400" lvl="1" indent="-342900" algn="l">
              <a:lnSpc>
                <a:spcPct val="95000"/>
              </a:lnSpc>
              <a:spcBef>
                <a:spcPts val="0"/>
              </a:spcBef>
              <a:spcAft>
                <a:spcPts val="0"/>
              </a:spcAft>
              <a:buClr>
                <a:schemeClr val="dk1"/>
              </a:buClr>
              <a:buSzPts val="1800"/>
              <a:buChar char="•"/>
              <a:defRPr/>
            </a:lvl2pPr>
            <a:lvl3pPr marL="1371600" lvl="2" indent="-342900" algn="l">
              <a:lnSpc>
                <a:spcPct val="95000"/>
              </a:lnSpc>
              <a:spcBef>
                <a:spcPts val="0"/>
              </a:spcBef>
              <a:spcAft>
                <a:spcPts val="0"/>
              </a:spcAft>
              <a:buClr>
                <a:schemeClr val="dk1"/>
              </a:buClr>
              <a:buSzPts val="1800"/>
              <a:buChar char="•"/>
              <a:defRPr/>
            </a:lvl3pPr>
            <a:lvl4pPr marL="1828800" lvl="3" indent="-342900" algn="l">
              <a:lnSpc>
                <a:spcPct val="95000"/>
              </a:lnSpc>
              <a:spcBef>
                <a:spcPts val="0"/>
              </a:spcBef>
              <a:spcAft>
                <a:spcPts val="0"/>
              </a:spcAft>
              <a:buClr>
                <a:schemeClr val="dk1"/>
              </a:buClr>
              <a:buSzPts val="1800"/>
              <a:buChar char="•"/>
              <a:defRPr/>
            </a:lvl4pPr>
            <a:lvl5pPr marL="2286000" lvl="4" indent="-342900" algn="l">
              <a:lnSpc>
                <a:spcPct val="95000"/>
              </a:lnSpc>
              <a:spcBef>
                <a:spcPts val="0"/>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74" name="Google Shape;374;p75"/>
          <p:cNvSpPr txBox="1">
            <a:spLocks noGrp="1"/>
          </p:cNvSpPr>
          <p:nvPr>
            <p:ph type="body" idx="3"/>
          </p:nvPr>
        </p:nvSpPr>
        <p:spPr>
          <a:xfrm>
            <a:off x="252000" y="3407025"/>
            <a:ext cx="2736000" cy="10800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None/>
              <a:defRPr sz="1200"/>
            </a:lvl1pPr>
            <a:lvl2pPr marL="914400" lvl="1" indent="-228600" algn="l">
              <a:lnSpc>
                <a:spcPct val="95000"/>
              </a:lnSpc>
              <a:spcBef>
                <a:spcPts val="0"/>
              </a:spcBef>
              <a:spcAft>
                <a:spcPts val="0"/>
              </a:spcAft>
              <a:buClr>
                <a:schemeClr val="dk1"/>
              </a:buClr>
              <a:buSzPts val="1050"/>
              <a:buNone/>
              <a:defRPr sz="1050"/>
            </a:lvl2pPr>
            <a:lvl3pPr marL="1371600" lvl="2" indent="-228600" algn="l">
              <a:lnSpc>
                <a:spcPct val="95000"/>
              </a:lnSpc>
              <a:spcBef>
                <a:spcPts val="0"/>
              </a:spcBef>
              <a:spcAft>
                <a:spcPts val="0"/>
              </a:spcAft>
              <a:buClr>
                <a:schemeClr val="dk1"/>
              </a:buClr>
              <a:buSzPts val="900"/>
              <a:buNone/>
              <a:defRPr sz="900"/>
            </a:lvl3pPr>
            <a:lvl4pPr marL="1828800" lvl="3" indent="-228600" algn="l">
              <a:lnSpc>
                <a:spcPct val="95000"/>
              </a:lnSpc>
              <a:spcBef>
                <a:spcPts val="0"/>
              </a:spcBef>
              <a:spcAft>
                <a:spcPts val="0"/>
              </a:spcAft>
              <a:buClr>
                <a:schemeClr val="dk1"/>
              </a:buClr>
              <a:buSzPts val="750"/>
              <a:buNone/>
              <a:defRPr sz="750"/>
            </a:lvl4pPr>
            <a:lvl5pPr marL="2286000" lvl="4" indent="-228600" algn="l">
              <a:lnSpc>
                <a:spcPct val="95000"/>
              </a:lnSpc>
              <a:spcBef>
                <a:spcPts val="0"/>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1 1" type="obj">
  <p:cSld name="OBJECT">
    <p:spTree>
      <p:nvGrpSpPr>
        <p:cNvPr id="1" name="Shape 37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_Title">
  <p:cSld name="4_Title">
    <p:spTree>
      <p:nvGrpSpPr>
        <p:cNvPr id="1" name="Shape 376"/>
        <p:cNvGrpSpPr/>
        <p:nvPr/>
      </p:nvGrpSpPr>
      <p:grpSpPr>
        <a:xfrm>
          <a:off x="0" y="0"/>
          <a:ext cx="0" cy="0"/>
          <a:chOff x="0" y="0"/>
          <a:chExt cx="0" cy="0"/>
        </a:xfrm>
      </p:grpSpPr>
      <p:sp>
        <p:nvSpPr>
          <p:cNvPr id="377" name="Google Shape;377;p77"/>
          <p:cNvSpPr txBox="1">
            <a:spLocks noGrp="1"/>
          </p:cNvSpPr>
          <p:nvPr>
            <p:ph type="title"/>
          </p:nvPr>
        </p:nvSpPr>
        <p:spPr>
          <a:xfrm>
            <a:off x="450000" y="830619"/>
            <a:ext cx="8244000" cy="372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20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78" name="Google Shape;378;p77"/>
          <p:cNvSpPr txBox="1">
            <a:spLocks noGrp="1"/>
          </p:cNvSpPr>
          <p:nvPr>
            <p:ph type="ftr" idx="11"/>
          </p:nvPr>
        </p:nvSpPr>
        <p:spPr>
          <a:xfrm>
            <a:off x="144066" y="146385"/>
            <a:ext cx="6912600" cy="1080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100"/>
              <a:buFont typeface="Arial"/>
              <a:buNone/>
              <a:defRPr sz="700" b="0" i="0" u="none" strike="noStrike" cap="none">
                <a:solidFill>
                  <a:srgbClr val="40404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1"/>
          <p:cNvSpPr txBox="1">
            <a:spLocks noGrp="1"/>
          </p:cNvSpPr>
          <p:nvPr>
            <p:ph type="title"/>
          </p:nvPr>
        </p:nvSpPr>
        <p:spPr>
          <a:xfrm>
            <a:off x="468314" y="366713"/>
            <a:ext cx="8207400" cy="2880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accent1"/>
              </a:buClr>
              <a:buSzPts val="2600"/>
              <a:buFont typeface="Roboto Light"/>
              <a:buNone/>
              <a:defRPr sz="2600" b="0" i="0" u="none" strike="noStrike" cap="none">
                <a:solidFill>
                  <a:schemeClr val="accent1"/>
                </a:solidFill>
                <a:latin typeface="Roboto Light"/>
                <a:ea typeface="Roboto Light"/>
                <a:cs typeface="Roboto Light"/>
                <a:sym typeface="Roboto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51"/>
          <p:cNvSpPr txBox="1">
            <a:spLocks noGrp="1"/>
          </p:cNvSpPr>
          <p:nvPr>
            <p:ph type="body" idx="1"/>
          </p:nvPr>
        </p:nvSpPr>
        <p:spPr>
          <a:xfrm>
            <a:off x="468313" y="906717"/>
            <a:ext cx="8207400" cy="35652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600"/>
              </a:spcBef>
              <a:spcAft>
                <a:spcPts val="0"/>
              </a:spcAft>
              <a:buClr>
                <a:schemeClr val="dk1"/>
              </a:buClr>
              <a:buSzPts val="1200"/>
              <a:buFont typeface="Arial"/>
              <a:buNone/>
              <a:defRPr sz="1200" b="0" i="0" u="none" strike="noStrike" cap="none">
                <a:solidFill>
                  <a:schemeClr val="dk1"/>
                </a:solidFill>
                <a:latin typeface="Roboto Light"/>
                <a:ea typeface="Roboto Light"/>
                <a:cs typeface="Roboto Light"/>
                <a:sym typeface="Roboto Light"/>
              </a:defRPr>
            </a:lvl1pPr>
            <a:lvl2pPr marL="914400" marR="0" lvl="1"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Roboto Light"/>
                <a:ea typeface="Roboto Light"/>
                <a:cs typeface="Roboto Light"/>
                <a:sym typeface="Roboto Light"/>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Roboto Light"/>
                <a:ea typeface="Roboto Light"/>
                <a:cs typeface="Roboto Light"/>
                <a:sym typeface="Roboto Light"/>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Roboto Light"/>
                <a:ea typeface="Roboto Light"/>
                <a:cs typeface="Roboto Light"/>
                <a:sym typeface="Roboto Light"/>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Roboto Light"/>
                <a:ea typeface="Roboto Light"/>
                <a:cs typeface="Roboto Light"/>
                <a:sym typeface="Roboto Light"/>
              </a:defRPr>
            </a:lvl5pPr>
            <a:lvl6pPr marL="2743200" marR="0" lvl="5"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Roboto Light"/>
                <a:ea typeface="Roboto Light"/>
                <a:cs typeface="Roboto Light"/>
                <a:sym typeface="Roboto Light"/>
              </a:defRPr>
            </a:lvl6pPr>
            <a:lvl7pPr marL="3200400" marR="0" lvl="6"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Roboto Light"/>
                <a:ea typeface="Roboto Light"/>
                <a:cs typeface="Roboto Light"/>
                <a:sym typeface="Roboto Light"/>
              </a:defRPr>
            </a:lvl7pPr>
            <a:lvl8pPr marL="3657600" marR="0" lvl="7"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Roboto Light"/>
                <a:ea typeface="Roboto Light"/>
                <a:cs typeface="Roboto Light"/>
                <a:sym typeface="Roboto Light"/>
              </a:defRPr>
            </a:lvl8pPr>
            <a:lvl9pPr marL="4114800" marR="0" lvl="8"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Roboto Light"/>
                <a:ea typeface="Roboto Light"/>
                <a:cs typeface="Roboto Light"/>
                <a:sym typeface="Roboto Light"/>
              </a:defRPr>
            </a:lvl9pPr>
          </a:lstStyle>
          <a:p>
            <a:endParaRPr/>
          </a:p>
        </p:txBody>
      </p:sp>
      <p:sp>
        <p:nvSpPr>
          <p:cNvPr id="8" name="Google Shape;8;p51"/>
          <p:cNvSpPr txBox="1">
            <a:spLocks noGrp="1"/>
          </p:cNvSpPr>
          <p:nvPr>
            <p:ph type="sldNum" idx="12"/>
          </p:nvPr>
        </p:nvSpPr>
        <p:spPr>
          <a:xfrm>
            <a:off x="468314" y="4728125"/>
            <a:ext cx="412800" cy="148800"/>
          </a:xfrm>
          <a:prstGeom prst="rect">
            <a:avLst/>
          </a:prstGeom>
          <a:noFill/>
          <a:ln>
            <a:noFill/>
          </a:ln>
        </p:spPr>
        <p:txBody>
          <a:bodyPr spcFirstLastPara="1" wrap="square" lIns="0" tIns="0" rIns="0" bIns="0" anchor="ctr" anchorCtr="0">
            <a:noAutofit/>
          </a:bodyPr>
          <a:lstStyle>
            <a:lvl1pPr marL="0" marR="0" lvl="0"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1pPr>
            <a:lvl2pPr marL="0" marR="0" lvl="1"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2pPr>
            <a:lvl3pPr marL="0" marR="0" lvl="2"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3pPr>
            <a:lvl4pPr marL="0" marR="0" lvl="3"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4pPr>
            <a:lvl5pPr marL="0" marR="0" lvl="4"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5pPr>
            <a:lvl6pPr marL="0" marR="0" lvl="5"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6pPr>
            <a:lvl7pPr marL="0" marR="0" lvl="6"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7pPr>
            <a:lvl8pPr marL="0" marR="0" lvl="7"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8pPr>
            <a:lvl9pPr marL="0" marR="0" lvl="8" indent="0" algn="l" rtl="0">
              <a:lnSpc>
                <a:spcPct val="100000"/>
              </a:lnSpc>
              <a:spcBef>
                <a:spcPts val="0"/>
              </a:spcBef>
              <a:spcAft>
                <a:spcPts val="0"/>
              </a:spcAft>
              <a:buClr>
                <a:srgbClr val="000000"/>
              </a:buClr>
              <a:buSzPts val="1200"/>
              <a:buFont typeface="Arial"/>
              <a:buNone/>
              <a:defRPr sz="1200" b="0" i="0" u="none" strike="noStrike" cap="none">
                <a:solidFill>
                  <a:schemeClr val="accent1"/>
                </a:solidFill>
                <a:latin typeface="Roboto Light"/>
                <a:ea typeface="Roboto Light"/>
                <a:cs typeface="Roboto Light"/>
                <a:sym typeface="Roboto Light"/>
              </a:defRPr>
            </a:lvl9pPr>
          </a:lstStyle>
          <a:p>
            <a:pPr marL="0" lvl="0" indent="0" algn="l" rtl="0">
              <a:spcBef>
                <a:spcPts val="0"/>
              </a:spcBef>
              <a:spcAft>
                <a:spcPts val="0"/>
              </a:spcAft>
              <a:buNone/>
            </a:pPr>
            <a:fld id="{00000000-1234-1234-1234-123412341234}" type="slidenum">
              <a:rPr lang="en-US"/>
              <a:t>‹nº›</a:t>
            </a:fld>
            <a:endParaRPr/>
          </a:p>
        </p:txBody>
      </p:sp>
      <p:pic>
        <p:nvPicPr>
          <p:cNvPr id="9" name="Google Shape;9;p51"/>
          <p:cNvPicPr preferRelativeResize="0"/>
          <p:nvPr/>
        </p:nvPicPr>
        <p:blipFill rotWithShape="1">
          <a:blip r:embed="rId28">
            <a:alphaModFix/>
          </a:blip>
          <a:srcRect/>
          <a:stretch/>
        </p:blipFill>
        <p:spPr>
          <a:xfrm>
            <a:off x="7779464" y="4728124"/>
            <a:ext cx="896225" cy="148675"/>
          </a:xfrm>
          <a:prstGeom prst="rect">
            <a:avLst/>
          </a:prstGeom>
          <a:noFill/>
          <a:ln>
            <a:noFill/>
          </a:ln>
        </p:spPr>
      </p:pic>
      <p:grpSp>
        <p:nvGrpSpPr>
          <p:cNvPr id="10" name="Google Shape;10;p51"/>
          <p:cNvGrpSpPr/>
          <p:nvPr/>
        </p:nvGrpSpPr>
        <p:grpSpPr>
          <a:xfrm>
            <a:off x="7501620" y="198159"/>
            <a:ext cx="1382548" cy="415806"/>
            <a:chOff x="1427489" y="1720305"/>
            <a:chExt cx="1929047" cy="618207"/>
          </a:xfrm>
        </p:grpSpPr>
        <p:sp>
          <p:nvSpPr>
            <p:cNvPr id="11" name="Google Shape;11;p51"/>
            <p:cNvSpPr/>
            <p:nvPr/>
          </p:nvSpPr>
          <p:spPr>
            <a:xfrm>
              <a:off x="1427489"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10112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51"/>
            <p:cNvSpPr/>
            <p:nvPr/>
          </p:nvSpPr>
          <p:spPr>
            <a:xfrm>
              <a:off x="1716551"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10112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51"/>
            <p:cNvSpPr/>
            <p:nvPr/>
          </p:nvSpPr>
          <p:spPr>
            <a:xfrm>
              <a:off x="1934822"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10112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51"/>
            <p:cNvSpPr/>
            <p:nvPr/>
          </p:nvSpPr>
          <p:spPr>
            <a:xfrm>
              <a:off x="2268550"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10112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51"/>
            <p:cNvSpPr/>
            <p:nvPr/>
          </p:nvSpPr>
          <p:spPr>
            <a:xfrm>
              <a:off x="2558455"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10112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51"/>
            <p:cNvSpPr/>
            <p:nvPr/>
          </p:nvSpPr>
          <p:spPr>
            <a:xfrm>
              <a:off x="3077587"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51"/>
            <p:cNvSpPr/>
            <p:nvPr/>
          </p:nvSpPr>
          <p:spPr>
            <a:xfrm>
              <a:off x="3077587"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51"/>
            <p:cNvSpPr/>
            <p:nvPr/>
          </p:nvSpPr>
          <p:spPr>
            <a:xfrm rot="10800000">
              <a:off x="2838247"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51"/>
            <p:cNvSpPr/>
            <p:nvPr/>
          </p:nvSpPr>
          <p:spPr>
            <a:xfrm rot="10800000">
              <a:off x="3064103"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51"/>
            <p:cNvSpPr/>
            <p:nvPr/>
          </p:nvSpPr>
          <p:spPr>
            <a:xfrm>
              <a:off x="3039664"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51"/>
            <p:cNvSpPr/>
            <p:nvPr/>
          </p:nvSpPr>
          <p:spPr>
            <a:xfrm>
              <a:off x="2885441"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51"/>
            <p:cNvSpPr/>
            <p:nvPr/>
          </p:nvSpPr>
          <p:spPr>
            <a:xfrm>
              <a:off x="2885441"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51"/>
            <p:cNvSpPr/>
            <p:nvPr/>
          </p:nvSpPr>
          <p:spPr>
            <a:xfrm>
              <a:off x="3116354"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 name="CaixaDeTexto 2">
            <a:extLst>
              <a:ext uri="{FF2B5EF4-FFF2-40B4-BE49-F238E27FC236}">
                <a16:creationId xmlns:a16="http://schemas.microsoft.com/office/drawing/2014/main" id="{D9A7DFC1-A603-9768-ECE2-49786928FE91}"/>
              </a:ext>
            </a:extLst>
          </p:cNvPr>
          <p:cNvSpPr txBox="1"/>
          <p:nvPr userDrawn="1">
            <p:extLst>
              <p:ext uri="{1162E1C5-73C7-4A58-AE30-91384D911F3F}">
                <p184:classification xmlns:p184="http://schemas.microsoft.com/office/powerpoint/2018/4/main" val="ftr"/>
              </p:ext>
            </p:extLst>
          </p:nvPr>
        </p:nvSpPr>
        <p:spPr>
          <a:xfrm>
            <a:off x="63500" y="4927600"/>
            <a:ext cx="1076325" cy="152400"/>
          </a:xfrm>
          <a:prstGeom prst="rect">
            <a:avLst/>
          </a:prstGeom>
        </p:spPr>
        <p:txBody>
          <a:bodyPr horzOverflow="overflow" lIns="0" tIns="0" rIns="0" bIns="0">
            <a:spAutoFit/>
          </a:bodyPr>
          <a:lstStyle/>
          <a:p>
            <a:pPr algn="l"/>
            <a:r>
              <a:rPr lang="pt-BR" sz="1000">
                <a:solidFill>
                  <a:srgbClr val="FFFF00">
                    <a:alpha val="50000"/>
                  </a:srgbClr>
                </a:solidFill>
                <a:latin typeface="Calibri" panose="020F0502020204030204" pitchFamily="34" charset="0"/>
                <a:ea typeface="Calibri" panose="020F0502020204030204" pitchFamily="34" charset="0"/>
                <a:cs typeface="Calibri" panose="020F0502020204030204" pitchFamily="34" charset="0"/>
              </a:rPr>
              <a:t>Internal Information</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95">
          <p15:clr>
            <a:srgbClr val="A4A3A4"/>
          </p15:clr>
        </p15:guide>
        <p15:guide id="2" pos="5465">
          <p15:clr>
            <a:srgbClr val="A4A3A4"/>
          </p15:clr>
        </p15:guide>
        <p15:guide id="3">
          <p15:clr>
            <a:srgbClr val="F26B43"/>
          </p15:clr>
        </p15:guide>
        <p15:guide id="4" pos="5760">
          <p15:clr>
            <a:srgbClr val="F26B43"/>
          </p15:clr>
        </p15:guide>
        <p15:guide id="5" orient="horz" pos="3072">
          <p15:clr>
            <a:srgbClr val="A4A3A4"/>
          </p15:clr>
        </p15:guide>
        <p15:guide id="6" orient="horz" pos="327">
          <p15:clr>
            <a:srgbClr val="A4A3A4"/>
          </p15:clr>
        </p15:guide>
        <p15:guide id="7" orient="horz" pos="2913">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1"/>
          <p:cNvSpPr txBox="1">
            <a:spLocks noGrp="1"/>
          </p:cNvSpPr>
          <p:nvPr>
            <p:ph type="ctrTitle"/>
          </p:nvPr>
        </p:nvSpPr>
        <p:spPr>
          <a:xfrm>
            <a:off x="468306" y="3357250"/>
            <a:ext cx="3564000" cy="9570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dk1"/>
              </a:buClr>
              <a:buSzPts val="2400"/>
              <a:buFont typeface="Arial"/>
              <a:buNone/>
            </a:pPr>
            <a:r>
              <a:rPr lang="en-US" sz="1400" dirty="0">
                <a:solidFill>
                  <a:schemeClr val="lt2"/>
                </a:solidFill>
              </a:rPr>
              <a:t>Imagine Design Workshop </a:t>
            </a:r>
            <a:br>
              <a:rPr lang="en-US" sz="1400" dirty="0">
                <a:solidFill>
                  <a:schemeClr val="lt1"/>
                </a:solidFill>
              </a:rPr>
            </a:br>
            <a:r>
              <a:rPr lang="en-US" sz="1400" b="1" dirty="0">
                <a:solidFill>
                  <a:schemeClr val="lt2"/>
                </a:solidFill>
                <a:latin typeface="Roboto"/>
                <a:ea typeface="Roboto"/>
                <a:cs typeface="Roboto"/>
                <a:sym typeface="Roboto"/>
              </a:rPr>
              <a:t>Plan to Produce</a:t>
            </a:r>
            <a:r>
              <a:rPr lang="en-US" sz="1400" dirty="0">
                <a:solidFill>
                  <a:schemeClr val="lt2"/>
                </a:solidFill>
              </a:rPr>
              <a:t> | </a:t>
            </a:r>
            <a:r>
              <a:rPr lang="en-US" sz="1400" dirty="0">
                <a:solidFill>
                  <a:schemeClr val="lt1"/>
                </a:solidFill>
              </a:rPr>
              <a:t>P2P</a:t>
            </a:r>
            <a:endParaRPr sz="1400" dirty="0">
              <a:solidFill>
                <a:schemeClr val="lt2"/>
              </a:solidFill>
            </a:endParaRPr>
          </a:p>
          <a:p>
            <a:pPr marL="0" lvl="0" indent="0" algn="l" rtl="0">
              <a:lnSpc>
                <a:spcPct val="100000"/>
              </a:lnSpc>
              <a:spcBef>
                <a:spcPts val="400"/>
              </a:spcBef>
              <a:spcAft>
                <a:spcPts val="0"/>
              </a:spcAft>
              <a:buClr>
                <a:schemeClr val="dk1"/>
              </a:buClr>
              <a:buSzPts val="2400"/>
              <a:buFont typeface="Arial"/>
              <a:buNone/>
            </a:pPr>
            <a:r>
              <a:rPr lang="en-US" sz="1400" dirty="0">
                <a:solidFill>
                  <a:schemeClr val="lt2"/>
                </a:solidFill>
              </a:rPr>
              <a:t>Manufacturing Plant</a:t>
            </a:r>
            <a:endParaRPr sz="1400" dirty="0">
              <a:solidFill>
                <a:schemeClr val="lt2"/>
              </a:solidFill>
            </a:endParaRPr>
          </a:p>
        </p:txBody>
      </p:sp>
      <p:sp>
        <p:nvSpPr>
          <p:cNvPr id="384" name="Google Shape;384;p1"/>
          <p:cNvSpPr txBox="1">
            <a:spLocks noGrp="1"/>
          </p:cNvSpPr>
          <p:nvPr>
            <p:ph type="subTitle" idx="1"/>
          </p:nvPr>
        </p:nvSpPr>
        <p:spPr>
          <a:xfrm>
            <a:off x="468306" y="4466550"/>
            <a:ext cx="3428400" cy="265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600"/>
              </a:spcBef>
              <a:spcAft>
                <a:spcPts val="0"/>
              </a:spcAft>
              <a:buSzPts val="1600"/>
              <a:buNone/>
            </a:pPr>
            <a:r>
              <a:rPr lang="en-US" dirty="0"/>
              <a:t>08/10/2025</a:t>
            </a:r>
            <a:endParaRPr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
          <p:cNvSpPr/>
          <p:nvPr/>
        </p:nvSpPr>
        <p:spPr>
          <a:xfrm>
            <a:off x="3833741" y="959252"/>
            <a:ext cx="34289" cy="34289"/>
          </a:xfrm>
          <a:prstGeom prst="ellipse">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800"/>
              <a:buFont typeface="Calibri"/>
              <a:buNone/>
            </a:pPr>
            <a:endParaRPr sz="800" b="0" i="0" u="none" strike="noStrike" cap="none" dirty="0">
              <a:solidFill>
                <a:srgbClr val="FFFFFF"/>
              </a:solidFill>
              <a:latin typeface="Arial"/>
              <a:ea typeface="Arial"/>
              <a:cs typeface="Arial"/>
              <a:sym typeface="Arial"/>
            </a:endParaRPr>
          </a:p>
        </p:txBody>
      </p:sp>
      <p:sp>
        <p:nvSpPr>
          <p:cNvPr id="399" name="Google Shape;399;p3"/>
          <p:cNvSpPr txBox="1"/>
          <p:nvPr/>
        </p:nvSpPr>
        <p:spPr>
          <a:xfrm>
            <a:off x="398878" y="761339"/>
            <a:ext cx="8385553" cy="524537"/>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sym typeface="Arial"/>
            </a:endParaRPr>
          </a:p>
        </p:txBody>
      </p:sp>
      <p:sp>
        <p:nvSpPr>
          <p:cNvPr id="400" name="Google Shape;400;p3"/>
          <p:cNvSpPr txBox="1">
            <a:spLocks noGrp="1"/>
          </p:cNvSpPr>
          <p:nvPr>
            <p:ph type="subTitle" idx="1"/>
          </p:nvPr>
        </p:nvSpPr>
        <p:spPr>
          <a:xfrm>
            <a:off x="468300" y="550629"/>
            <a:ext cx="6070200" cy="5916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600"/>
              <a:buNone/>
            </a:pPr>
            <a:r>
              <a:rPr lang="en-US" sz="1100" dirty="0"/>
              <a:t>We would expect the following outputs and deliverables coming from the workshops:</a:t>
            </a:r>
            <a:endParaRPr dirty="0"/>
          </a:p>
        </p:txBody>
      </p:sp>
      <p:sp>
        <p:nvSpPr>
          <p:cNvPr id="401" name="Google Shape;401;p3"/>
          <p:cNvSpPr txBox="1">
            <a:spLocks noGrp="1"/>
          </p:cNvSpPr>
          <p:nvPr>
            <p:ph type="title"/>
          </p:nvPr>
        </p:nvSpPr>
        <p:spPr>
          <a:xfrm>
            <a:off x="468289" y="112538"/>
            <a:ext cx="8207400" cy="288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600"/>
              <a:buNone/>
            </a:pPr>
            <a:r>
              <a:rPr lang="en-US" dirty="0"/>
              <a:t>Workshop Goals  after agenda</a:t>
            </a:r>
            <a:endParaRPr dirty="0"/>
          </a:p>
        </p:txBody>
      </p:sp>
      <p:graphicFrame>
        <p:nvGraphicFramePr>
          <p:cNvPr id="402" name="Google Shape;402;p3"/>
          <p:cNvGraphicFramePr/>
          <p:nvPr/>
        </p:nvGraphicFramePr>
        <p:xfrm>
          <a:off x="468315" y="993452"/>
          <a:ext cx="7847500" cy="1685885"/>
        </p:xfrm>
        <a:graphic>
          <a:graphicData uri="http://schemas.openxmlformats.org/drawingml/2006/table">
            <a:tbl>
              <a:tblPr firstRow="1" bandRow="1">
                <a:noFill/>
                <a:tableStyleId>{5B956BD0-8FD8-4390-AC5A-97025876A518}</a:tableStyleId>
              </a:tblPr>
              <a:tblGrid>
                <a:gridCol w="440225">
                  <a:extLst>
                    <a:ext uri="{9D8B030D-6E8A-4147-A177-3AD203B41FA5}">
                      <a16:colId xmlns:a16="http://schemas.microsoft.com/office/drawing/2014/main" val="20000"/>
                    </a:ext>
                  </a:extLst>
                </a:gridCol>
                <a:gridCol w="2387550">
                  <a:extLst>
                    <a:ext uri="{9D8B030D-6E8A-4147-A177-3AD203B41FA5}">
                      <a16:colId xmlns:a16="http://schemas.microsoft.com/office/drawing/2014/main" val="20001"/>
                    </a:ext>
                  </a:extLst>
                </a:gridCol>
                <a:gridCol w="2470275">
                  <a:extLst>
                    <a:ext uri="{9D8B030D-6E8A-4147-A177-3AD203B41FA5}">
                      <a16:colId xmlns:a16="http://schemas.microsoft.com/office/drawing/2014/main" val="20002"/>
                    </a:ext>
                  </a:extLst>
                </a:gridCol>
                <a:gridCol w="2549450">
                  <a:extLst>
                    <a:ext uri="{9D8B030D-6E8A-4147-A177-3AD203B41FA5}">
                      <a16:colId xmlns:a16="http://schemas.microsoft.com/office/drawing/2014/main" val="20003"/>
                    </a:ext>
                  </a:extLst>
                </a:gridCol>
              </a:tblGrid>
              <a:tr h="172125">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dirty="0">
                          <a:solidFill>
                            <a:srgbClr val="000000"/>
                          </a:solidFill>
                          <a:latin typeface="Roboto"/>
                          <a:ea typeface="Roboto"/>
                          <a:cs typeface="Roboto"/>
                          <a:sym typeface="Roboto"/>
                        </a:rPr>
                        <a:t>#</a:t>
                      </a:r>
                      <a:endParaRPr sz="1100" u="none" strike="noStrike" cap="none" dirty="0">
                        <a:latin typeface="Roboto"/>
                        <a:ea typeface="Roboto"/>
                        <a:cs typeface="Roboto"/>
                        <a:sym typeface="Roboto"/>
                      </a:endParaRPr>
                    </a:p>
                  </a:txBody>
                  <a:tcPr marL="68575" marR="68575" marT="34275" marB="3427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7DACED"/>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dirty="0">
                          <a:solidFill>
                            <a:srgbClr val="000000"/>
                          </a:solidFill>
                          <a:latin typeface="Roboto"/>
                          <a:ea typeface="Roboto"/>
                          <a:cs typeface="Roboto"/>
                          <a:sym typeface="Roboto"/>
                        </a:rPr>
                        <a:t>Workshop Topics</a:t>
                      </a:r>
                      <a:endParaRPr sz="1100" u="none" strike="noStrike" cap="none" dirty="0">
                        <a:latin typeface="Roboto"/>
                        <a:ea typeface="Roboto"/>
                        <a:cs typeface="Roboto"/>
                        <a:sym typeface="Roboto"/>
                      </a:endParaRPr>
                    </a:p>
                  </a:txBody>
                  <a:tcPr marL="68575" marR="68575" marT="34275" marB="3427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7DACED"/>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dirty="0">
                          <a:solidFill>
                            <a:srgbClr val="000000"/>
                          </a:solidFill>
                          <a:latin typeface="Roboto"/>
                          <a:ea typeface="Roboto"/>
                          <a:cs typeface="Roboto"/>
                          <a:sym typeface="Roboto"/>
                        </a:rPr>
                        <a:t>Output</a:t>
                      </a:r>
                      <a:endParaRPr sz="1100" u="none" strike="noStrike" cap="none" dirty="0">
                        <a:latin typeface="Roboto"/>
                        <a:ea typeface="Roboto"/>
                        <a:cs typeface="Roboto"/>
                        <a:sym typeface="Roboto"/>
                      </a:endParaRPr>
                    </a:p>
                  </a:txBody>
                  <a:tcPr marL="68575" marR="68575" marT="34275" marB="3427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7DACED"/>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dirty="0">
                          <a:solidFill>
                            <a:srgbClr val="000000"/>
                          </a:solidFill>
                          <a:latin typeface="Roboto"/>
                          <a:ea typeface="Roboto"/>
                          <a:cs typeface="Roboto"/>
                          <a:sym typeface="Roboto"/>
                        </a:rPr>
                        <a:t>Location links / format</a:t>
                      </a:r>
                      <a:endParaRPr sz="1100" u="none" strike="noStrike" cap="none" dirty="0">
                        <a:latin typeface="Roboto"/>
                        <a:ea typeface="Roboto"/>
                        <a:cs typeface="Roboto"/>
                        <a:sym typeface="Roboto"/>
                      </a:endParaRPr>
                    </a:p>
                  </a:txBody>
                  <a:tcPr marL="68575" marR="68575" marT="34275" marB="3427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7DACED"/>
                    </a:solidFill>
                  </a:tcPr>
                </a:tc>
                <a:extLst>
                  <a:ext uri="{0D108BD9-81ED-4DB2-BD59-A6C34878D82A}">
                    <a16:rowId xmlns:a16="http://schemas.microsoft.com/office/drawing/2014/main" val="10000"/>
                  </a:ext>
                </a:extLst>
              </a:tr>
              <a:tr h="437050">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dirty="0">
                          <a:latin typeface="Roboto"/>
                          <a:ea typeface="Roboto"/>
                          <a:cs typeface="Roboto"/>
                          <a:sym typeface="Roboto"/>
                        </a:rPr>
                        <a:t>1</a:t>
                      </a:r>
                      <a:endParaRPr sz="1100" u="none" strike="noStrike" cap="none" dirty="0">
                        <a:latin typeface="Roboto"/>
                        <a:ea typeface="Roboto"/>
                        <a:cs typeface="Roboto"/>
                        <a:sym typeface="Roboto"/>
                      </a:endParaRPr>
                    </a:p>
                  </a:txBody>
                  <a:tcPr marL="68575" marR="68575" marT="34275" marB="34275"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dirty="0">
                          <a:latin typeface="Roboto"/>
                          <a:ea typeface="Roboto"/>
                          <a:cs typeface="Roboto"/>
                          <a:sym typeface="Roboto"/>
                        </a:rPr>
                        <a:t>Review process design </a:t>
                      </a:r>
                      <a:endParaRPr sz="1100" u="none" strike="noStrike" cap="none" dirty="0">
                        <a:latin typeface="Roboto"/>
                        <a:ea typeface="Roboto"/>
                        <a:cs typeface="Roboto"/>
                        <a:sym typeface="Roboto"/>
                      </a:endParaRPr>
                    </a:p>
                  </a:txBody>
                  <a:tcPr marL="68575" marR="68575" marT="34275" marB="342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dirty="0">
                          <a:latin typeface="Roboto"/>
                          <a:ea typeface="Roboto"/>
                          <a:cs typeface="Roboto"/>
                          <a:sym typeface="Roboto"/>
                        </a:rPr>
                        <a:t>Update </a:t>
                      </a:r>
                      <a:r>
                        <a:rPr lang="en-US" sz="800" u="none" strike="noStrike" cap="none" dirty="0" err="1">
                          <a:latin typeface="Roboto"/>
                          <a:ea typeface="Roboto"/>
                          <a:cs typeface="Roboto"/>
                          <a:sym typeface="Roboto"/>
                        </a:rPr>
                        <a:t>Celonis</a:t>
                      </a:r>
                      <a:r>
                        <a:rPr lang="en-US" sz="800" u="none" strike="noStrike" cap="none">
                          <a:latin typeface="Roboto"/>
                          <a:ea typeface="Roboto"/>
                          <a:cs typeface="Roboto"/>
                          <a:sym typeface="Roboto"/>
                        </a:rPr>
                        <a:t> process model</a:t>
                      </a:r>
                      <a:endParaRPr sz="1100" u="none" strike="noStrike" cap="none">
                        <a:latin typeface="Roboto"/>
                        <a:ea typeface="Roboto"/>
                        <a:cs typeface="Roboto"/>
                        <a:sym typeface="Roboto"/>
                      </a:endParaRPr>
                    </a:p>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Fiori apps (Executables)</a:t>
                      </a:r>
                      <a:endParaRPr sz="1100" u="none" strike="noStrike" cap="none">
                        <a:latin typeface="Roboto"/>
                        <a:ea typeface="Roboto"/>
                        <a:cs typeface="Roboto"/>
                        <a:sym typeface="Roboto"/>
                      </a:endParaRPr>
                    </a:p>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Swim lanes w/ roles in process model</a:t>
                      </a:r>
                      <a:endParaRPr sz="1100" u="none" strike="noStrike" cap="none">
                        <a:latin typeface="Roboto"/>
                        <a:ea typeface="Roboto"/>
                        <a:cs typeface="Roboto"/>
                        <a:sym typeface="Roboto"/>
                      </a:endParaRPr>
                    </a:p>
                  </a:txBody>
                  <a:tcPr marL="27000" marR="27000" marT="54000" marB="540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L3 Sub-Process in Celonis</a:t>
                      </a:r>
                      <a:endParaRPr sz="800" u="none" strike="noStrike" cap="none">
                        <a:latin typeface="Roboto"/>
                        <a:ea typeface="Roboto"/>
                        <a:cs typeface="Roboto"/>
                        <a:sym typeface="Roboto"/>
                      </a:endParaRPr>
                    </a:p>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L4 Process Steps in Celonis</a:t>
                      </a:r>
                      <a:endParaRPr sz="800" u="none" strike="noStrike" cap="none">
                        <a:latin typeface="Roboto"/>
                        <a:ea typeface="Roboto"/>
                        <a:cs typeface="Roboto"/>
                        <a:sym typeface="Roboto"/>
                      </a:endParaRPr>
                    </a:p>
                  </a:txBody>
                  <a:tcPr marL="27000" marR="27000" marT="54000" marB="54000">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317975">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latin typeface="Roboto"/>
                          <a:ea typeface="Roboto"/>
                          <a:cs typeface="Roboto"/>
                          <a:sym typeface="Roboto"/>
                        </a:rPr>
                        <a:t>2</a:t>
                      </a:r>
                      <a:endParaRPr sz="1100" u="none" strike="noStrike" cap="none">
                        <a:latin typeface="Roboto"/>
                        <a:ea typeface="Roboto"/>
                        <a:cs typeface="Roboto"/>
                        <a:sym typeface="Roboto"/>
                      </a:endParaRPr>
                    </a:p>
                  </a:txBody>
                  <a:tcPr marL="68575" marR="68575" marT="34275" marB="34275"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800"/>
                        <a:buFont typeface="Calibri"/>
                        <a:buNone/>
                      </a:pPr>
                      <a:r>
                        <a:rPr lang="en-US" sz="800" b="1" u="none" strike="noStrike" cap="none">
                          <a:latin typeface="Roboto"/>
                          <a:ea typeface="Roboto"/>
                          <a:cs typeface="Roboto"/>
                          <a:sym typeface="Roboto"/>
                        </a:rPr>
                        <a:t>Key design decisions</a:t>
                      </a:r>
                      <a:endParaRPr sz="1100" u="none" strike="noStrike" cap="none">
                        <a:latin typeface="Roboto"/>
                        <a:ea typeface="Roboto"/>
                        <a:cs typeface="Roboto"/>
                        <a:sym typeface="Roboto"/>
                      </a:endParaRPr>
                    </a:p>
                    <a:p>
                      <a:pPr marL="0" marR="0" lvl="0" indent="0" algn="l" rtl="0">
                        <a:lnSpc>
                          <a:spcPct val="100000"/>
                        </a:lnSpc>
                        <a:spcBef>
                          <a:spcPts val="0"/>
                        </a:spcBef>
                        <a:spcAft>
                          <a:spcPts val="0"/>
                        </a:spcAft>
                        <a:buClr>
                          <a:srgbClr val="000000"/>
                        </a:buClr>
                        <a:buSzPts val="800"/>
                        <a:buFont typeface="Arial"/>
                        <a:buNone/>
                      </a:pPr>
                      <a:endParaRPr sz="800" b="1" u="none" strike="noStrike" cap="none">
                        <a:latin typeface="Roboto"/>
                        <a:ea typeface="Roboto"/>
                        <a:cs typeface="Roboto"/>
                        <a:sym typeface="Roboto"/>
                      </a:endParaRPr>
                    </a:p>
                  </a:txBody>
                  <a:tcPr marL="68575" marR="68575" marT="34275" marB="342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Create KDD</a:t>
                      </a:r>
                      <a:endParaRPr sz="1100" u="none" strike="noStrike" cap="none">
                        <a:latin typeface="Roboto"/>
                        <a:ea typeface="Roboto"/>
                        <a:cs typeface="Roboto"/>
                        <a:sym typeface="Roboto"/>
                      </a:endParaRPr>
                    </a:p>
                  </a:txBody>
                  <a:tcPr marL="27000" marR="27000" marT="54000" marB="540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solidFill>
                            <a:srgbClr val="000000"/>
                          </a:solidFill>
                          <a:latin typeface="Roboto"/>
                          <a:ea typeface="Roboto"/>
                          <a:cs typeface="Roboto"/>
                          <a:sym typeface="Roboto"/>
                        </a:rPr>
                        <a:t>KDD log in Jira + </a:t>
                      </a:r>
                      <a:r>
                        <a:rPr lang="en-US" sz="800" u="none" strike="noStrike" cap="none">
                          <a:latin typeface="Roboto"/>
                          <a:ea typeface="Roboto"/>
                          <a:cs typeface="Roboto"/>
                          <a:sym typeface="Roboto"/>
                        </a:rPr>
                        <a:t>KDD Template in Google Drive</a:t>
                      </a:r>
                      <a:endParaRPr sz="1100" u="none" strike="noStrike" cap="none">
                        <a:latin typeface="Roboto"/>
                        <a:ea typeface="Roboto"/>
                        <a:cs typeface="Roboto"/>
                        <a:sym typeface="Roboto"/>
                      </a:endParaRPr>
                    </a:p>
                  </a:txBody>
                  <a:tcPr marL="27000" marR="27000" marT="54000" marB="54000">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347600">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latin typeface="Roboto"/>
                          <a:ea typeface="Roboto"/>
                          <a:cs typeface="Roboto"/>
                          <a:sym typeface="Roboto"/>
                        </a:rPr>
                        <a:t>3</a:t>
                      </a:r>
                      <a:endParaRPr sz="1100" u="none" strike="noStrike" cap="none">
                        <a:latin typeface="Roboto"/>
                        <a:ea typeface="Roboto"/>
                        <a:cs typeface="Roboto"/>
                        <a:sym typeface="Roboto"/>
                      </a:endParaRPr>
                    </a:p>
                  </a:txBody>
                  <a:tcPr marL="68575" marR="68575" marT="34275" marB="34275"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latin typeface="Roboto"/>
                          <a:ea typeface="Roboto"/>
                          <a:cs typeface="Roboto"/>
                          <a:sym typeface="Roboto"/>
                        </a:rPr>
                        <a:t>Fit/Gap analysis</a:t>
                      </a:r>
                      <a:endParaRPr sz="1100" u="none" strike="noStrike" cap="none">
                        <a:latin typeface="Roboto"/>
                        <a:ea typeface="Roboto"/>
                        <a:cs typeface="Roboto"/>
                        <a:sym typeface="Roboto"/>
                      </a:endParaRPr>
                    </a:p>
                  </a:txBody>
                  <a:tcPr marL="68575" marR="68575" marT="34275" marB="342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List of Fits/Gaps identified</a:t>
                      </a:r>
                      <a:endParaRPr sz="1100" u="none" strike="noStrike" cap="none">
                        <a:latin typeface="Roboto"/>
                        <a:ea typeface="Roboto"/>
                        <a:cs typeface="Roboto"/>
                        <a:sym typeface="Roboto"/>
                      </a:endParaRPr>
                    </a:p>
                  </a:txBody>
                  <a:tcPr marL="27000" marR="27000" marT="54000" marB="540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Fit &amp; Gap Identification in Jira Build Backlog </a:t>
                      </a:r>
                      <a:endParaRPr sz="1100" u="none" strike="noStrike" cap="none">
                        <a:latin typeface="Roboto"/>
                        <a:ea typeface="Roboto"/>
                        <a:cs typeface="Roboto"/>
                        <a:sym typeface="Roboto"/>
                      </a:endParaRPr>
                    </a:p>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Gap template</a:t>
                      </a:r>
                      <a:endParaRPr sz="1100" u="none" strike="noStrike" cap="none">
                        <a:latin typeface="Roboto"/>
                        <a:ea typeface="Roboto"/>
                        <a:cs typeface="Roboto"/>
                        <a:sym typeface="Roboto"/>
                      </a:endParaRPr>
                    </a:p>
                  </a:txBody>
                  <a:tcPr marL="27000" marR="27000" marT="54000" marB="54000">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3"/>
                  </a:ext>
                </a:extLst>
              </a:tr>
              <a:tr h="317975">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latin typeface="Roboto"/>
                          <a:ea typeface="Roboto"/>
                          <a:cs typeface="Roboto"/>
                          <a:sym typeface="Roboto"/>
                        </a:rPr>
                        <a:t>4</a:t>
                      </a:r>
                      <a:endParaRPr sz="1100" u="none" strike="noStrike" cap="none">
                        <a:latin typeface="Roboto"/>
                        <a:ea typeface="Roboto"/>
                        <a:cs typeface="Roboto"/>
                        <a:sym typeface="Roboto"/>
                      </a:endParaRPr>
                    </a:p>
                  </a:txBody>
                  <a:tcPr marL="68575" marR="68575" marT="34275" marB="34275"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latin typeface="Roboto"/>
                          <a:ea typeface="Roboto"/>
                          <a:cs typeface="Roboto"/>
                          <a:sym typeface="Roboto"/>
                        </a:rPr>
                        <a:t>Functional </a:t>
                      </a:r>
                      <a:r>
                        <a:rPr lang="en-US" sz="800" b="1" i="0" u="none" strike="noStrike" cap="none">
                          <a:latin typeface="Roboto"/>
                          <a:ea typeface="Roboto"/>
                          <a:cs typeface="Roboto"/>
                          <a:sym typeface="Roboto"/>
                        </a:rPr>
                        <a:t>Integration considerations</a:t>
                      </a:r>
                      <a:endParaRPr sz="1100" u="none" strike="noStrike" cap="none">
                        <a:latin typeface="Roboto"/>
                        <a:ea typeface="Roboto"/>
                        <a:cs typeface="Roboto"/>
                        <a:sym typeface="Roboto"/>
                      </a:endParaRPr>
                    </a:p>
                  </a:txBody>
                  <a:tcPr marL="68575" marR="68575" marT="34275" marB="3427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Create KDD for Integrations</a:t>
                      </a:r>
                      <a:endParaRPr sz="1100" u="none" strike="noStrike" cap="none">
                        <a:highlight>
                          <a:srgbClr val="FFF200"/>
                        </a:highlight>
                        <a:latin typeface="Roboto"/>
                        <a:ea typeface="Roboto"/>
                        <a:cs typeface="Roboto"/>
                        <a:sym typeface="Roboto"/>
                      </a:endParaRPr>
                    </a:p>
                  </a:txBody>
                  <a:tcPr marL="27000" marR="27000" marT="54000" marB="540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tc>
                  <a:txBody>
                    <a:bodyPr/>
                    <a:lstStyle/>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KDD log in Jira</a:t>
                      </a:r>
                      <a:endParaRPr sz="800" u="none" strike="noStrike" cap="none">
                        <a:latin typeface="Roboto"/>
                        <a:ea typeface="Roboto"/>
                        <a:cs typeface="Roboto"/>
                        <a:sym typeface="Roboto"/>
                      </a:endParaRPr>
                    </a:p>
                    <a:p>
                      <a:pPr marL="127000" marR="0" lvl="0" indent="-127000" algn="l" rtl="0">
                        <a:lnSpc>
                          <a:spcPct val="100000"/>
                        </a:lnSpc>
                        <a:spcBef>
                          <a:spcPts val="0"/>
                        </a:spcBef>
                        <a:spcAft>
                          <a:spcPts val="0"/>
                        </a:spcAft>
                        <a:buClr>
                          <a:srgbClr val="000000"/>
                        </a:buClr>
                        <a:buSzPts val="800"/>
                        <a:buFont typeface="Roboto"/>
                        <a:buChar char="•"/>
                      </a:pPr>
                      <a:r>
                        <a:rPr lang="en-US" sz="800" u="none" strike="noStrike" cap="none">
                          <a:latin typeface="Roboto"/>
                          <a:ea typeface="Roboto"/>
                          <a:cs typeface="Roboto"/>
                          <a:sym typeface="Roboto"/>
                        </a:rPr>
                        <a:t>KDD Template in Google Drive</a:t>
                      </a:r>
                      <a:endParaRPr sz="800" u="none" strike="noStrike" cap="none">
                        <a:latin typeface="Roboto"/>
                        <a:ea typeface="Roboto"/>
                        <a:cs typeface="Roboto"/>
                        <a:sym typeface="Roboto"/>
                      </a:endParaRPr>
                    </a:p>
                  </a:txBody>
                  <a:tcPr marL="27000" marR="27000" marT="54000" marB="54000">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pic>
        <p:nvPicPr>
          <p:cNvPr id="407" name="Google Shape;407;g3693f7da1e3_0_252"/>
          <p:cNvPicPr preferRelativeResize="0">
            <a:picLocks noGrp="1"/>
          </p:cNvPicPr>
          <p:nvPr>
            <p:ph type="pic" idx="2"/>
          </p:nvPr>
        </p:nvPicPr>
        <p:blipFill rotWithShape="1">
          <a:blip r:embed="rId3">
            <a:alphaModFix/>
          </a:blip>
          <a:srcRect l="8003" r="8003"/>
          <a:stretch/>
        </p:blipFill>
        <p:spPr>
          <a:xfrm>
            <a:off x="5029057" y="0"/>
            <a:ext cx="4114801" cy="5143500"/>
          </a:xfrm>
          <a:prstGeom prst="rect">
            <a:avLst/>
          </a:prstGeom>
          <a:noFill/>
          <a:ln>
            <a:noFill/>
          </a:ln>
        </p:spPr>
      </p:pic>
      <p:sp>
        <p:nvSpPr>
          <p:cNvPr id="408" name="Google Shape;408;g3693f7da1e3_0_252"/>
          <p:cNvSpPr txBox="1">
            <a:spLocks noGrp="1"/>
          </p:cNvSpPr>
          <p:nvPr>
            <p:ph type="body" idx="1"/>
          </p:nvPr>
        </p:nvSpPr>
        <p:spPr>
          <a:xfrm>
            <a:off x="468315" y="1558649"/>
            <a:ext cx="3236400" cy="3065700"/>
          </a:xfrm>
          <a:prstGeom prst="rect">
            <a:avLst/>
          </a:prstGeom>
          <a:noFill/>
          <a:ln>
            <a:noFill/>
          </a:ln>
        </p:spPr>
        <p:txBody>
          <a:bodyPr spcFirstLastPara="1" wrap="square" lIns="0" tIns="0" rIns="0" bIns="0" anchor="t" anchorCtr="0">
            <a:noAutofit/>
          </a:bodyPr>
          <a:lstStyle/>
          <a:p>
            <a:pPr marL="457200" marR="0" lvl="0" indent="-228600" algn="l" rtl="0">
              <a:lnSpc>
                <a:spcPct val="100000"/>
              </a:lnSpc>
              <a:spcBef>
                <a:spcPts val="600"/>
              </a:spcBef>
              <a:spcAft>
                <a:spcPts val="0"/>
              </a:spcAft>
              <a:buSzPts val="1200"/>
              <a:buFont typeface="Arial"/>
              <a:buAutoNum type="arabicPeriod"/>
            </a:pPr>
            <a:r>
              <a:rPr lang="pt-BR" b="1" dirty="0" err="1">
                <a:solidFill>
                  <a:srgbClr val="000000"/>
                </a:solidFill>
                <a:latin typeface="Arial"/>
                <a:cs typeface="Arial"/>
                <a:sym typeface="Arial"/>
              </a:rPr>
              <a:t>Definition</a:t>
            </a:r>
            <a:r>
              <a:rPr lang="pt-BR" b="1" dirty="0">
                <a:solidFill>
                  <a:srgbClr val="000000"/>
                </a:solidFill>
                <a:latin typeface="Arial"/>
                <a:cs typeface="Arial"/>
                <a:sym typeface="Arial"/>
              </a:rPr>
              <a:t> </a:t>
            </a:r>
            <a:r>
              <a:rPr lang="pt-BR" b="1" dirty="0" err="1">
                <a:solidFill>
                  <a:srgbClr val="000000"/>
                </a:solidFill>
                <a:latin typeface="Arial"/>
                <a:cs typeface="Arial"/>
                <a:sym typeface="Arial"/>
              </a:rPr>
              <a:t>and</a:t>
            </a:r>
            <a:r>
              <a:rPr lang="pt-BR" b="1" dirty="0">
                <a:solidFill>
                  <a:srgbClr val="000000"/>
                </a:solidFill>
                <a:latin typeface="Arial"/>
                <a:cs typeface="Arial"/>
                <a:sym typeface="Arial"/>
              </a:rPr>
              <a:t> </a:t>
            </a:r>
            <a:r>
              <a:rPr lang="pt-BR" b="1" dirty="0" err="1">
                <a:solidFill>
                  <a:srgbClr val="000000"/>
                </a:solidFill>
                <a:latin typeface="Arial"/>
                <a:cs typeface="Arial"/>
                <a:sym typeface="Arial"/>
              </a:rPr>
              <a:t>objectives</a:t>
            </a:r>
            <a:r>
              <a:rPr lang="pt-BR" b="1" dirty="0">
                <a:solidFill>
                  <a:srgbClr val="000000"/>
                </a:solidFill>
                <a:latin typeface="Arial"/>
                <a:cs typeface="Arial"/>
                <a:sym typeface="Arial"/>
              </a:rPr>
              <a:t> </a:t>
            </a:r>
            <a:r>
              <a:rPr lang="pt-BR" b="1" dirty="0" err="1">
                <a:solidFill>
                  <a:srgbClr val="000000"/>
                </a:solidFill>
                <a:latin typeface="Arial"/>
                <a:cs typeface="Arial"/>
                <a:sym typeface="Arial"/>
              </a:rPr>
              <a:t>of</a:t>
            </a:r>
            <a:r>
              <a:rPr lang="pt-BR" b="1" dirty="0">
                <a:solidFill>
                  <a:srgbClr val="000000"/>
                </a:solidFill>
                <a:latin typeface="Arial"/>
                <a:cs typeface="Arial"/>
                <a:sym typeface="Arial"/>
              </a:rPr>
              <a:t> Manufacturing </a:t>
            </a:r>
            <a:r>
              <a:rPr lang="pt-BR" b="1" dirty="0" err="1">
                <a:solidFill>
                  <a:srgbClr val="000000"/>
                </a:solidFill>
                <a:latin typeface="Arial"/>
                <a:cs typeface="Arial"/>
                <a:sym typeface="Arial"/>
              </a:rPr>
              <a:t>plant</a:t>
            </a:r>
            <a:endParaRPr dirty="0"/>
          </a:p>
          <a:p>
            <a:pPr marL="457200" marR="0" lvl="0" indent="-228600" algn="l" rtl="0">
              <a:lnSpc>
                <a:spcPct val="100000"/>
              </a:lnSpc>
              <a:spcBef>
                <a:spcPts val="600"/>
              </a:spcBef>
              <a:spcAft>
                <a:spcPts val="0"/>
              </a:spcAft>
              <a:buSzPts val="1200"/>
              <a:buFont typeface="Arial"/>
              <a:buAutoNum type="arabicPeriod"/>
            </a:pPr>
            <a:r>
              <a:rPr lang="pt-BR" sz="1200" b="0" i="0" u="none" strike="noStrike" dirty="0">
                <a:solidFill>
                  <a:srgbClr val="000000"/>
                </a:solidFill>
                <a:latin typeface="Arial"/>
                <a:ea typeface="Arial"/>
                <a:cs typeface="Arial"/>
                <a:sym typeface="Arial"/>
              </a:rPr>
              <a:t>Where </a:t>
            </a:r>
            <a:r>
              <a:rPr lang="pt-BR" sz="1200" b="0" i="0" u="none" strike="noStrike" dirty="0" err="1">
                <a:solidFill>
                  <a:srgbClr val="000000"/>
                </a:solidFill>
                <a:latin typeface="Arial"/>
                <a:ea typeface="Arial"/>
                <a:cs typeface="Arial"/>
                <a:sym typeface="Arial"/>
              </a:rPr>
              <a:t>is</a:t>
            </a:r>
            <a:r>
              <a:rPr lang="pt-BR" sz="1200" b="0" i="0" u="none" strike="noStrike" dirty="0">
                <a:solidFill>
                  <a:srgbClr val="000000"/>
                </a:solidFill>
                <a:latin typeface="Arial"/>
                <a:ea typeface="Arial"/>
                <a:cs typeface="Arial"/>
                <a:sym typeface="Arial"/>
              </a:rPr>
              <a:t> </a:t>
            </a:r>
            <a:r>
              <a:rPr lang="en-US" sz="1200" b="0" i="0" u="none" strike="noStrike" noProof="0" dirty="0">
                <a:solidFill>
                  <a:srgbClr val="000000"/>
                </a:solidFill>
                <a:latin typeface="Arial"/>
                <a:ea typeface="Arial"/>
                <a:cs typeface="Arial"/>
                <a:sym typeface="Arial"/>
              </a:rPr>
              <a:t>used</a:t>
            </a:r>
            <a:endParaRPr sz="2000" b="0" i="0" u="none" strike="noStrike" dirty="0">
              <a:latin typeface="Arial"/>
              <a:ea typeface="Arial"/>
              <a:cs typeface="Arial"/>
              <a:sym typeface="Arial"/>
            </a:endParaRPr>
          </a:p>
          <a:p>
            <a:pPr marL="457200" marR="0" lvl="0" indent="-228600" algn="l" rtl="0">
              <a:lnSpc>
                <a:spcPct val="100000"/>
              </a:lnSpc>
              <a:spcBef>
                <a:spcPts val="600"/>
              </a:spcBef>
              <a:spcAft>
                <a:spcPts val="0"/>
              </a:spcAft>
              <a:buSzPts val="1200"/>
              <a:buFont typeface="Arial"/>
              <a:buAutoNum type="arabicPeriod"/>
            </a:pPr>
            <a:r>
              <a:rPr lang="pt-BR" sz="1200" b="0" i="0" u="none" strike="noStrike" dirty="0" err="1">
                <a:solidFill>
                  <a:srgbClr val="000000"/>
                </a:solidFill>
                <a:latin typeface="Arial"/>
                <a:ea typeface="Arial"/>
                <a:cs typeface="Arial"/>
                <a:sym typeface="Arial"/>
              </a:rPr>
              <a:t>Scenarios</a:t>
            </a:r>
            <a:endParaRPr lang="pt-BR" sz="1200" b="0" i="0" u="none" strike="noStrike" dirty="0">
              <a:solidFill>
                <a:srgbClr val="000000"/>
              </a:solidFill>
              <a:latin typeface="Arial"/>
              <a:ea typeface="Arial"/>
              <a:cs typeface="Arial"/>
              <a:sym typeface="Arial"/>
            </a:endParaRPr>
          </a:p>
          <a:p>
            <a:pPr marL="457200" marR="0" lvl="0" indent="-228600" algn="l" rtl="0">
              <a:lnSpc>
                <a:spcPct val="100000"/>
              </a:lnSpc>
              <a:spcBef>
                <a:spcPts val="600"/>
              </a:spcBef>
              <a:spcAft>
                <a:spcPts val="0"/>
              </a:spcAft>
              <a:buSzPts val="1200"/>
              <a:buFont typeface="Arial"/>
              <a:buAutoNum type="arabicPeriod"/>
            </a:pPr>
            <a:r>
              <a:rPr lang="pt-BR" dirty="0">
                <a:solidFill>
                  <a:srgbClr val="000000"/>
                </a:solidFill>
                <a:latin typeface="Arial"/>
                <a:ea typeface="Arial"/>
                <a:cs typeface="Arial"/>
                <a:sym typeface="Arial"/>
              </a:rPr>
              <a:t>Feedback </a:t>
            </a:r>
            <a:r>
              <a:rPr lang="en-US" noProof="0" dirty="0">
                <a:solidFill>
                  <a:srgbClr val="000000"/>
                </a:solidFill>
                <a:latin typeface="Arial"/>
                <a:ea typeface="Arial"/>
                <a:cs typeface="Arial"/>
                <a:sym typeface="Arial"/>
              </a:rPr>
              <a:t>from</a:t>
            </a:r>
            <a:r>
              <a:rPr lang="pt-BR" dirty="0">
                <a:solidFill>
                  <a:srgbClr val="000000"/>
                </a:solidFill>
                <a:latin typeface="Arial"/>
                <a:ea typeface="Arial"/>
                <a:cs typeface="Arial"/>
                <a:sym typeface="Arial"/>
              </a:rPr>
              <a:t> </a:t>
            </a:r>
            <a:r>
              <a:rPr lang="pt-BR" dirty="0" err="1">
                <a:solidFill>
                  <a:srgbClr val="000000"/>
                </a:solidFill>
                <a:latin typeface="Arial"/>
                <a:ea typeface="Arial"/>
                <a:cs typeface="Arial"/>
                <a:sym typeface="Arial"/>
              </a:rPr>
              <a:t>the</a:t>
            </a:r>
            <a:r>
              <a:rPr lang="pt-BR" dirty="0">
                <a:solidFill>
                  <a:srgbClr val="000000"/>
                </a:solidFill>
                <a:latin typeface="Arial"/>
                <a:ea typeface="Arial"/>
                <a:cs typeface="Arial"/>
                <a:sym typeface="Arial"/>
              </a:rPr>
              <a:t> </a:t>
            </a:r>
            <a:r>
              <a:rPr lang="pt-BR" dirty="0" err="1">
                <a:solidFill>
                  <a:srgbClr val="000000"/>
                </a:solidFill>
                <a:latin typeface="Arial"/>
                <a:ea typeface="Arial"/>
                <a:cs typeface="Arial"/>
                <a:sym typeface="Arial"/>
              </a:rPr>
              <a:t>audience</a:t>
            </a:r>
            <a:endParaRPr sz="2000" b="0" i="0" u="none" strike="noStrike" dirty="0">
              <a:latin typeface="Arial"/>
              <a:ea typeface="Arial"/>
              <a:cs typeface="Arial"/>
              <a:sym typeface="Arial"/>
            </a:endParaRPr>
          </a:p>
          <a:p>
            <a:pPr marL="457200" lvl="0" indent="-228600" algn="l" rtl="0">
              <a:lnSpc>
                <a:spcPct val="95238"/>
              </a:lnSpc>
              <a:spcBef>
                <a:spcPts val="0"/>
              </a:spcBef>
              <a:spcAft>
                <a:spcPts val="0"/>
              </a:spcAft>
              <a:buSzPts val="1400"/>
              <a:buFont typeface="Roboto"/>
              <a:buNone/>
            </a:pPr>
            <a:endParaRPr dirty="0"/>
          </a:p>
        </p:txBody>
      </p:sp>
      <p:sp>
        <p:nvSpPr>
          <p:cNvPr id="409" name="Google Shape;409;g3693f7da1e3_0_252"/>
          <p:cNvSpPr txBox="1">
            <a:spLocks noGrp="1"/>
          </p:cNvSpPr>
          <p:nvPr>
            <p:ph type="subTitle" idx="3"/>
          </p:nvPr>
        </p:nvSpPr>
        <p:spPr>
          <a:xfrm>
            <a:off x="468300" y="807125"/>
            <a:ext cx="4046100" cy="4416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400"/>
              </a:spcBef>
              <a:spcAft>
                <a:spcPts val="0"/>
              </a:spcAft>
              <a:buClr>
                <a:schemeClr val="dk1"/>
              </a:buClr>
              <a:buSzPts val="2400"/>
              <a:buFont typeface="Arial"/>
              <a:buNone/>
            </a:pPr>
            <a:r>
              <a:rPr lang="en-US" sz="1400" dirty="0">
                <a:latin typeface="Roboto Light"/>
                <a:ea typeface="Roboto Light"/>
                <a:cs typeface="Roboto Light"/>
                <a:sym typeface="Roboto Light"/>
              </a:rPr>
              <a:t>Manufacturing Plant</a:t>
            </a:r>
            <a:endParaRPr sz="1400" dirty="0">
              <a:latin typeface="Roboto Light"/>
              <a:ea typeface="Roboto Light"/>
              <a:cs typeface="Roboto Light"/>
              <a:sym typeface="Roboto Light"/>
            </a:endParaRPr>
          </a:p>
        </p:txBody>
      </p:sp>
      <p:sp>
        <p:nvSpPr>
          <p:cNvPr id="410" name="Google Shape;410;g3693f7da1e3_0_252"/>
          <p:cNvSpPr txBox="1">
            <a:spLocks noGrp="1"/>
          </p:cNvSpPr>
          <p:nvPr>
            <p:ph type="title"/>
          </p:nvPr>
        </p:nvSpPr>
        <p:spPr>
          <a:xfrm>
            <a:off x="468304" y="265213"/>
            <a:ext cx="4473300" cy="288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600"/>
              <a:buNone/>
            </a:pPr>
            <a:r>
              <a:rPr lang="en-US"/>
              <a:t>Workshop Agenda</a:t>
            </a:r>
            <a:endParaRPr/>
          </a:p>
        </p:txBody>
      </p:sp>
      <p:pic>
        <p:nvPicPr>
          <p:cNvPr id="411" name="Google Shape;411;g3693f7da1e3_0_252"/>
          <p:cNvPicPr preferRelativeResize="0">
            <a:picLocks noGrp="1"/>
          </p:cNvPicPr>
          <p:nvPr>
            <p:ph type="pic" idx="4"/>
          </p:nvPr>
        </p:nvPicPr>
        <p:blipFill rotWithShape="1">
          <a:blip r:embed="rId3">
            <a:alphaModFix/>
          </a:blip>
          <a:srcRect l="27224" r="27225"/>
          <a:stretch/>
        </p:blipFill>
        <p:spPr>
          <a:xfrm>
            <a:off x="5303500" y="1286842"/>
            <a:ext cx="2795100" cy="3493799"/>
          </a:xfrm>
          <a:prstGeom prst="rect">
            <a:avLst/>
          </a:prstGeom>
          <a:noFill/>
          <a:ln>
            <a:noFill/>
          </a:ln>
        </p:spPr>
      </p:pic>
      <p:pic>
        <p:nvPicPr>
          <p:cNvPr id="412" name="Google Shape;412;g3693f7da1e3_0_252"/>
          <p:cNvPicPr preferRelativeResize="0">
            <a:picLocks noGrp="1"/>
          </p:cNvPicPr>
          <p:nvPr>
            <p:ph type="pic" idx="5"/>
          </p:nvPr>
        </p:nvPicPr>
        <p:blipFill rotWithShape="1">
          <a:blip r:embed="rId3">
            <a:alphaModFix/>
          </a:blip>
          <a:srcRect l="24400" r="30049"/>
          <a:stretch/>
        </p:blipFill>
        <p:spPr>
          <a:xfrm>
            <a:off x="5481122" y="1940343"/>
            <a:ext cx="2142300" cy="2677801"/>
          </a:xfrm>
          <a:prstGeom prst="rect">
            <a:avLst/>
          </a:prstGeom>
          <a:noFill/>
          <a:ln>
            <a:noFill/>
          </a:ln>
        </p:spPr>
      </p:pic>
      <p:grpSp>
        <p:nvGrpSpPr>
          <p:cNvPr id="413" name="Google Shape;413;g3693f7da1e3_0_252"/>
          <p:cNvGrpSpPr/>
          <p:nvPr/>
        </p:nvGrpSpPr>
        <p:grpSpPr>
          <a:xfrm>
            <a:off x="7495354" y="188417"/>
            <a:ext cx="1395087" cy="441585"/>
            <a:chOff x="5991694" y="1720305"/>
            <a:chExt cx="1929047" cy="618207"/>
          </a:xfrm>
        </p:grpSpPr>
        <p:sp>
          <p:nvSpPr>
            <p:cNvPr id="414" name="Google Shape;414;g3693f7da1e3_0_252"/>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g3693f7da1e3_0_252"/>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g3693f7da1e3_0_252"/>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g3693f7da1e3_0_252"/>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g3693f7da1e3_0_252"/>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g3693f7da1e3_0_252"/>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g3693f7da1e3_0_252"/>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g3693f7da1e3_0_252"/>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g3693f7da1e3_0_252"/>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g3693f7da1e3_0_252"/>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g3693f7da1e3_0_252"/>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g3693f7da1e3_0_252"/>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g3693f7da1e3_0_252"/>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2"/>
          <p:cNvSpPr txBox="1">
            <a:spLocks noGrp="1"/>
          </p:cNvSpPr>
          <p:nvPr>
            <p:ph type="title"/>
          </p:nvPr>
        </p:nvSpPr>
        <p:spPr>
          <a:xfrm>
            <a:off x="594058" y="23845"/>
            <a:ext cx="7367717" cy="526124"/>
          </a:xfrm>
          <a:prstGeom prst="rect">
            <a:avLst/>
          </a:prstGeom>
          <a:noFill/>
          <a:ln>
            <a:noFill/>
          </a:ln>
        </p:spPr>
        <p:txBody>
          <a:bodyPr spcFirstLastPara="1" wrap="square" lIns="180000" tIns="72000" rIns="180000" bIns="0" anchor="t" anchorCtr="0">
            <a:noAutofit/>
          </a:bodyPr>
          <a:lstStyle/>
          <a:p>
            <a:pPr marL="0" lvl="0" indent="0" algn="l" rtl="0">
              <a:lnSpc>
                <a:spcPct val="90000"/>
              </a:lnSpc>
              <a:spcBef>
                <a:spcPts val="0"/>
              </a:spcBef>
              <a:spcAft>
                <a:spcPts val="0"/>
              </a:spcAft>
              <a:buSzPts val="2600"/>
              <a:buNone/>
            </a:pPr>
            <a:r>
              <a:rPr lang="en-US" sz="2400" dirty="0"/>
              <a:t>Manufacturing  plant definition</a:t>
            </a:r>
            <a:br>
              <a:rPr lang="en-US" dirty="0"/>
            </a:br>
            <a:endParaRPr dirty="0">
              <a:solidFill>
                <a:schemeClr val="accent2"/>
              </a:solidFill>
              <a:latin typeface="Open Sans"/>
              <a:ea typeface="Open Sans"/>
              <a:cs typeface="Open Sans"/>
              <a:sym typeface="Open Sans"/>
            </a:endParaRPr>
          </a:p>
        </p:txBody>
      </p:sp>
      <p:sp>
        <p:nvSpPr>
          <p:cNvPr id="433" name="Google Shape;433;p2"/>
          <p:cNvSpPr/>
          <p:nvPr/>
        </p:nvSpPr>
        <p:spPr>
          <a:xfrm>
            <a:off x="501445" y="786582"/>
            <a:ext cx="8563727" cy="3529250"/>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lnSpc>
                <a:spcPct val="115000"/>
              </a:lnSpc>
              <a:spcBef>
                <a:spcPts val="0"/>
              </a:spcBef>
              <a:spcAft>
                <a:spcPts val="0"/>
              </a:spcAft>
              <a:buClr>
                <a:srgbClr val="000000"/>
              </a:buClr>
              <a:buSzPts val="1000"/>
              <a:buFont typeface="Noto Sans Symbols"/>
              <a:buChar char="∙"/>
            </a:pPr>
            <a:r>
              <a:rPr lang="en-US" sz="1800" b="0" i="0" u="none" strike="noStrike" cap="none" dirty="0">
                <a:solidFill>
                  <a:schemeClr val="dk1"/>
                </a:solidFill>
                <a:latin typeface="Arial"/>
                <a:ea typeface="Arial"/>
                <a:cs typeface="Arial"/>
                <a:sym typeface="Arial"/>
              </a:rPr>
              <a:t>Manufacturing plant is the identification from where the material is produced, by the plant code in SAP</a:t>
            </a:r>
          </a:p>
          <a:p>
            <a:pPr marL="342900" marR="0" lvl="0" indent="-342900" algn="l" rtl="0">
              <a:lnSpc>
                <a:spcPct val="115000"/>
              </a:lnSpc>
              <a:spcBef>
                <a:spcPts val="0"/>
              </a:spcBef>
              <a:spcAft>
                <a:spcPts val="0"/>
              </a:spcAft>
              <a:buClr>
                <a:srgbClr val="000000"/>
              </a:buClr>
              <a:buSzPts val="1000"/>
              <a:buFont typeface="Noto Sans Symbols"/>
              <a:buChar char="∙"/>
            </a:pPr>
            <a:r>
              <a:rPr lang="en-US" sz="1800" dirty="0">
                <a:solidFill>
                  <a:schemeClr val="dk1"/>
                </a:solidFill>
              </a:rPr>
              <a:t>It is also called Industrial Origin in PF1</a:t>
            </a:r>
          </a:p>
          <a:p>
            <a:pPr marL="342900" marR="0" lvl="0" indent="-342900" algn="l" rtl="0">
              <a:lnSpc>
                <a:spcPct val="115000"/>
              </a:lnSpc>
              <a:spcBef>
                <a:spcPts val="0"/>
              </a:spcBef>
              <a:spcAft>
                <a:spcPts val="0"/>
              </a:spcAft>
              <a:buClr>
                <a:srgbClr val="000000"/>
              </a:buClr>
              <a:buSzPts val="1000"/>
              <a:buFont typeface="Noto Sans Symbols"/>
              <a:buChar char="∙"/>
            </a:pPr>
            <a:r>
              <a:rPr lang="en-US" sz="1800" dirty="0">
                <a:solidFill>
                  <a:schemeClr val="dk1"/>
                </a:solidFill>
              </a:rPr>
              <a:t>We are harmonizing the name as Manufacturing plant for all GBUs in S4 Hana</a:t>
            </a:r>
          </a:p>
          <a:p>
            <a:pPr marL="342900" marR="0" lvl="0" indent="-342900" algn="l" rtl="0">
              <a:lnSpc>
                <a:spcPct val="115000"/>
              </a:lnSpc>
              <a:spcBef>
                <a:spcPts val="0"/>
              </a:spcBef>
              <a:spcAft>
                <a:spcPts val="0"/>
              </a:spcAft>
              <a:buClr>
                <a:srgbClr val="000000"/>
              </a:buClr>
              <a:buSzPts val="1000"/>
              <a:buFont typeface="Noto Sans Symbols"/>
              <a:buChar char="∙"/>
            </a:pPr>
            <a:r>
              <a:rPr lang="en-US" sz="1800" dirty="0">
                <a:solidFill>
                  <a:schemeClr val="dk1"/>
                </a:solidFill>
              </a:rPr>
              <a:t>For monocenter materials, it is a “fixed” plant code, based on the standard field “industrial origin” in material master views</a:t>
            </a:r>
          </a:p>
          <a:p>
            <a:pPr marL="342900" marR="0" lvl="0" indent="-342900" algn="l" rtl="0">
              <a:lnSpc>
                <a:spcPct val="115000"/>
              </a:lnSpc>
              <a:spcBef>
                <a:spcPts val="0"/>
              </a:spcBef>
              <a:spcAft>
                <a:spcPts val="0"/>
              </a:spcAft>
              <a:buClr>
                <a:srgbClr val="000000"/>
              </a:buClr>
              <a:buSzPts val="1000"/>
              <a:buFont typeface="Noto Sans Symbols"/>
              <a:buChar char="∙"/>
            </a:pPr>
            <a:r>
              <a:rPr lang="en-US" sz="1800" dirty="0">
                <a:solidFill>
                  <a:schemeClr val="dk1"/>
                </a:solidFill>
              </a:rPr>
              <a:t>For multicenter materials, it is a specific batch characteristic that must be used in all batches classes linked to the material codes that are produced and batch managed</a:t>
            </a:r>
            <a:endParaRPr dirty="0"/>
          </a:p>
          <a:p>
            <a:pPr marL="0" marR="0" lvl="0" indent="0" algn="ctr" rtl="0">
              <a:lnSpc>
                <a:spcPct val="100000"/>
              </a:lnSpc>
              <a:spcBef>
                <a:spcPts val="800"/>
              </a:spcBef>
              <a:spcAft>
                <a:spcPts val="0"/>
              </a:spcAft>
              <a:buNone/>
            </a:pPr>
            <a:endParaRPr sz="1050" b="0" i="0" u="none" strike="noStrike" cap="none"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6">
          <a:extLst>
            <a:ext uri="{FF2B5EF4-FFF2-40B4-BE49-F238E27FC236}">
              <a16:creationId xmlns:a16="http://schemas.microsoft.com/office/drawing/2014/main" id="{675B46AC-42D7-6383-83D5-BBA40D3FE462}"/>
            </a:ext>
          </a:extLst>
        </p:cNvPr>
        <p:cNvGrpSpPr/>
        <p:nvPr/>
      </p:nvGrpSpPr>
      <p:grpSpPr>
        <a:xfrm>
          <a:off x="0" y="0"/>
          <a:ext cx="0" cy="0"/>
          <a:chOff x="0" y="0"/>
          <a:chExt cx="0" cy="0"/>
        </a:xfrm>
      </p:grpSpPr>
      <p:pic>
        <p:nvPicPr>
          <p:cNvPr id="407" name="Google Shape;407;g3693f7da1e3_0_252">
            <a:extLst>
              <a:ext uri="{FF2B5EF4-FFF2-40B4-BE49-F238E27FC236}">
                <a16:creationId xmlns:a16="http://schemas.microsoft.com/office/drawing/2014/main" id="{93475C2C-774E-2B0A-EA1E-A24D12F4D222}"/>
              </a:ext>
            </a:extLst>
          </p:cNvPr>
          <p:cNvPicPr preferRelativeResize="0">
            <a:picLocks noGrp="1"/>
          </p:cNvPicPr>
          <p:nvPr>
            <p:ph type="pic" idx="2"/>
          </p:nvPr>
        </p:nvPicPr>
        <p:blipFill rotWithShape="1">
          <a:blip r:embed="rId3">
            <a:alphaModFix/>
          </a:blip>
          <a:srcRect l="8003" r="8003"/>
          <a:stretch/>
        </p:blipFill>
        <p:spPr>
          <a:xfrm>
            <a:off x="5029057" y="0"/>
            <a:ext cx="4114801" cy="5143500"/>
          </a:xfrm>
          <a:prstGeom prst="rect">
            <a:avLst/>
          </a:prstGeom>
          <a:noFill/>
          <a:ln>
            <a:noFill/>
          </a:ln>
        </p:spPr>
      </p:pic>
      <p:sp>
        <p:nvSpPr>
          <p:cNvPr id="408" name="Google Shape;408;g3693f7da1e3_0_252">
            <a:extLst>
              <a:ext uri="{FF2B5EF4-FFF2-40B4-BE49-F238E27FC236}">
                <a16:creationId xmlns:a16="http://schemas.microsoft.com/office/drawing/2014/main" id="{6C0DC90B-65D3-1BF6-B32C-E8DDC43E3E57}"/>
              </a:ext>
            </a:extLst>
          </p:cNvPr>
          <p:cNvSpPr txBox="1">
            <a:spLocks noGrp="1"/>
          </p:cNvSpPr>
          <p:nvPr>
            <p:ph type="body" idx="1"/>
          </p:nvPr>
        </p:nvSpPr>
        <p:spPr>
          <a:xfrm>
            <a:off x="468315" y="1558649"/>
            <a:ext cx="3236400" cy="3065700"/>
          </a:xfrm>
          <a:prstGeom prst="rect">
            <a:avLst/>
          </a:prstGeom>
          <a:noFill/>
          <a:ln>
            <a:noFill/>
          </a:ln>
        </p:spPr>
        <p:txBody>
          <a:bodyPr spcFirstLastPara="1" wrap="square" lIns="0" tIns="0" rIns="0" bIns="0" anchor="t" anchorCtr="0">
            <a:noAutofit/>
          </a:bodyPr>
          <a:lstStyle/>
          <a:p>
            <a:pPr marL="457200" marR="0" lvl="0" indent="-228600" algn="l" rtl="0">
              <a:lnSpc>
                <a:spcPct val="100000"/>
              </a:lnSpc>
              <a:spcBef>
                <a:spcPts val="600"/>
              </a:spcBef>
              <a:spcAft>
                <a:spcPts val="0"/>
              </a:spcAft>
              <a:buSzPts val="1200"/>
              <a:buFont typeface="Arial"/>
              <a:buAutoNum type="arabicPeriod"/>
            </a:pPr>
            <a:r>
              <a:rPr lang="pt-BR" dirty="0" err="1">
                <a:solidFill>
                  <a:srgbClr val="000000"/>
                </a:solidFill>
                <a:latin typeface="Arial"/>
                <a:cs typeface="Arial"/>
                <a:sym typeface="Arial"/>
              </a:rPr>
              <a:t>Definition</a:t>
            </a:r>
            <a:r>
              <a:rPr lang="pt-BR" dirty="0">
                <a:solidFill>
                  <a:srgbClr val="000000"/>
                </a:solidFill>
                <a:latin typeface="Arial"/>
                <a:cs typeface="Arial"/>
                <a:sym typeface="Arial"/>
              </a:rPr>
              <a:t> </a:t>
            </a:r>
            <a:r>
              <a:rPr lang="pt-BR" dirty="0" err="1">
                <a:solidFill>
                  <a:srgbClr val="000000"/>
                </a:solidFill>
                <a:latin typeface="Arial"/>
                <a:cs typeface="Arial"/>
                <a:sym typeface="Arial"/>
              </a:rPr>
              <a:t>and</a:t>
            </a:r>
            <a:r>
              <a:rPr lang="pt-BR" dirty="0">
                <a:solidFill>
                  <a:srgbClr val="000000"/>
                </a:solidFill>
                <a:latin typeface="Arial"/>
                <a:cs typeface="Arial"/>
                <a:sym typeface="Arial"/>
              </a:rPr>
              <a:t> </a:t>
            </a:r>
            <a:r>
              <a:rPr lang="pt-BR" dirty="0" err="1">
                <a:solidFill>
                  <a:srgbClr val="000000"/>
                </a:solidFill>
                <a:latin typeface="Arial"/>
                <a:cs typeface="Arial"/>
                <a:sym typeface="Arial"/>
              </a:rPr>
              <a:t>objectives</a:t>
            </a:r>
            <a:r>
              <a:rPr lang="pt-BR" dirty="0">
                <a:solidFill>
                  <a:srgbClr val="000000"/>
                </a:solidFill>
                <a:latin typeface="Arial"/>
                <a:cs typeface="Arial"/>
                <a:sym typeface="Arial"/>
              </a:rPr>
              <a:t> </a:t>
            </a:r>
            <a:r>
              <a:rPr lang="pt-BR" dirty="0" err="1">
                <a:solidFill>
                  <a:srgbClr val="000000"/>
                </a:solidFill>
                <a:latin typeface="Arial"/>
                <a:cs typeface="Arial"/>
                <a:sym typeface="Arial"/>
              </a:rPr>
              <a:t>of</a:t>
            </a:r>
            <a:r>
              <a:rPr lang="pt-BR" dirty="0">
                <a:solidFill>
                  <a:srgbClr val="000000"/>
                </a:solidFill>
                <a:latin typeface="Arial"/>
                <a:cs typeface="Arial"/>
                <a:sym typeface="Arial"/>
              </a:rPr>
              <a:t> Manufacturing </a:t>
            </a:r>
            <a:r>
              <a:rPr lang="pt-BR" dirty="0" err="1">
                <a:solidFill>
                  <a:srgbClr val="000000"/>
                </a:solidFill>
                <a:latin typeface="Arial"/>
                <a:cs typeface="Arial"/>
                <a:sym typeface="Arial"/>
              </a:rPr>
              <a:t>plant</a:t>
            </a:r>
            <a:endParaRPr dirty="0"/>
          </a:p>
          <a:p>
            <a:pPr marL="457200" marR="0" lvl="0" indent="-228600" algn="l" rtl="0">
              <a:lnSpc>
                <a:spcPct val="100000"/>
              </a:lnSpc>
              <a:spcBef>
                <a:spcPts val="600"/>
              </a:spcBef>
              <a:spcAft>
                <a:spcPts val="0"/>
              </a:spcAft>
              <a:buSzPts val="1200"/>
              <a:buFont typeface="Arial"/>
              <a:buAutoNum type="arabicPeriod"/>
            </a:pPr>
            <a:r>
              <a:rPr lang="pt-BR" sz="1200" b="1" i="0" u="none" strike="noStrike" dirty="0">
                <a:solidFill>
                  <a:srgbClr val="000000"/>
                </a:solidFill>
                <a:latin typeface="Arial"/>
                <a:ea typeface="Arial"/>
                <a:cs typeface="Arial"/>
                <a:sym typeface="Arial"/>
              </a:rPr>
              <a:t>Where </a:t>
            </a:r>
            <a:r>
              <a:rPr lang="pt-BR" sz="1200" b="1" i="0" u="none" strike="noStrike" dirty="0" err="1">
                <a:solidFill>
                  <a:srgbClr val="000000"/>
                </a:solidFill>
                <a:latin typeface="Arial"/>
                <a:ea typeface="Arial"/>
                <a:cs typeface="Arial"/>
                <a:sym typeface="Arial"/>
              </a:rPr>
              <a:t>is</a:t>
            </a:r>
            <a:r>
              <a:rPr lang="pt-BR" sz="1200" b="1" i="0" u="none" strike="noStrike" dirty="0">
                <a:solidFill>
                  <a:srgbClr val="000000"/>
                </a:solidFill>
                <a:latin typeface="Arial"/>
                <a:ea typeface="Arial"/>
                <a:cs typeface="Arial"/>
                <a:sym typeface="Arial"/>
              </a:rPr>
              <a:t> </a:t>
            </a:r>
            <a:r>
              <a:rPr lang="pt-BR" sz="1200" b="1" i="0" u="none" strike="noStrike" dirty="0" err="1">
                <a:solidFill>
                  <a:srgbClr val="000000"/>
                </a:solidFill>
                <a:latin typeface="Arial"/>
                <a:ea typeface="Arial"/>
                <a:cs typeface="Arial"/>
                <a:sym typeface="Arial"/>
              </a:rPr>
              <a:t>used</a:t>
            </a:r>
            <a:endParaRPr sz="2000" b="1" i="0" u="none" strike="noStrike" dirty="0">
              <a:latin typeface="Arial"/>
              <a:ea typeface="Arial"/>
              <a:cs typeface="Arial"/>
              <a:sym typeface="Arial"/>
            </a:endParaRPr>
          </a:p>
          <a:p>
            <a:pPr marL="457200" marR="0" lvl="0" indent="-228600" algn="l" rtl="0">
              <a:lnSpc>
                <a:spcPct val="100000"/>
              </a:lnSpc>
              <a:spcBef>
                <a:spcPts val="600"/>
              </a:spcBef>
              <a:spcAft>
                <a:spcPts val="0"/>
              </a:spcAft>
              <a:buSzPts val="1200"/>
              <a:buFont typeface="Arial"/>
              <a:buAutoNum type="arabicPeriod"/>
            </a:pPr>
            <a:r>
              <a:rPr lang="pt-BR" sz="1200" b="0" i="0" u="none" strike="noStrike" dirty="0" err="1">
                <a:solidFill>
                  <a:srgbClr val="000000"/>
                </a:solidFill>
                <a:latin typeface="Arial"/>
                <a:ea typeface="Arial"/>
                <a:cs typeface="Arial"/>
                <a:sym typeface="Arial"/>
              </a:rPr>
              <a:t>Scenarios</a:t>
            </a:r>
            <a:endParaRPr lang="pt-BR" sz="1200" b="0" i="0" u="none" strike="noStrike" dirty="0">
              <a:solidFill>
                <a:srgbClr val="000000"/>
              </a:solidFill>
              <a:latin typeface="Arial"/>
              <a:ea typeface="Arial"/>
              <a:cs typeface="Arial"/>
              <a:sym typeface="Arial"/>
            </a:endParaRPr>
          </a:p>
          <a:p>
            <a:pPr lvl="0">
              <a:buFont typeface="Arial"/>
              <a:buAutoNum type="arabicPeriod"/>
            </a:pPr>
            <a:r>
              <a:rPr lang="pt-BR" dirty="0">
                <a:solidFill>
                  <a:srgbClr val="000000"/>
                </a:solidFill>
                <a:latin typeface="Arial"/>
                <a:ea typeface="Arial"/>
                <a:cs typeface="Arial"/>
                <a:sym typeface="Arial"/>
              </a:rPr>
              <a:t>Feedback </a:t>
            </a:r>
            <a:r>
              <a:rPr lang="pt-BR" dirty="0" err="1">
                <a:solidFill>
                  <a:srgbClr val="000000"/>
                </a:solidFill>
                <a:latin typeface="Arial"/>
                <a:ea typeface="Arial"/>
                <a:cs typeface="Arial"/>
                <a:sym typeface="Arial"/>
              </a:rPr>
              <a:t>from</a:t>
            </a:r>
            <a:r>
              <a:rPr lang="pt-BR" dirty="0">
                <a:solidFill>
                  <a:srgbClr val="000000"/>
                </a:solidFill>
                <a:latin typeface="Arial"/>
                <a:ea typeface="Arial"/>
                <a:cs typeface="Arial"/>
                <a:sym typeface="Arial"/>
              </a:rPr>
              <a:t> </a:t>
            </a:r>
            <a:r>
              <a:rPr lang="pt-BR" dirty="0" err="1">
                <a:solidFill>
                  <a:srgbClr val="000000"/>
                </a:solidFill>
                <a:latin typeface="Arial"/>
                <a:ea typeface="Arial"/>
                <a:cs typeface="Arial"/>
                <a:sym typeface="Arial"/>
              </a:rPr>
              <a:t>the</a:t>
            </a:r>
            <a:r>
              <a:rPr lang="pt-BR" dirty="0">
                <a:solidFill>
                  <a:srgbClr val="000000"/>
                </a:solidFill>
                <a:latin typeface="Arial"/>
                <a:ea typeface="Arial"/>
                <a:cs typeface="Arial"/>
                <a:sym typeface="Arial"/>
              </a:rPr>
              <a:t> </a:t>
            </a:r>
            <a:r>
              <a:rPr lang="pt-BR" dirty="0" err="1">
                <a:solidFill>
                  <a:srgbClr val="000000"/>
                </a:solidFill>
                <a:latin typeface="Arial"/>
                <a:ea typeface="Arial"/>
                <a:cs typeface="Arial"/>
                <a:sym typeface="Arial"/>
              </a:rPr>
              <a:t>audience</a:t>
            </a:r>
            <a:endParaRPr lang="pt-BR" sz="2000" dirty="0">
              <a:latin typeface="Arial"/>
              <a:ea typeface="Arial"/>
              <a:cs typeface="Arial"/>
              <a:sym typeface="Arial"/>
            </a:endParaRPr>
          </a:p>
          <a:p>
            <a:pPr marL="457200" lvl="0" indent="-228600" algn="l" rtl="0">
              <a:lnSpc>
                <a:spcPct val="95238"/>
              </a:lnSpc>
              <a:spcBef>
                <a:spcPts val="0"/>
              </a:spcBef>
              <a:spcAft>
                <a:spcPts val="0"/>
              </a:spcAft>
              <a:buSzPts val="1400"/>
              <a:buFont typeface="Roboto"/>
              <a:buNone/>
            </a:pPr>
            <a:endParaRPr dirty="0"/>
          </a:p>
        </p:txBody>
      </p:sp>
      <p:sp>
        <p:nvSpPr>
          <p:cNvPr id="409" name="Google Shape;409;g3693f7da1e3_0_252">
            <a:extLst>
              <a:ext uri="{FF2B5EF4-FFF2-40B4-BE49-F238E27FC236}">
                <a16:creationId xmlns:a16="http://schemas.microsoft.com/office/drawing/2014/main" id="{430C07D7-77AA-DDA1-613E-B00471DF9D34}"/>
              </a:ext>
            </a:extLst>
          </p:cNvPr>
          <p:cNvSpPr txBox="1">
            <a:spLocks noGrp="1"/>
          </p:cNvSpPr>
          <p:nvPr>
            <p:ph type="subTitle" idx="3"/>
          </p:nvPr>
        </p:nvSpPr>
        <p:spPr>
          <a:xfrm>
            <a:off x="468300" y="807125"/>
            <a:ext cx="4046100" cy="4416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Reporting</a:t>
            </a:r>
            <a:endParaRPr sz="1400">
              <a:latin typeface="Roboto Light"/>
              <a:ea typeface="Roboto Light"/>
              <a:cs typeface="Roboto Light"/>
              <a:sym typeface="Roboto Light"/>
            </a:endParaRPr>
          </a:p>
        </p:txBody>
      </p:sp>
      <p:sp>
        <p:nvSpPr>
          <p:cNvPr id="410" name="Google Shape;410;g3693f7da1e3_0_252">
            <a:extLst>
              <a:ext uri="{FF2B5EF4-FFF2-40B4-BE49-F238E27FC236}">
                <a16:creationId xmlns:a16="http://schemas.microsoft.com/office/drawing/2014/main" id="{923B0ED6-4B6E-D8DA-C95E-5792AD6EA064}"/>
              </a:ext>
            </a:extLst>
          </p:cNvPr>
          <p:cNvSpPr txBox="1">
            <a:spLocks noGrp="1"/>
          </p:cNvSpPr>
          <p:nvPr>
            <p:ph type="title"/>
          </p:nvPr>
        </p:nvSpPr>
        <p:spPr>
          <a:xfrm>
            <a:off x="468304" y="265213"/>
            <a:ext cx="4473300" cy="288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600"/>
              <a:buNone/>
            </a:pPr>
            <a:r>
              <a:rPr lang="en-US"/>
              <a:t>Workshop Agenda</a:t>
            </a:r>
            <a:endParaRPr/>
          </a:p>
        </p:txBody>
      </p:sp>
      <p:pic>
        <p:nvPicPr>
          <p:cNvPr id="411" name="Google Shape;411;g3693f7da1e3_0_252">
            <a:extLst>
              <a:ext uri="{FF2B5EF4-FFF2-40B4-BE49-F238E27FC236}">
                <a16:creationId xmlns:a16="http://schemas.microsoft.com/office/drawing/2014/main" id="{F323C15E-F0B2-4710-C9A2-7D85CFA5CE59}"/>
              </a:ext>
            </a:extLst>
          </p:cNvPr>
          <p:cNvPicPr preferRelativeResize="0">
            <a:picLocks noGrp="1"/>
          </p:cNvPicPr>
          <p:nvPr>
            <p:ph type="pic" idx="4"/>
          </p:nvPr>
        </p:nvPicPr>
        <p:blipFill rotWithShape="1">
          <a:blip r:embed="rId3">
            <a:alphaModFix/>
          </a:blip>
          <a:srcRect l="27224" r="27225"/>
          <a:stretch/>
        </p:blipFill>
        <p:spPr>
          <a:xfrm>
            <a:off x="5303500" y="1286842"/>
            <a:ext cx="2795100" cy="3493799"/>
          </a:xfrm>
          <a:prstGeom prst="rect">
            <a:avLst/>
          </a:prstGeom>
          <a:noFill/>
          <a:ln>
            <a:noFill/>
          </a:ln>
        </p:spPr>
      </p:pic>
      <p:pic>
        <p:nvPicPr>
          <p:cNvPr id="412" name="Google Shape;412;g3693f7da1e3_0_252">
            <a:extLst>
              <a:ext uri="{FF2B5EF4-FFF2-40B4-BE49-F238E27FC236}">
                <a16:creationId xmlns:a16="http://schemas.microsoft.com/office/drawing/2014/main" id="{1ABDB589-4A0B-A4D8-DC47-9F3DBEF3C08C}"/>
              </a:ext>
            </a:extLst>
          </p:cNvPr>
          <p:cNvPicPr preferRelativeResize="0">
            <a:picLocks noGrp="1"/>
          </p:cNvPicPr>
          <p:nvPr>
            <p:ph type="pic" idx="5"/>
          </p:nvPr>
        </p:nvPicPr>
        <p:blipFill rotWithShape="1">
          <a:blip r:embed="rId3">
            <a:alphaModFix/>
          </a:blip>
          <a:srcRect l="24400" r="30049"/>
          <a:stretch/>
        </p:blipFill>
        <p:spPr>
          <a:xfrm>
            <a:off x="5481122" y="1940343"/>
            <a:ext cx="2142300" cy="2677801"/>
          </a:xfrm>
          <a:prstGeom prst="rect">
            <a:avLst/>
          </a:prstGeom>
          <a:noFill/>
          <a:ln>
            <a:noFill/>
          </a:ln>
        </p:spPr>
      </p:pic>
      <p:grpSp>
        <p:nvGrpSpPr>
          <p:cNvPr id="413" name="Google Shape;413;g3693f7da1e3_0_252">
            <a:extLst>
              <a:ext uri="{FF2B5EF4-FFF2-40B4-BE49-F238E27FC236}">
                <a16:creationId xmlns:a16="http://schemas.microsoft.com/office/drawing/2014/main" id="{D9457442-1466-628D-2172-735A303E7E99}"/>
              </a:ext>
            </a:extLst>
          </p:cNvPr>
          <p:cNvGrpSpPr/>
          <p:nvPr/>
        </p:nvGrpSpPr>
        <p:grpSpPr>
          <a:xfrm>
            <a:off x="7495354" y="188417"/>
            <a:ext cx="1395087" cy="441585"/>
            <a:chOff x="5991694" y="1720305"/>
            <a:chExt cx="1929047" cy="618207"/>
          </a:xfrm>
        </p:grpSpPr>
        <p:sp>
          <p:nvSpPr>
            <p:cNvPr id="414" name="Google Shape;414;g3693f7da1e3_0_252">
              <a:extLst>
                <a:ext uri="{FF2B5EF4-FFF2-40B4-BE49-F238E27FC236}">
                  <a16:creationId xmlns:a16="http://schemas.microsoft.com/office/drawing/2014/main" id="{44AB4D01-57C7-3E56-3806-1BB0F329ECCB}"/>
                </a:ext>
              </a:extLst>
            </p:cNvPr>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5" name="Google Shape;415;g3693f7da1e3_0_252">
              <a:extLst>
                <a:ext uri="{FF2B5EF4-FFF2-40B4-BE49-F238E27FC236}">
                  <a16:creationId xmlns:a16="http://schemas.microsoft.com/office/drawing/2014/main" id="{0A13C0B9-114F-F202-C36F-CDFB9947B8F5}"/>
                </a:ext>
              </a:extLst>
            </p:cNvPr>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6" name="Google Shape;416;g3693f7da1e3_0_252">
              <a:extLst>
                <a:ext uri="{FF2B5EF4-FFF2-40B4-BE49-F238E27FC236}">
                  <a16:creationId xmlns:a16="http://schemas.microsoft.com/office/drawing/2014/main" id="{1EF43F31-EDD0-1740-B7DD-0B5CF2B1115B}"/>
                </a:ext>
              </a:extLst>
            </p:cNvPr>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7" name="Google Shape;417;g3693f7da1e3_0_252">
              <a:extLst>
                <a:ext uri="{FF2B5EF4-FFF2-40B4-BE49-F238E27FC236}">
                  <a16:creationId xmlns:a16="http://schemas.microsoft.com/office/drawing/2014/main" id="{9C09AE60-E5D8-9D91-2000-02578AEF9873}"/>
                </a:ext>
              </a:extLst>
            </p:cNvPr>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8" name="Google Shape;418;g3693f7da1e3_0_252">
              <a:extLst>
                <a:ext uri="{FF2B5EF4-FFF2-40B4-BE49-F238E27FC236}">
                  <a16:creationId xmlns:a16="http://schemas.microsoft.com/office/drawing/2014/main" id="{9EDA3FDC-9DF0-2AC5-089E-AA6135BF6C74}"/>
                </a:ext>
              </a:extLst>
            </p:cNvPr>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9" name="Google Shape;419;g3693f7da1e3_0_252">
              <a:extLst>
                <a:ext uri="{FF2B5EF4-FFF2-40B4-BE49-F238E27FC236}">
                  <a16:creationId xmlns:a16="http://schemas.microsoft.com/office/drawing/2014/main" id="{987B9E5D-5CC7-ADFC-D47E-9A21429EEBAB}"/>
                </a:ext>
              </a:extLst>
            </p:cNvPr>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0" name="Google Shape;420;g3693f7da1e3_0_252">
              <a:extLst>
                <a:ext uri="{FF2B5EF4-FFF2-40B4-BE49-F238E27FC236}">
                  <a16:creationId xmlns:a16="http://schemas.microsoft.com/office/drawing/2014/main" id="{7704E56A-09FA-A2BC-EF11-F4C0E2AEF2AA}"/>
                </a:ext>
              </a:extLst>
            </p:cNvPr>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1" name="Google Shape;421;g3693f7da1e3_0_252">
              <a:extLst>
                <a:ext uri="{FF2B5EF4-FFF2-40B4-BE49-F238E27FC236}">
                  <a16:creationId xmlns:a16="http://schemas.microsoft.com/office/drawing/2014/main" id="{2E9166DC-ECF9-A11A-2B87-B2CFD6D25534}"/>
                </a:ext>
              </a:extLst>
            </p:cNvPr>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2" name="Google Shape;422;g3693f7da1e3_0_252">
              <a:extLst>
                <a:ext uri="{FF2B5EF4-FFF2-40B4-BE49-F238E27FC236}">
                  <a16:creationId xmlns:a16="http://schemas.microsoft.com/office/drawing/2014/main" id="{E39B18A8-45C5-EE46-FC95-F38A5F090606}"/>
                </a:ext>
              </a:extLst>
            </p:cNvPr>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3" name="Google Shape;423;g3693f7da1e3_0_252">
              <a:extLst>
                <a:ext uri="{FF2B5EF4-FFF2-40B4-BE49-F238E27FC236}">
                  <a16:creationId xmlns:a16="http://schemas.microsoft.com/office/drawing/2014/main" id="{3BCA5B94-B245-47C7-432E-231CFCB643E3}"/>
                </a:ext>
              </a:extLst>
            </p:cNvPr>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4" name="Google Shape;424;g3693f7da1e3_0_252">
              <a:extLst>
                <a:ext uri="{FF2B5EF4-FFF2-40B4-BE49-F238E27FC236}">
                  <a16:creationId xmlns:a16="http://schemas.microsoft.com/office/drawing/2014/main" id="{78BA5E29-E014-A6DD-87BB-9E71CCD4DBAA}"/>
                </a:ext>
              </a:extLst>
            </p:cNvPr>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5" name="Google Shape;425;g3693f7da1e3_0_252">
              <a:extLst>
                <a:ext uri="{FF2B5EF4-FFF2-40B4-BE49-F238E27FC236}">
                  <a16:creationId xmlns:a16="http://schemas.microsoft.com/office/drawing/2014/main" id="{6AE12EDC-098E-325B-7881-9E4ED6828F90}"/>
                </a:ext>
              </a:extLst>
            </p:cNvPr>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6" name="Google Shape;426;g3693f7da1e3_0_252">
              <a:extLst>
                <a:ext uri="{FF2B5EF4-FFF2-40B4-BE49-F238E27FC236}">
                  <a16:creationId xmlns:a16="http://schemas.microsoft.com/office/drawing/2014/main" id="{001DA597-7BF8-62F3-93EE-F1384847168F}"/>
                </a:ext>
              </a:extLst>
            </p:cNvPr>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4266444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1">
          <a:extLst>
            <a:ext uri="{FF2B5EF4-FFF2-40B4-BE49-F238E27FC236}">
              <a16:creationId xmlns:a16="http://schemas.microsoft.com/office/drawing/2014/main" id="{D221E3B3-25BC-C7A0-95D2-1ADA4819879C}"/>
            </a:ext>
          </a:extLst>
        </p:cNvPr>
        <p:cNvGrpSpPr/>
        <p:nvPr/>
      </p:nvGrpSpPr>
      <p:grpSpPr>
        <a:xfrm>
          <a:off x="0" y="0"/>
          <a:ext cx="0" cy="0"/>
          <a:chOff x="0" y="0"/>
          <a:chExt cx="0" cy="0"/>
        </a:xfrm>
      </p:grpSpPr>
      <p:sp>
        <p:nvSpPr>
          <p:cNvPr id="432" name="Google Shape;432;p2">
            <a:extLst>
              <a:ext uri="{FF2B5EF4-FFF2-40B4-BE49-F238E27FC236}">
                <a16:creationId xmlns:a16="http://schemas.microsoft.com/office/drawing/2014/main" id="{13C53AAC-2541-4782-1A57-B6BAC0914FF2}"/>
              </a:ext>
            </a:extLst>
          </p:cNvPr>
          <p:cNvSpPr txBox="1">
            <a:spLocks noGrp="1"/>
          </p:cNvSpPr>
          <p:nvPr>
            <p:ph type="title"/>
          </p:nvPr>
        </p:nvSpPr>
        <p:spPr>
          <a:xfrm>
            <a:off x="594058" y="23845"/>
            <a:ext cx="7367717" cy="526124"/>
          </a:xfrm>
          <a:prstGeom prst="rect">
            <a:avLst/>
          </a:prstGeom>
          <a:noFill/>
          <a:ln>
            <a:noFill/>
          </a:ln>
        </p:spPr>
        <p:txBody>
          <a:bodyPr spcFirstLastPara="1" wrap="square" lIns="180000" tIns="72000" rIns="180000" bIns="0" anchor="t" anchorCtr="0">
            <a:noAutofit/>
          </a:bodyPr>
          <a:lstStyle/>
          <a:p>
            <a:pPr marL="0" lvl="0" indent="0" algn="l" rtl="0">
              <a:lnSpc>
                <a:spcPct val="90000"/>
              </a:lnSpc>
              <a:spcBef>
                <a:spcPts val="0"/>
              </a:spcBef>
              <a:spcAft>
                <a:spcPts val="0"/>
              </a:spcAft>
              <a:buSzPts val="2600"/>
              <a:buNone/>
            </a:pPr>
            <a:r>
              <a:rPr lang="en-US" sz="2400" dirty="0"/>
              <a:t>Manufacturing  plant – Where is used</a:t>
            </a:r>
            <a:br>
              <a:rPr lang="en-US" dirty="0"/>
            </a:br>
            <a:endParaRPr dirty="0">
              <a:solidFill>
                <a:schemeClr val="accent2"/>
              </a:solidFill>
              <a:latin typeface="Open Sans"/>
              <a:ea typeface="Open Sans"/>
              <a:cs typeface="Open Sans"/>
              <a:sym typeface="Open Sans"/>
            </a:endParaRPr>
          </a:p>
        </p:txBody>
      </p:sp>
      <p:sp>
        <p:nvSpPr>
          <p:cNvPr id="433" name="Google Shape;433;p2">
            <a:extLst>
              <a:ext uri="{FF2B5EF4-FFF2-40B4-BE49-F238E27FC236}">
                <a16:creationId xmlns:a16="http://schemas.microsoft.com/office/drawing/2014/main" id="{34895C8A-AD52-D58F-DD64-05C0AEA103FB}"/>
              </a:ext>
            </a:extLst>
          </p:cNvPr>
          <p:cNvSpPr/>
          <p:nvPr/>
        </p:nvSpPr>
        <p:spPr>
          <a:xfrm>
            <a:off x="501445" y="786582"/>
            <a:ext cx="8563727" cy="3529250"/>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lnSpc>
                <a:spcPct val="115000"/>
              </a:lnSpc>
              <a:spcBef>
                <a:spcPts val="0"/>
              </a:spcBef>
              <a:spcAft>
                <a:spcPts val="0"/>
              </a:spcAft>
              <a:buClr>
                <a:srgbClr val="000000"/>
              </a:buClr>
              <a:buSzPts val="1000"/>
              <a:buFont typeface="Noto Sans Symbols"/>
              <a:buChar char="∙"/>
            </a:pPr>
            <a:r>
              <a:rPr lang="pt-BR" sz="1800" b="0" i="0" u="none" strike="noStrike" cap="none" dirty="0" err="1">
                <a:solidFill>
                  <a:schemeClr val="dk1"/>
                </a:solidFill>
                <a:latin typeface="Arial"/>
                <a:ea typeface="Arial"/>
                <a:cs typeface="Arial"/>
                <a:sym typeface="Arial"/>
              </a:rPr>
              <a:t>Quality</a:t>
            </a:r>
            <a:r>
              <a:rPr lang="pt-BR" sz="1800" b="0" i="0" u="none" strike="noStrike" cap="none" dirty="0">
                <a:solidFill>
                  <a:schemeClr val="dk1"/>
                </a:solidFill>
                <a:latin typeface="Arial"/>
                <a:ea typeface="Arial"/>
                <a:cs typeface="Arial"/>
                <a:sym typeface="Arial"/>
              </a:rPr>
              <a:t> processes: </a:t>
            </a:r>
            <a:r>
              <a:rPr lang="pt-BR" sz="1800" b="0" i="0" u="none" strike="noStrike" cap="none" dirty="0" err="1">
                <a:solidFill>
                  <a:schemeClr val="dk1"/>
                </a:solidFill>
                <a:latin typeface="Arial"/>
                <a:ea typeface="Arial"/>
                <a:cs typeface="Arial"/>
                <a:sym typeface="Arial"/>
              </a:rPr>
              <a:t>used</a:t>
            </a:r>
            <a:r>
              <a:rPr lang="pt-BR" sz="1800" b="0" i="0" u="none" strike="noStrike" cap="none" dirty="0">
                <a:solidFill>
                  <a:schemeClr val="dk1"/>
                </a:solidFill>
                <a:latin typeface="Arial"/>
                <a:ea typeface="Arial"/>
                <a:cs typeface="Arial"/>
                <a:sym typeface="Arial"/>
              </a:rPr>
              <a:t> as a COA </a:t>
            </a:r>
            <a:r>
              <a:rPr lang="pt-BR" sz="1800" b="0" i="0" u="none" strike="noStrike" cap="none" dirty="0" err="1">
                <a:solidFill>
                  <a:schemeClr val="dk1"/>
                </a:solidFill>
                <a:latin typeface="Arial"/>
                <a:ea typeface="Arial"/>
                <a:cs typeface="Arial"/>
                <a:sym typeface="Arial"/>
              </a:rPr>
              <a:t>content</a:t>
            </a:r>
            <a:r>
              <a:rPr lang="pt-BR" sz="1800" b="0" i="0" u="none" strike="noStrike" cap="none" dirty="0">
                <a:solidFill>
                  <a:schemeClr val="dk1"/>
                </a:solidFill>
                <a:latin typeface="Arial"/>
                <a:ea typeface="Arial"/>
                <a:cs typeface="Arial"/>
                <a:sym typeface="Arial"/>
              </a:rPr>
              <a:t>/</a:t>
            </a:r>
            <a:r>
              <a:rPr lang="pt-BR" sz="1800" b="0" i="0" u="none" strike="noStrike" cap="none" dirty="0" err="1">
                <a:solidFill>
                  <a:schemeClr val="dk1"/>
                </a:solidFill>
                <a:latin typeface="Arial"/>
                <a:ea typeface="Arial"/>
                <a:cs typeface="Arial"/>
                <a:sym typeface="Arial"/>
              </a:rPr>
              <a:t>field</a:t>
            </a:r>
            <a:endParaRPr lang="pt-BR" sz="1800" b="0" i="0" u="none" strike="noStrike" cap="none" dirty="0">
              <a:solidFill>
                <a:schemeClr val="dk1"/>
              </a:solidFill>
              <a:latin typeface="Arial"/>
              <a:ea typeface="Arial"/>
              <a:cs typeface="Arial"/>
              <a:sym typeface="Arial"/>
            </a:endParaRPr>
          </a:p>
          <a:p>
            <a:pPr marL="342900" marR="0" lvl="0" indent="-342900" algn="l" rtl="0">
              <a:lnSpc>
                <a:spcPct val="115000"/>
              </a:lnSpc>
              <a:spcBef>
                <a:spcPts val="0"/>
              </a:spcBef>
              <a:spcAft>
                <a:spcPts val="0"/>
              </a:spcAft>
              <a:buClr>
                <a:srgbClr val="000000"/>
              </a:buClr>
              <a:buSzPts val="1000"/>
              <a:buFont typeface="Noto Sans Symbols"/>
              <a:buChar char="∙"/>
            </a:pPr>
            <a:endParaRPr lang="pt-BR" sz="1800" dirty="0">
              <a:solidFill>
                <a:schemeClr val="dk1"/>
              </a:solidFill>
            </a:endParaRPr>
          </a:p>
          <a:p>
            <a:pPr marL="342900" indent="-342900">
              <a:lnSpc>
                <a:spcPct val="115000"/>
              </a:lnSpc>
              <a:buSzPts val="1000"/>
              <a:buFont typeface="Noto Sans Symbols"/>
              <a:buChar char="∙"/>
            </a:pPr>
            <a:r>
              <a:rPr lang="pt-BR" sz="1800" dirty="0" err="1">
                <a:solidFill>
                  <a:schemeClr val="dk1"/>
                </a:solidFill>
              </a:rPr>
              <a:t>Accounting</a:t>
            </a:r>
            <a:r>
              <a:rPr lang="pt-BR" sz="1800" dirty="0">
                <a:solidFill>
                  <a:schemeClr val="dk1"/>
                </a:solidFill>
              </a:rPr>
              <a:t> / financial processes: </a:t>
            </a:r>
            <a:r>
              <a:rPr lang="pt-BR" sz="1800" dirty="0" err="1">
                <a:solidFill>
                  <a:schemeClr val="dk1"/>
                </a:solidFill>
              </a:rPr>
              <a:t>is</a:t>
            </a:r>
            <a:r>
              <a:rPr lang="pt-BR" sz="1800" dirty="0">
                <a:solidFill>
                  <a:schemeClr val="dk1"/>
                </a:solidFill>
              </a:rPr>
              <a:t> </a:t>
            </a:r>
            <a:r>
              <a:rPr lang="pt-BR" sz="1800" dirty="0" err="1">
                <a:solidFill>
                  <a:schemeClr val="dk1"/>
                </a:solidFill>
              </a:rPr>
              <a:t>used</a:t>
            </a:r>
            <a:r>
              <a:rPr lang="pt-BR" sz="1800" dirty="0">
                <a:solidFill>
                  <a:schemeClr val="dk1"/>
                </a:solidFill>
              </a:rPr>
              <a:t> </a:t>
            </a:r>
            <a:r>
              <a:rPr lang="pt-BR" sz="1800" dirty="0" err="1">
                <a:solidFill>
                  <a:schemeClr val="dk1"/>
                </a:solidFill>
              </a:rPr>
              <a:t>to</a:t>
            </a:r>
            <a:r>
              <a:rPr lang="pt-BR" sz="1800" dirty="0">
                <a:solidFill>
                  <a:schemeClr val="dk1"/>
                </a:solidFill>
              </a:rPr>
              <a:t> </a:t>
            </a:r>
            <a:r>
              <a:rPr lang="pt-BR" sz="1800" dirty="0" err="1">
                <a:solidFill>
                  <a:schemeClr val="dk1"/>
                </a:solidFill>
              </a:rPr>
              <a:t>manage</a:t>
            </a:r>
            <a:r>
              <a:rPr lang="pt-BR" sz="1800" dirty="0">
                <a:solidFill>
                  <a:schemeClr val="dk1"/>
                </a:solidFill>
              </a:rPr>
              <a:t> </a:t>
            </a:r>
            <a:r>
              <a:rPr lang="pt-BR" sz="1800" dirty="0" err="1">
                <a:solidFill>
                  <a:schemeClr val="dk1"/>
                </a:solidFill>
              </a:rPr>
              <a:t>the</a:t>
            </a:r>
            <a:r>
              <a:rPr lang="pt-BR" sz="1800" dirty="0">
                <a:solidFill>
                  <a:schemeClr val="dk1"/>
                </a:solidFill>
              </a:rPr>
              <a:t> </a:t>
            </a:r>
            <a:r>
              <a:rPr lang="pt-BR" sz="1800" dirty="0" err="1">
                <a:solidFill>
                  <a:schemeClr val="dk1"/>
                </a:solidFill>
              </a:rPr>
              <a:t>transfer</a:t>
            </a:r>
            <a:r>
              <a:rPr lang="pt-BR" sz="1800" dirty="0">
                <a:solidFill>
                  <a:schemeClr val="dk1"/>
                </a:solidFill>
              </a:rPr>
              <a:t> </a:t>
            </a:r>
            <a:r>
              <a:rPr lang="pt-BR" sz="1800" dirty="0" err="1">
                <a:solidFill>
                  <a:schemeClr val="dk1"/>
                </a:solidFill>
              </a:rPr>
              <a:t>price</a:t>
            </a:r>
            <a:r>
              <a:rPr lang="pt-BR" sz="1800" dirty="0">
                <a:solidFill>
                  <a:schemeClr val="dk1"/>
                </a:solidFill>
              </a:rPr>
              <a:t>, </a:t>
            </a:r>
            <a:r>
              <a:rPr lang="pt-BR" sz="1800" dirty="0" err="1">
                <a:solidFill>
                  <a:schemeClr val="dk1"/>
                </a:solidFill>
              </a:rPr>
              <a:t>reporting</a:t>
            </a:r>
            <a:r>
              <a:rPr lang="pt-BR" sz="1800" dirty="0">
                <a:solidFill>
                  <a:schemeClr val="dk1"/>
                </a:solidFill>
              </a:rPr>
              <a:t> </a:t>
            </a:r>
            <a:r>
              <a:rPr lang="pt-BR" sz="1800" dirty="0" err="1">
                <a:solidFill>
                  <a:schemeClr val="dk1"/>
                </a:solidFill>
              </a:rPr>
              <a:t>and</a:t>
            </a:r>
            <a:r>
              <a:rPr lang="pt-BR" sz="1800" dirty="0">
                <a:solidFill>
                  <a:schemeClr val="dk1"/>
                </a:solidFill>
              </a:rPr>
              <a:t> </a:t>
            </a:r>
            <a:r>
              <a:rPr lang="pt-BR" sz="1800" dirty="0" err="1">
                <a:solidFill>
                  <a:schemeClr val="dk1"/>
                </a:solidFill>
              </a:rPr>
              <a:t>other</a:t>
            </a:r>
            <a:r>
              <a:rPr lang="pt-BR" sz="1800" dirty="0">
                <a:solidFill>
                  <a:schemeClr val="dk1"/>
                </a:solidFill>
              </a:rPr>
              <a:t> </a:t>
            </a:r>
            <a:r>
              <a:rPr lang="pt-BR" sz="1800" dirty="0" err="1">
                <a:solidFill>
                  <a:schemeClr val="dk1"/>
                </a:solidFill>
              </a:rPr>
              <a:t>specific</a:t>
            </a:r>
            <a:r>
              <a:rPr lang="pt-BR" sz="1800" dirty="0">
                <a:solidFill>
                  <a:schemeClr val="dk1"/>
                </a:solidFill>
              </a:rPr>
              <a:t> processes </a:t>
            </a:r>
            <a:endParaRPr sz="1800" dirty="0">
              <a:solidFill>
                <a:schemeClr val="dk1"/>
              </a:solidFill>
            </a:endParaRPr>
          </a:p>
          <a:p>
            <a:pPr marL="0" marR="0" lvl="0" indent="0" algn="ctr" rtl="0">
              <a:lnSpc>
                <a:spcPct val="100000"/>
              </a:lnSpc>
              <a:spcBef>
                <a:spcPts val="800"/>
              </a:spcBef>
              <a:spcAft>
                <a:spcPts val="0"/>
              </a:spcAft>
              <a:buNone/>
            </a:pPr>
            <a:endParaRPr sz="105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54323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6">
          <a:extLst>
            <a:ext uri="{FF2B5EF4-FFF2-40B4-BE49-F238E27FC236}">
              <a16:creationId xmlns:a16="http://schemas.microsoft.com/office/drawing/2014/main" id="{93C02558-EEFD-4122-4000-6EF24AE732CA}"/>
            </a:ext>
          </a:extLst>
        </p:cNvPr>
        <p:cNvGrpSpPr/>
        <p:nvPr/>
      </p:nvGrpSpPr>
      <p:grpSpPr>
        <a:xfrm>
          <a:off x="0" y="0"/>
          <a:ext cx="0" cy="0"/>
          <a:chOff x="0" y="0"/>
          <a:chExt cx="0" cy="0"/>
        </a:xfrm>
      </p:grpSpPr>
      <p:pic>
        <p:nvPicPr>
          <p:cNvPr id="407" name="Google Shape;407;g3693f7da1e3_0_252">
            <a:extLst>
              <a:ext uri="{FF2B5EF4-FFF2-40B4-BE49-F238E27FC236}">
                <a16:creationId xmlns:a16="http://schemas.microsoft.com/office/drawing/2014/main" id="{371FE78E-CA0C-1F2E-9C2E-D5E7DF4655B7}"/>
              </a:ext>
            </a:extLst>
          </p:cNvPr>
          <p:cNvPicPr preferRelativeResize="0">
            <a:picLocks noGrp="1"/>
          </p:cNvPicPr>
          <p:nvPr>
            <p:ph type="pic" idx="2"/>
          </p:nvPr>
        </p:nvPicPr>
        <p:blipFill rotWithShape="1">
          <a:blip r:embed="rId3">
            <a:alphaModFix/>
          </a:blip>
          <a:srcRect l="8003" r="8003"/>
          <a:stretch/>
        </p:blipFill>
        <p:spPr>
          <a:xfrm>
            <a:off x="5029057" y="0"/>
            <a:ext cx="4114801" cy="5143500"/>
          </a:xfrm>
          <a:prstGeom prst="rect">
            <a:avLst/>
          </a:prstGeom>
          <a:noFill/>
          <a:ln>
            <a:noFill/>
          </a:ln>
        </p:spPr>
      </p:pic>
      <p:sp>
        <p:nvSpPr>
          <p:cNvPr id="408" name="Google Shape;408;g3693f7da1e3_0_252">
            <a:extLst>
              <a:ext uri="{FF2B5EF4-FFF2-40B4-BE49-F238E27FC236}">
                <a16:creationId xmlns:a16="http://schemas.microsoft.com/office/drawing/2014/main" id="{FE8636D1-E48F-27E4-EFFF-59DA20148D83}"/>
              </a:ext>
            </a:extLst>
          </p:cNvPr>
          <p:cNvSpPr txBox="1">
            <a:spLocks noGrp="1"/>
          </p:cNvSpPr>
          <p:nvPr>
            <p:ph type="body" idx="1"/>
          </p:nvPr>
        </p:nvSpPr>
        <p:spPr>
          <a:xfrm>
            <a:off x="468315" y="1558649"/>
            <a:ext cx="3236400" cy="3065700"/>
          </a:xfrm>
          <a:prstGeom prst="rect">
            <a:avLst/>
          </a:prstGeom>
          <a:noFill/>
          <a:ln>
            <a:noFill/>
          </a:ln>
        </p:spPr>
        <p:txBody>
          <a:bodyPr spcFirstLastPara="1" wrap="square" lIns="0" tIns="0" rIns="0" bIns="0" anchor="t" anchorCtr="0">
            <a:noAutofit/>
          </a:bodyPr>
          <a:lstStyle/>
          <a:p>
            <a:pPr marL="457200" marR="0" lvl="0" indent="-228600" algn="l" rtl="0">
              <a:lnSpc>
                <a:spcPct val="100000"/>
              </a:lnSpc>
              <a:spcBef>
                <a:spcPts val="600"/>
              </a:spcBef>
              <a:spcAft>
                <a:spcPts val="0"/>
              </a:spcAft>
              <a:buSzPts val="1200"/>
              <a:buFont typeface="Arial"/>
              <a:buAutoNum type="arabicPeriod"/>
            </a:pPr>
            <a:r>
              <a:rPr lang="pt-BR" dirty="0" err="1">
                <a:solidFill>
                  <a:srgbClr val="000000"/>
                </a:solidFill>
                <a:latin typeface="Arial"/>
                <a:cs typeface="Arial"/>
                <a:sym typeface="Arial"/>
              </a:rPr>
              <a:t>Definition</a:t>
            </a:r>
            <a:r>
              <a:rPr lang="pt-BR" dirty="0">
                <a:solidFill>
                  <a:srgbClr val="000000"/>
                </a:solidFill>
                <a:latin typeface="Arial"/>
                <a:cs typeface="Arial"/>
                <a:sym typeface="Arial"/>
              </a:rPr>
              <a:t> </a:t>
            </a:r>
            <a:r>
              <a:rPr lang="pt-BR" dirty="0" err="1">
                <a:solidFill>
                  <a:srgbClr val="000000"/>
                </a:solidFill>
                <a:latin typeface="Arial"/>
                <a:cs typeface="Arial"/>
                <a:sym typeface="Arial"/>
              </a:rPr>
              <a:t>and</a:t>
            </a:r>
            <a:r>
              <a:rPr lang="pt-BR" dirty="0">
                <a:solidFill>
                  <a:srgbClr val="000000"/>
                </a:solidFill>
                <a:latin typeface="Arial"/>
                <a:cs typeface="Arial"/>
                <a:sym typeface="Arial"/>
              </a:rPr>
              <a:t> </a:t>
            </a:r>
            <a:r>
              <a:rPr lang="pt-BR" dirty="0" err="1">
                <a:solidFill>
                  <a:srgbClr val="000000"/>
                </a:solidFill>
                <a:latin typeface="Arial"/>
                <a:cs typeface="Arial"/>
                <a:sym typeface="Arial"/>
              </a:rPr>
              <a:t>objectives</a:t>
            </a:r>
            <a:r>
              <a:rPr lang="pt-BR" dirty="0">
                <a:solidFill>
                  <a:srgbClr val="000000"/>
                </a:solidFill>
                <a:latin typeface="Arial"/>
                <a:cs typeface="Arial"/>
                <a:sym typeface="Arial"/>
              </a:rPr>
              <a:t> </a:t>
            </a:r>
            <a:r>
              <a:rPr lang="pt-BR" dirty="0" err="1">
                <a:solidFill>
                  <a:srgbClr val="000000"/>
                </a:solidFill>
                <a:latin typeface="Arial"/>
                <a:cs typeface="Arial"/>
                <a:sym typeface="Arial"/>
              </a:rPr>
              <a:t>of</a:t>
            </a:r>
            <a:r>
              <a:rPr lang="pt-BR" dirty="0">
                <a:solidFill>
                  <a:srgbClr val="000000"/>
                </a:solidFill>
                <a:latin typeface="Arial"/>
                <a:cs typeface="Arial"/>
                <a:sym typeface="Arial"/>
              </a:rPr>
              <a:t> Manufacturing </a:t>
            </a:r>
            <a:r>
              <a:rPr lang="pt-BR" dirty="0" err="1">
                <a:solidFill>
                  <a:srgbClr val="000000"/>
                </a:solidFill>
                <a:latin typeface="Arial"/>
                <a:cs typeface="Arial"/>
                <a:sym typeface="Arial"/>
              </a:rPr>
              <a:t>plant</a:t>
            </a:r>
            <a:endParaRPr dirty="0"/>
          </a:p>
          <a:p>
            <a:pPr marL="457200" marR="0" lvl="0" indent="-228600" algn="l" rtl="0">
              <a:lnSpc>
                <a:spcPct val="100000"/>
              </a:lnSpc>
              <a:spcBef>
                <a:spcPts val="600"/>
              </a:spcBef>
              <a:spcAft>
                <a:spcPts val="0"/>
              </a:spcAft>
              <a:buSzPts val="1200"/>
              <a:buFont typeface="Arial"/>
              <a:buAutoNum type="arabicPeriod"/>
            </a:pPr>
            <a:r>
              <a:rPr lang="pt-BR" sz="1200" i="0" u="none" strike="noStrike" dirty="0">
                <a:solidFill>
                  <a:srgbClr val="000000"/>
                </a:solidFill>
                <a:latin typeface="Arial"/>
                <a:ea typeface="Arial"/>
                <a:cs typeface="Arial"/>
                <a:sym typeface="Arial"/>
              </a:rPr>
              <a:t>Where </a:t>
            </a:r>
            <a:r>
              <a:rPr lang="pt-BR" sz="1200" i="0" u="none" strike="noStrike" dirty="0" err="1">
                <a:solidFill>
                  <a:srgbClr val="000000"/>
                </a:solidFill>
                <a:latin typeface="Arial"/>
                <a:ea typeface="Arial"/>
                <a:cs typeface="Arial"/>
                <a:sym typeface="Arial"/>
              </a:rPr>
              <a:t>is</a:t>
            </a:r>
            <a:r>
              <a:rPr lang="pt-BR" sz="1200" i="0" u="none" strike="noStrike" dirty="0">
                <a:solidFill>
                  <a:srgbClr val="000000"/>
                </a:solidFill>
                <a:latin typeface="Arial"/>
                <a:ea typeface="Arial"/>
                <a:cs typeface="Arial"/>
                <a:sym typeface="Arial"/>
              </a:rPr>
              <a:t> </a:t>
            </a:r>
            <a:r>
              <a:rPr lang="pt-BR" sz="1200" i="0" u="none" strike="noStrike" dirty="0" err="1">
                <a:solidFill>
                  <a:srgbClr val="000000"/>
                </a:solidFill>
                <a:latin typeface="Arial"/>
                <a:ea typeface="Arial"/>
                <a:cs typeface="Arial"/>
                <a:sym typeface="Arial"/>
              </a:rPr>
              <a:t>used</a:t>
            </a:r>
            <a:endParaRPr sz="2000" i="0" u="none" strike="noStrike" dirty="0">
              <a:latin typeface="Arial"/>
              <a:ea typeface="Arial"/>
              <a:cs typeface="Arial"/>
              <a:sym typeface="Arial"/>
            </a:endParaRPr>
          </a:p>
          <a:p>
            <a:pPr marL="457200" marR="0" lvl="0" indent="-228600" algn="l" rtl="0">
              <a:lnSpc>
                <a:spcPct val="100000"/>
              </a:lnSpc>
              <a:spcBef>
                <a:spcPts val="600"/>
              </a:spcBef>
              <a:spcAft>
                <a:spcPts val="0"/>
              </a:spcAft>
              <a:buSzPts val="1200"/>
              <a:buFont typeface="Arial"/>
              <a:buAutoNum type="arabicPeriod"/>
            </a:pPr>
            <a:r>
              <a:rPr lang="pt-BR" sz="1200" b="1" i="0" u="none" strike="noStrike" dirty="0" err="1">
                <a:solidFill>
                  <a:srgbClr val="000000"/>
                </a:solidFill>
                <a:latin typeface="Arial"/>
                <a:ea typeface="Arial"/>
                <a:cs typeface="Arial"/>
                <a:sym typeface="Arial"/>
              </a:rPr>
              <a:t>Scenarios</a:t>
            </a:r>
            <a:endParaRPr lang="pt-BR" sz="1200" b="1" i="0" u="none" strike="noStrike" dirty="0">
              <a:solidFill>
                <a:srgbClr val="000000"/>
              </a:solidFill>
              <a:latin typeface="Arial"/>
              <a:ea typeface="Arial"/>
              <a:cs typeface="Arial"/>
              <a:sym typeface="Arial"/>
            </a:endParaRPr>
          </a:p>
          <a:p>
            <a:pPr lvl="0">
              <a:buFont typeface="Arial"/>
              <a:buAutoNum type="arabicPeriod"/>
            </a:pPr>
            <a:r>
              <a:rPr lang="pt-BR" dirty="0">
                <a:solidFill>
                  <a:srgbClr val="000000"/>
                </a:solidFill>
                <a:latin typeface="Arial"/>
                <a:ea typeface="Arial"/>
                <a:cs typeface="Arial"/>
                <a:sym typeface="Arial"/>
              </a:rPr>
              <a:t>Feedback </a:t>
            </a:r>
            <a:r>
              <a:rPr lang="pt-BR" dirty="0" err="1">
                <a:solidFill>
                  <a:srgbClr val="000000"/>
                </a:solidFill>
                <a:latin typeface="Arial"/>
                <a:ea typeface="Arial"/>
                <a:cs typeface="Arial"/>
                <a:sym typeface="Arial"/>
              </a:rPr>
              <a:t>from</a:t>
            </a:r>
            <a:r>
              <a:rPr lang="pt-BR" dirty="0">
                <a:solidFill>
                  <a:srgbClr val="000000"/>
                </a:solidFill>
                <a:latin typeface="Arial"/>
                <a:ea typeface="Arial"/>
                <a:cs typeface="Arial"/>
                <a:sym typeface="Arial"/>
              </a:rPr>
              <a:t> </a:t>
            </a:r>
            <a:r>
              <a:rPr lang="pt-BR" dirty="0" err="1">
                <a:solidFill>
                  <a:srgbClr val="000000"/>
                </a:solidFill>
                <a:latin typeface="Arial"/>
                <a:ea typeface="Arial"/>
                <a:cs typeface="Arial"/>
                <a:sym typeface="Arial"/>
              </a:rPr>
              <a:t>the</a:t>
            </a:r>
            <a:r>
              <a:rPr lang="pt-BR" dirty="0">
                <a:solidFill>
                  <a:srgbClr val="000000"/>
                </a:solidFill>
                <a:latin typeface="Arial"/>
                <a:ea typeface="Arial"/>
                <a:cs typeface="Arial"/>
                <a:sym typeface="Arial"/>
              </a:rPr>
              <a:t> </a:t>
            </a:r>
            <a:r>
              <a:rPr lang="pt-BR" dirty="0" err="1">
                <a:solidFill>
                  <a:srgbClr val="000000"/>
                </a:solidFill>
                <a:latin typeface="Arial"/>
                <a:ea typeface="Arial"/>
                <a:cs typeface="Arial"/>
                <a:sym typeface="Arial"/>
              </a:rPr>
              <a:t>audience</a:t>
            </a:r>
            <a:endParaRPr lang="pt-BR" sz="2000" dirty="0">
              <a:latin typeface="Arial"/>
              <a:ea typeface="Arial"/>
              <a:cs typeface="Arial"/>
              <a:sym typeface="Arial"/>
            </a:endParaRPr>
          </a:p>
          <a:p>
            <a:pPr marL="457200" lvl="0" indent="-228600" algn="l" rtl="0">
              <a:lnSpc>
                <a:spcPct val="95238"/>
              </a:lnSpc>
              <a:spcBef>
                <a:spcPts val="0"/>
              </a:spcBef>
              <a:spcAft>
                <a:spcPts val="0"/>
              </a:spcAft>
              <a:buSzPts val="1400"/>
              <a:buFont typeface="Roboto"/>
              <a:buNone/>
            </a:pPr>
            <a:endParaRPr dirty="0"/>
          </a:p>
        </p:txBody>
      </p:sp>
      <p:sp>
        <p:nvSpPr>
          <p:cNvPr id="409" name="Google Shape;409;g3693f7da1e3_0_252">
            <a:extLst>
              <a:ext uri="{FF2B5EF4-FFF2-40B4-BE49-F238E27FC236}">
                <a16:creationId xmlns:a16="http://schemas.microsoft.com/office/drawing/2014/main" id="{754F48BA-0BAE-3369-07F3-9E1A0A50134E}"/>
              </a:ext>
            </a:extLst>
          </p:cNvPr>
          <p:cNvSpPr txBox="1">
            <a:spLocks noGrp="1"/>
          </p:cNvSpPr>
          <p:nvPr>
            <p:ph type="subTitle" idx="3"/>
          </p:nvPr>
        </p:nvSpPr>
        <p:spPr>
          <a:xfrm>
            <a:off x="468300" y="807125"/>
            <a:ext cx="4046100" cy="4416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Reporting</a:t>
            </a:r>
            <a:endParaRPr sz="1400">
              <a:latin typeface="Roboto Light"/>
              <a:ea typeface="Roboto Light"/>
              <a:cs typeface="Roboto Light"/>
              <a:sym typeface="Roboto Light"/>
            </a:endParaRPr>
          </a:p>
        </p:txBody>
      </p:sp>
      <p:sp>
        <p:nvSpPr>
          <p:cNvPr id="410" name="Google Shape;410;g3693f7da1e3_0_252">
            <a:extLst>
              <a:ext uri="{FF2B5EF4-FFF2-40B4-BE49-F238E27FC236}">
                <a16:creationId xmlns:a16="http://schemas.microsoft.com/office/drawing/2014/main" id="{C9612F4A-47BB-76FE-5FF0-720EB325F091}"/>
              </a:ext>
            </a:extLst>
          </p:cNvPr>
          <p:cNvSpPr txBox="1">
            <a:spLocks noGrp="1"/>
          </p:cNvSpPr>
          <p:nvPr>
            <p:ph type="title"/>
          </p:nvPr>
        </p:nvSpPr>
        <p:spPr>
          <a:xfrm>
            <a:off x="468304" y="265213"/>
            <a:ext cx="4473300" cy="288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600"/>
              <a:buNone/>
            </a:pPr>
            <a:r>
              <a:rPr lang="en-US"/>
              <a:t>Workshop Agenda</a:t>
            </a:r>
            <a:endParaRPr/>
          </a:p>
        </p:txBody>
      </p:sp>
      <p:pic>
        <p:nvPicPr>
          <p:cNvPr id="411" name="Google Shape;411;g3693f7da1e3_0_252">
            <a:extLst>
              <a:ext uri="{FF2B5EF4-FFF2-40B4-BE49-F238E27FC236}">
                <a16:creationId xmlns:a16="http://schemas.microsoft.com/office/drawing/2014/main" id="{AA4102B0-698D-C8F7-2521-2B0FB274135B}"/>
              </a:ext>
            </a:extLst>
          </p:cNvPr>
          <p:cNvPicPr preferRelativeResize="0">
            <a:picLocks noGrp="1"/>
          </p:cNvPicPr>
          <p:nvPr>
            <p:ph type="pic" idx="4"/>
          </p:nvPr>
        </p:nvPicPr>
        <p:blipFill rotWithShape="1">
          <a:blip r:embed="rId3">
            <a:alphaModFix/>
          </a:blip>
          <a:srcRect l="27224" r="27225"/>
          <a:stretch/>
        </p:blipFill>
        <p:spPr>
          <a:xfrm>
            <a:off x="5303500" y="1286842"/>
            <a:ext cx="2795100" cy="3493799"/>
          </a:xfrm>
          <a:prstGeom prst="rect">
            <a:avLst/>
          </a:prstGeom>
          <a:noFill/>
          <a:ln>
            <a:noFill/>
          </a:ln>
        </p:spPr>
      </p:pic>
      <p:pic>
        <p:nvPicPr>
          <p:cNvPr id="412" name="Google Shape;412;g3693f7da1e3_0_252">
            <a:extLst>
              <a:ext uri="{FF2B5EF4-FFF2-40B4-BE49-F238E27FC236}">
                <a16:creationId xmlns:a16="http://schemas.microsoft.com/office/drawing/2014/main" id="{4E76C23D-82CC-9152-53B5-21346B1A4FA4}"/>
              </a:ext>
            </a:extLst>
          </p:cNvPr>
          <p:cNvPicPr preferRelativeResize="0">
            <a:picLocks noGrp="1"/>
          </p:cNvPicPr>
          <p:nvPr>
            <p:ph type="pic" idx="5"/>
          </p:nvPr>
        </p:nvPicPr>
        <p:blipFill rotWithShape="1">
          <a:blip r:embed="rId3">
            <a:alphaModFix/>
          </a:blip>
          <a:srcRect l="24400" r="30049"/>
          <a:stretch/>
        </p:blipFill>
        <p:spPr>
          <a:xfrm>
            <a:off x="5481122" y="1940343"/>
            <a:ext cx="2142300" cy="2677801"/>
          </a:xfrm>
          <a:prstGeom prst="rect">
            <a:avLst/>
          </a:prstGeom>
          <a:noFill/>
          <a:ln>
            <a:noFill/>
          </a:ln>
        </p:spPr>
      </p:pic>
      <p:grpSp>
        <p:nvGrpSpPr>
          <p:cNvPr id="413" name="Google Shape;413;g3693f7da1e3_0_252">
            <a:extLst>
              <a:ext uri="{FF2B5EF4-FFF2-40B4-BE49-F238E27FC236}">
                <a16:creationId xmlns:a16="http://schemas.microsoft.com/office/drawing/2014/main" id="{7CC55C3E-B6C9-1CFC-31E2-17E3CC86BE40}"/>
              </a:ext>
            </a:extLst>
          </p:cNvPr>
          <p:cNvGrpSpPr/>
          <p:nvPr/>
        </p:nvGrpSpPr>
        <p:grpSpPr>
          <a:xfrm>
            <a:off x="7495354" y="188417"/>
            <a:ext cx="1395087" cy="441585"/>
            <a:chOff x="5991694" y="1720305"/>
            <a:chExt cx="1929047" cy="618207"/>
          </a:xfrm>
        </p:grpSpPr>
        <p:sp>
          <p:nvSpPr>
            <p:cNvPr id="414" name="Google Shape;414;g3693f7da1e3_0_252">
              <a:extLst>
                <a:ext uri="{FF2B5EF4-FFF2-40B4-BE49-F238E27FC236}">
                  <a16:creationId xmlns:a16="http://schemas.microsoft.com/office/drawing/2014/main" id="{4B55CBFD-125C-FDA3-E715-5DB67ED6170E}"/>
                </a:ext>
              </a:extLst>
            </p:cNvPr>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5" name="Google Shape;415;g3693f7da1e3_0_252">
              <a:extLst>
                <a:ext uri="{FF2B5EF4-FFF2-40B4-BE49-F238E27FC236}">
                  <a16:creationId xmlns:a16="http://schemas.microsoft.com/office/drawing/2014/main" id="{00B3E759-647E-6304-72D5-6368550DE757}"/>
                </a:ext>
              </a:extLst>
            </p:cNvPr>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6" name="Google Shape;416;g3693f7da1e3_0_252">
              <a:extLst>
                <a:ext uri="{FF2B5EF4-FFF2-40B4-BE49-F238E27FC236}">
                  <a16:creationId xmlns:a16="http://schemas.microsoft.com/office/drawing/2014/main" id="{647CA5F6-DF64-CAD1-E28C-D79523EAAE9A}"/>
                </a:ext>
              </a:extLst>
            </p:cNvPr>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7" name="Google Shape;417;g3693f7da1e3_0_252">
              <a:extLst>
                <a:ext uri="{FF2B5EF4-FFF2-40B4-BE49-F238E27FC236}">
                  <a16:creationId xmlns:a16="http://schemas.microsoft.com/office/drawing/2014/main" id="{39F6E098-19AC-90B2-FFC7-3D07569F9FC0}"/>
                </a:ext>
              </a:extLst>
            </p:cNvPr>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8" name="Google Shape;418;g3693f7da1e3_0_252">
              <a:extLst>
                <a:ext uri="{FF2B5EF4-FFF2-40B4-BE49-F238E27FC236}">
                  <a16:creationId xmlns:a16="http://schemas.microsoft.com/office/drawing/2014/main" id="{17A1377D-58C4-94AA-6D91-78BF013B46B2}"/>
                </a:ext>
              </a:extLst>
            </p:cNvPr>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9" name="Google Shape;419;g3693f7da1e3_0_252">
              <a:extLst>
                <a:ext uri="{FF2B5EF4-FFF2-40B4-BE49-F238E27FC236}">
                  <a16:creationId xmlns:a16="http://schemas.microsoft.com/office/drawing/2014/main" id="{A474C11F-745C-8D6B-D82C-869EA345F433}"/>
                </a:ext>
              </a:extLst>
            </p:cNvPr>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0" name="Google Shape;420;g3693f7da1e3_0_252">
              <a:extLst>
                <a:ext uri="{FF2B5EF4-FFF2-40B4-BE49-F238E27FC236}">
                  <a16:creationId xmlns:a16="http://schemas.microsoft.com/office/drawing/2014/main" id="{00C7D3D7-1AF9-8AD1-611C-91301062A5ED}"/>
                </a:ext>
              </a:extLst>
            </p:cNvPr>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1" name="Google Shape;421;g3693f7da1e3_0_252">
              <a:extLst>
                <a:ext uri="{FF2B5EF4-FFF2-40B4-BE49-F238E27FC236}">
                  <a16:creationId xmlns:a16="http://schemas.microsoft.com/office/drawing/2014/main" id="{BEE3A381-274D-F2CC-4C2A-54FA421E544D}"/>
                </a:ext>
              </a:extLst>
            </p:cNvPr>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2" name="Google Shape;422;g3693f7da1e3_0_252">
              <a:extLst>
                <a:ext uri="{FF2B5EF4-FFF2-40B4-BE49-F238E27FC236}">
                  <a16:creationId xmlns:a16="http://schemas.microsoft.com/office/drawing/2014/main" id="{9349FFF2-2253-3148-8281-723D67FD4D5B}"/>
                </a:ext>
              </a:extLst>
            </p:cNvPr>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3" name="Google Shape;423;g3693f7da1e3_0_252">
              <a:extLst>
                <a:ext uri="{FF2B5EF4-FFF2-40B4-BE49-F238E27FC236}">
                  <a16:creationId xmlns:a16="http://schemas.microsoft.com/office/drawing/2014/main" id="{36FEEB1A-B4B2-B15A-44EF-438745AF372C}"/>
                </a:ext>
              </a:extLst>
            </p:cNvPr>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4" name="Google Shape;424;g3693f7da1e3_0_252">
              <a:extLst>
                <a:ext uri="{FF2B5EF4-FFF2-40B4-BE49-F238E27FC236}">
                  <a16:creationId xmlns:a16="http://schemas.microsoft.com/office/drawing/2014/main" id="{343E4D28-6569-2DFB-6A3C-94AD2BFF5693}"/>
                </a:ext>
              </a:extLst>
            </p:cNvPr>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5" name="Google Shape;425;g3693f7da1e3_0_252">
              <a:extLst>
                <a:ext uri="{FF2B5EF4-FFF2-40B4-BE49-F238E27FC236}">
                  <a16:creationId xmlns:a16="http://schemas.microsoft.com/office/drawing/2014/main" id="{C8AD97A2-5B54-6AF2-C08A-50FA9ABCF644}"/>
                </a:ext>
              </a:extLst>
            </p:cNvPr>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6" name="Google Shape;426;g3693f7da1e3_0_252">
              <a:extLst>
                <a:ext uri="{FF2B5EF4-FFF2-40B4-BE49-F238E27FC236}">
                  <a16:creationId xmlns:a16="http://schemas.microsoft.com/office/drawing/2014/main" id="{A25C3AB1-827A-7205-4719-49AA16916C31}"/>
                </a:ext>
              </a:extLst>
            </p:cNvPr>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676138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1">
          <a:extLst>
            <a:ext uri="{FF2B5EF4-FFF2-40B4-BE49-F238E27FC236}">
              <a16:creationId xmlns:a16="http://schemas.microsoft.com/office/drawing/2014/main" id="{883BDE84-24FE-A485-FBE7-F84CC0C7792D}"/>
            </a:ext>
          </a:extLst>
        </p:cNvPr>
        <p:cNvGrpSpPr/>
        <p:nvPr/>
      </p:nvGrpSpPr>
      <p:grpSpPr>
        <a:xfrm>
          <a:off x="0" y="0"/>
          <a:ext cx="0" cy="0"/>
          <a:chOff x="0" y="0"/>
          <a:chExt cx="0" cy="0"/>
        </a:xfrm>
      </p:grpSpPr>
      <p:sp>
        <p:nvSpPr>
          <p:cNvPr id="432" name="Google Shape;432;p2">
            <a:extLst>
              <a:ext uri="{FF2B5EF4-FFF2-40B4-BE49-F238E27FC236}">
                <a16:creationId xmlns:a16="http://schemas.microsoft.com/office/drawing/2014/main" id="{36537023-561E-07B6-CB1D-CDFAF02A4085}"/>
              </a:ext>
            </a:extLst>
          </p:cNvPr>
          <p:cNvSpPr txBox="1">
            <a:spLocks noGrp="1"/>
          </p:cNvSpPr>
          <p:nvPr>
            <p:ph type="title"/>
          </p:nvPr>
        </p:nvSpPr>
        <p:spPr>
          <a:xfrm>
            <a:off x="594058" y="23845"/>
            <a:ext cx="7367717" cy="526124"/>
          </a:xfrm>
          <a:prstGeom prst="rect">
            <a:avLst/>
          </a:prstGeom>
          <a:noFill/>
          <a:ln>
            <a:noFill/>
          </a:ln>
        </p:spPr>
        <p:txBody>
          <a:bodyPr spcFirstLastPara="1" wrap="square" lIns="180000" tIns="72000" rIns="180000" bIns="0" anchor="t" anchorCtr="0">
            <a:noAutofit/>
          </a:bodyPr>
          <a:lstStyle/>
          <a:p>
            <a:pPr marL="0" lvl="0" indent="0" algn="l" rtl="0">
              <a:lnSpc>
                <a:spcPct val="90000"/>
              </a:lnSpc>
              <a:spcBef>
                <a:spcPts val="0"/>
              </a:spcBef>
              <a:spcAft>
                <a:spcPts val="0"/>
              </a:spcAft>
              <a:buSzPts val="2600"/>
              <a:buNone/>
            </a:pPr>
            <a:r>
              <a:rPr lang="en-US" sz="2400" dirty="0"/>
              <a:t>Manufacturing  plant – Scenarios</a:t>
            </a:r>
            <a:br>
              <a:rPr lang="en-US" dirty="0"/>
            </a:br>
            <a:endParaRPr dirty="0">
              <a:solidFill>
                <a:schemeClr val="accent2"/>
              </a:solidFill>
              <a:latin typeface="Open Sans"/>
              <a:ea typeface="Open Sans"/>
              <a:cs typeface="Open Sans"/>
              <a:sym typeface="Open Sans"/>
            </a:endParaRPr>
          </a:p>
        </p:txBody>
      </p:sp>
      <p:sp>
        <p:nvSpPr>
          <p:cNvPr id="433" name="Google Shape;433;p2">
            <a:extLst>
              <a:ext uri="{FF2B5EF4-FFF2-40B4-BE49-F238E27FC236}">
                <a16:creationId xmlns:a16="http://schemas.microsoft.com/office/drawing/2014/main" id="{68D0D47A-10D5-6481-7374-38689CCC3977}"/>
              </a:ext>
            </a:extLst>
          </p:cNvPr>
          <p:cNvSpPr/>
          <p:nvPr/>
        </p:nvSpPr>
        <p:spPr>
          <a:xfrm>
            <a:off x="204079" y="637898"/>
            <a:ext cx="8563727" cy="4246335"/>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r>
              <a:rPr lang="en-US" b="1" dirty="0"/>
              <a:t>Goods receipt in PP-REM </a:t>
            </a:r>
          </a:p>
          <a:p>
            <a:pPr marL="171450" lvl="2" indent="-171450">
              <a:buFont typeface="Arial" panose="020B0604020202020204" pitchFamily="34" charset="0"/>
              <a:buChar char="•"/>
            </a:pPr>
            <a:r>
              <a:rPr lang="en-US" dirty="0"/>
              <a:t>The identification is done via movement type 131 and transaction type WS. Execution is done via MFBF, MF42N. If it’s not packaging the industrial origin is set directly. </a:t>
            </a:r>
          </a:p>
          <a:p>
            <a:pPr lvl="2"/>
            <a:endParaRPr lang="en-US" dirty="0"/>
          </a:p>
          <a:p>
            <a:pPr>
              <a:buNone/>
            </a:pPr>
            <a:r>
              <a:rPr lang="en-US" b="1" dirty="0"/>
              <a:t>Byproduct in PP-REM </a:t>
            </a:r>
          </a:p>
          <a:p>
            <a:pPr marL="171450" indent="-171450">
              <a:buFont typeface="Arial" panose="020B0604020202020204" pitchFamily="34" charset="0"/>
              <a:buChar char="•"/>
            </a:pPr>
            <a:r>
              <a:rPr lang="en-US" dirty="0"/>
              <a:t>The identification is done via movement type 531. Execution is done via MFBF, MF42N. The industrial origin is set directly. </a:t>
            </a:r>
          </a:p>
          <a:p>
            <a:endParaRPr lang="en-US" dirty="0"/>
          </a:p>
          <a:p>
            <a:pPr>
              <a:buNone/>
            </a:pPr>
            <a:r>
              <a:rPr lang="en-US" b="1" dirty="0"/>
              <a:t>Goods receipt in PP-PI </a:t>
            </a:r>
          </a:p>
          <a:p>
            <a:pPr marL="171450" indent="-171450">
              <a:buFont typeface="Arial" panose="020B0604020202020204" pitchFamily="34" charset="0"/>
              <a:buChar char="•"/>
            </a:pPr>
            <a:r>
              <a:rPr lang="en-US" dirty="0"/>
              <a:t>The identification is done via movement type 101 and transaction type WF or WR. Execution is done via COR6, CORK, MB31, process message (CO54). If it’s not packaging the industrial origin is set directly. </a:t>
            </a:r>
          </a:p>
          <a:p>
            <a:pPr marL="171450" indent="-171450">
              <a:buFont typeface="Arial" panose="020B0604020202020204" pitchFamily="34" charset="0"/>
              <a:buChar char="•"/>
            </a:pPr>
            <a:endParaRPr lang="en-US" dirty="0"/>
          </a:p>
          <a:p>
            <a:pPr>
              <a:buNone/>
            </a:pPr>
            <a:r>
              <a:rPr lang="en-US" b="1" dirty="0"/>
              <a:t>Byproduct in PP-PI </a:t>
            </a:r>
          </a:p>
          <a:p>
            <a:pPr marL="171450" indent="-171450">
              <a:buFont typeface="Arial" panose="020B0604020202020204" pitchFamily="34" charset="0"/>
              <a:buChar char="•"/>
            </a:pPr>
            <a:r>
              <a:rPr lang="en-US" dirty="0"/>
              <a:t>The identification is done via movement type 531. Execution is done via COR6, CORK, MB1A, process message (CO54). The industrial origin is set directly. </a:t>
            </a:r>
          </a:p>
          <a:p>
            <a:endParaRPr lang="en-US" dirty="0"/>
          </a:p>
        </p:txBody>
      </p:sp>
    </p:spTree>
    <p:extLst>
      <p:ext uri="{BB962C8B-B14F-4D97-AF65-F5344CB8AC3E}">
        <p14:creationId xmlns:p14="http://schemas.microsoft.com/office/powerpoint/2010/main" val="2391389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1">
          <a:extLst>
            <a:ext uri="{FF2B5EF4-FFF2-40B4-BE49-F238E27FC236}">
              <a16:creationId xmlns:a16="http://schemas.microsoft.com/office/drawing/2014/main" id="{988B7983-53F2-5629-71FE-D43EE33AD802}"/>
            </a:ext>
          </a:extLst>
        </p:cNvPr>
        <p:cNvGrpSpPr/>
        <p:nvPr/>
      </p:nvGrpSpPr>
      <p:grpSpPr>
        <a:xfrm>
          <a:off x="0" y="0"/>
          <a:ext cx="0" cy="0"/>
          <a:chOff x="0" y="0"/>
          <a:chExt cx="0" cy="0"/>
        </a:xfrm>
      </p:grpSpPr>
      <p:sp>
        <p:nvSpPr>
          <p:cNvPr id="432" name="Google Shape;432;p2">
            <a:extLst>
              <a:ext uri="{FF2B5EF4-FFF2-40B4-BE49-F238E27FC236}">
                <a16:creationId xmlns:a16="http://schemas.microsoft.com/office/drawing/2014/main" id="{98F45D74-1B06-A52D-CAF7-34A161AB6EA3}"/>
              </a:ext>
            </a:extLst>
          </p:cNvPr>
          <p:cNvSpPr txBox="1">
            <a:spLocks noGrp="1"/>
          </p:cNvSpPr>
          <p:nvPr>
            <p:ph type="title"/>
          </p:nvPr>
        </p:nvSpPr>
        <p:spPr>
          <a:xfrm>
            <a:off x="594058" y="23845"/>
            <a:ext cx="7367717" cy="526124"/>
          </a:xfrm>
          <a:prstGeom prst="rect">
            <a:avLst/>
          </a:prstGeom>
          <a:noFill/>
          <a:ln>
            <a:noFill/>
          </a:ln>
        </p:spPr>
        <p:txBody>
          <a:bodyPr spcFirstLastPara="1" wrap="square" lIns="180000" tIns="72000" rIns="180000" bIns="0" anchor="t" anchorCtr="0">
            <a:noAutofit/>
          </a:bodyPr>
          <a:lstStyle/>
          <a:p>
            <a:pPr marL="0" lvl="0" indent="0" algn="l" rtl="0">
              <a:lnSpc>
                <a:spcPct val="90000"/>
              </a:lnSpc>
              <a:spcBef>
                <a:spcPts val="0"/>
              </a:spcBef>
              <a:spcAft>
                <a:spcPts val="0"/>
              </a:spcAft>
              <a:buSzPts val="2600"/>
              <a:buNone/>
            </a:pPr>
            <a:r>
              <a:rPr lang="en-US" sz="2400" dirty="0"/>
              <a:t>Manufacturing  plant – Scenarios</a:t>
            </a:r>
            <a:br>
              <a:rPr lang="en-US" dirty="0"/>
            </a:br>
            <a:endParaRPr dirty="0">
              <a:solidFill>
                <a:schemeClr val="accent2"/>
              </a:solidFill>
              <a:latin typeface="Open Sans"/>
              <a:ea typeface="Open Sans"/>
              <a:cs typeface="Open Sans"/>
              <a:sym typeface="Open Sans"/>
            </a:endParaRPr>
          </a:p>
        </p:txBody>
      </p:sp>
      <p:sp>
        <p:nvSpPr>
          <p:cNvPr id="433" name="Google Shape;433;p2">
            <a:extLst>
              <a:ext uri="{FF2B5EF4-FFF2-40B4-BE49-F238E27FC236}">
                <a16:creationId xmlns:a16="http://schemas.microsoft.com/office/drawing/2014/main" id="{05D4E4F5-918F-595C-A8E8-D3C29C303339}"/>
              </a:ext>
            </a:extLst>
          </p:cNvPr>
          <p:cNvSpPr/>
          <p:nvPr/>
        </p:nvSpPr>
        <p:spPr>
          <a:xfrm>
            <a:off x="501445" y="786581"/>
            <a:ext cx="8563727" cy="4060481"/>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r>
              <a:rPr lang="pt-BR" b="1" dirty="0" err="1"/>
              <a:t>Packaging</a:t>
            </a:r>
            <a:endParaRPr lang="en-US" b="1" dirty="0"/>
          </a:p>
          <a:p>
            <a:pPr marL="171450" indent="-171450">
              <a:buFont typeface="Arial" panose="020B0604020202020204" pitchFamily="34" charset="0"/>
              <a:buChar char="•"/>
            </a:pPr>
            <a:r>
              <a:rPr lang="en-US" dirty="0"/>
              <a:t>For the previous cases (except byproducts) a packaging process is possible. This one is defined via the structure of the BOM. If only one finished/semifinished component exists which has the same material group and product hierarchy like the produced material, it’s a packaging process. In this case the industrial origin should be derived from this component batch to the header batch. </a:t>
            </a:r>
          </a:p>
          <a:p>
            <a:endParaRPr lang="en-US" dirty="0"/>
          </a:p>
          <a:p>
            <a:r>
              <a:rPr lang="en-US" b="1" dirty="0"/>
              <a:t>Tolling</a:t>
            </a:r>
          </a:p>
          <a:p>
            <a:pPr>
              <a:buNone/>
            </a:pPr>
            <a:r>
              <a:rPr lang="en-US" b="1" dirty="0"/>
              <a:t>MM Subcontracting (80% of the cases)</a:t>
            </a:r>
          </a:p>
          <a:p>
            <a:pPr marL="171450" indent="-171450">
              <a:buFont typeface="Arial" panose="020B0604020202020204" pitchFamily="34" charset="0"/>
              <a:buChar char="•"/>
            </a:pPr>
            <a:r>
              <a:rPr lang="en-US" dirty="0"/>
              <a:t>The identification is done via movement type 101 and transaction type WE. In addition, the item category for subcontracting in the purchase order is checked. Execution is done via MIGO, MB01. If it’s not packaging, the industrial origin is set directly</a:t>
            </a:r>
            <a:r>
              <a:rPr lang="en-US" sz="1200" dirty="0"/>
              <a:t>.</a:t>
            </a:r>
          </a:p>
          <a:p>
            <a:r>
              <a:rPr lang="en-US" b="1" dirty="0"/>
              <a:t>Plant Tolling (20% of the cases)</a:t>
            </a:r>
          </a:p>
          <a:p>
            <a:pPr marL="285750" indent="-285750">
              <a:buFont typeface="Arial" panose="020B0604020202020204" pitchFamily="34" charset="0"/>
              <a:buChar char="•"/>
            </a:pPr>
            <a:r>
              <a:rPr lang="en-US" dirty="0"/>
              <a:t>The identification is done based in the goods receipt movement (PPREM or PPPI). The industrial origin is set directly. </a:t>
            </a:r>
          </a:p>
          <a:p>
            <a:pPr marL="171450" indent="-171450">
              <a:buFont typeface="Arial" panose="020B0604020202020204" pitchFamily="34" charset="0"/>
              <a:buChar char="•"/>
            </a:pPr>
            <a:endParaRPr lang="en-US" sz="1200" dirty="0"/>
          </a:p>
          <a:p>
            <a:r>
              <a:rPr lang="en-US" b="1" dirty="0"/>
              <a:t>Replacement / Transcoding</a:t>
            </a:r>
          </a:p>
          <a:p>
            <a:pPr marL="171450" indent="-171450">
              <a:buFont typeface="Arial" panose="020B0604020202020204" pitchFamily="34" charset="0"/>
              <a:buChar char="•"/>
            </a:pPr>
            <a:r>
              <a:rPr lang="en-US" dirty="0"/>
              <a:t>With a specific table, a replacement of the found industrial origin can be controlled. The functionality is the same for all scenarios.</a:t>
            </a:r>
          </a:p>
          <a:p>
            <a:pPr marL="171450" indent="-171450">
              <a:buFont typeface="Arial" panose="020B0604020202020204" pitchFamily="34" charset="0"/>
              <a:buChar char="•"/>
            </a:pPr>
            <a:endParaRPr lang="en-US" sz="1200" dirty="0"/>
          </a:p>
        </p:txBody>
      </p:sp>
    </p:spTree>
    <p:extLst>
      <p:ext uri="{BB962C8B-B14F-4D97-AF65-F5344CB8AC3E}">
        <p14:creationId xmlns:p14="http://schemas.microsoft.com/office/powerpoint/2010/main" val="1913876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6">
          <a:extLst>
            <a:ext uri="{FF2B5EF4-FFF2-40B4-BE49-F238E27FC236}">
              <a16:creationId xmlns:a16="http://schemas.microsoft.com/office/drawing/2014/main" id="{67A8F1FE-8EE7-B8C2-5023-4200AD8F7792}"/>
            </a:ext>
          </a:extLst>
        </p:cNvPr>
        <p:cNvGrpSpPr/>
        <p:nvPr/>
      </p:nvGrpSpPr>
      <p:grpSpPr>
        <a:xfrm>
          <a:off x="0" y="0"/>
          <a:ext cx="0" cy="0"/>
          <a:chOff x="0" y="0"/>
          <a:chExt cx="0" cy="0"/>
        </a:xfrm>
      </p:grpSpPr>
      <p:pic>
        <p:nvPicPr>
          <p:cNvPr id="407" name="Google Shape;407;g3693f7da1e3_0_252">
            <a:extLst>
              <a:ext uri="{FF2B5EF4-FFF2-40B4-BE49-F238E27FC236}">
                <a16:creationId xmlns:a16="http://schemas.microsoft.com/office/drawing/2014/main" id="{FCB0D5FA-82C3-7665-7C77-4059E7F22B98}"/>
              </a:ext>
            </a:extLst>
          </p:cNvPr>
          <p:cNvPicPr preferRelativeResize="0">
            <a:picLocks noGrp="1"/>
          </p:cNvPicPr>
          <p:nvPr>
            <p:ph type="pic" idx="2"/>
          </p:nvPr>
        </p:nvPicPr>
        <p:blipFill rotWithShape="1">
          <a:blip r:embed="rId3">
            <a:alphaModFix/>
          </a:blip>
          <a:srcRect l="8003" r="8003"/>
          <a:stretch/>
        </p:blipFill>
        <p:spPr>
          <a:xfrm>
            <a:off x="5029057" y="0"/>
            <a:ext cx="4114801" cy="5143500"/>
          </a:xfrm>
          <a:prstGeom prst="rect">
            <a:avLst/>
          </a:prstGeom>
          <a:noFill/>
          <a:ln>
            <a:noFill/>
          </a:ln>
        </p:spPr>
      </p:pic>
      <p:sp>
        <p:nvSpPr>
          <p:cNvPr id="408" name="Google Shape;408;g3693f7da1e3_0_252">
            <a:extLst>
              <a:ext uri="{FF2B5EF4-FFF2-40B4-BE49-F238E27FC236}">
                <a16:creationId xmlns:a16="http://schemas.microsoft.com/office/drawing/2014/main" id="{CE7BEC2B-07BC-A9F8-1DFF-9B2E97C61E53}"/>
              </a:ext>
            </a:extLst>
          </p:cNvPr>
          <p:cNvSpPr txBox="1">
            <a:spLocks noGrp="1"/>
          </p:cNvSpPr>
          <p:nvPr>
            <p:ph type="body" idx="1"/>
          </p:nvPr>
        </p:nvSpPr>
        <p:spPr>
          <a:xfrm>
            <a:off x="468315" y="1558649"/>
            <a:ext cx="3236400" cy="3065700"/>
          </a:xfrm>
          <a:prstGeom prst="rect">
            <a:avLst/>
          </a:prstGeom>
          <a:noFill/>
          <a:ln>
            <a:noFill/>
          </a:ln>
        </p:spPr>
        <p:txBody>
          <a:bodyPr spcFirstLastPara="1" wrap="square" lIns="0" tIns="0" rIns="0" bIns="0" anchor="t" anchorCtr="0">
            <a:noAutofit/>
          </a:bodyPr>
          <a:lstStyle/>
          <a:p>
            <a:pPr marL="457200" marR="0" lvl="0" indent="-228600" algn="l" rtl="0">
              <a:lnSpc>
                <a:spcPct val="100000"/>
              </a:lnSpc>
              <a:spcBef>
                <a:spcPts val="600"/>
              </a:spcBef>
              <a:spcAft>
                <a:spcPts val="0"/>
              </a:spcAft>
              <a:buSzPts val="1200"/>
              <a:buFont typeface="Arial"/>
              <a:buAutoNum type="arabicPeriod"/>
            </a:pPr>
            <a:r>
              <a:rPr lang="pt-BR" dirty="0" err="1">
                <a:solidFill>
                  <a:srgbClr val="000000"/>
                </a:solidFill>
                <a:latin typeface="Arial"/>
                <a:cs typeface="Arial"/>
                <a:sym typeface="Arial"/>
              </a:rPr>
              <a:t>Definition</a:t>
            </a:r>
            <a:r>
              <a:rPr lang="pt-BR" dirty="0">
                <a:solidFill>
                  <a:srgbClr val="000000"/>
                </a:solidFill>
                <a:latin typeface="Arial"/>
                <a:cs typeface="Arial"/>
                <a:sym typeface="Arial"/>
              </a:rPr>
              <a:t> </a:t>
            </a:r>
            <a:r>
              <a:rPr lang="pt-BR" dirty="0" err="1">
                <a:solidFill>
                  <a:srgbClr val="000000"/>
                </a:solidFill>
                <a:latin typeface="Arial"/>
                <a:cs typeface="Arial"/>
                <a:sym typeface="Arial"/>
              </a:rPr>
              <a:t>and</a:t>
            </a:r>
            <a:r>
              <a:rPr lang="pt-BR" dirty="0">
                <a:solidFill>
                  <a:srgbClr val="000000"/>
                </a:solidFill>
                <a:latin typeface="Arial"/>
                <a:cs typeface="Arial"/>
                <a:sym typeface="Arial"/>
              </a:rPr>
              <a:t> </a:t>
            </a:r>
            <a:r>
              <a:rPr lang="pt-BR" dirty="0" err="1">
                <a:solidFill>
                  <a:srgbClr val="000000"/>
                </a:solidFill>
                <a:latin typeface="Arial"/>
                <a:cs typeface="Arial"/>
                <a:sym typeface="Arial"/>
              </a:rPr>
              <a:t>objectives</a:t>
            </a:r>
            <a:r>
              <a:rPr lang="pt-BR" dirty="0">
                <a:solidFill>
                  <a:srgbClr val="000000"/>
                </a:solidFill>
                <a:latin typeface="Arial"/>
                <a:cs typeface="Arial"/>
                <a:sym typeface="Arial"/>
              </a:rPr>
              <a:t> </a:t>
            </a:r>
            <a:r>
              <a:rPr lang="pt-BR" dirty="0" err="1">
                <a:solidFill>
                  <a:srgbClr val="000000"/>
                </a:solidFill>
                <a:latin typeface="Arial"/>
                <a:cs typeface="Arial"/>
                <a:sym typeface="Arial"/>
              </a:rPr>
              <a:t>of</a:t>
            </a:r>
            <a:r>
              <a:rPr lang="pt-BR" dirty="0">
                <a:solidFill>
                  <a:srgbClr val="000000"/>
                </a:solidFill>
                <a:latin typeface="Arial"/>
                <a:cs typeface="Arial"/>
                <a:sym typeface="Arial"/>
              </a:rPr>
              <a:t> Manufacturing </a:t>
            </a:r>
            <a:r>
              <a:rPr lang="pt-BR" dirty="0" err="1">
                <a:solidFill>
                  <a:srgbClr val="000000"/>
                </a:solidFill>
                <a:latin typeface="Arial"/>
                <a:cs typeface="Arial"/>
                <a:sym typeface="Arial"/>
              </a:rPr>
              <a:t>plant</a:t>
            </a:r>
            <a:endParaRPr dirty="0"/>
          </a:p>
          <a:p>
            <a:pPr marL="457200" marR="0" lvl="0" indent="-228600" algn="l" rtl="0">
              <a:lnSpc>
                <a:spcPct val="100000"/>
              </a:lnSpc>
              <a:spcBef>
                <a:spcPts val="600"/>
              </a:spcBef>
              <a:spcAft>
                <a:spcPts val="0"/>
              </a:spcAft>
              <a:buSzPts val="1200"/>
              <a:buFont typeface="Arial"/>
              <a:buAutoNum type="arabicPeriod"/>
            </a:pPr>
            <a:r>
              <a:rPr lang="pt-BR" sz="1200" i="0" u="none" strike="noStrike" dirty="0">
                <a:solidFill>
                  <a:srgbClr val="000000"/>
                </a:solidFill>
                <a:latin typeface="Arial"/>
                <a:ea typeface="Arial"/>
                <a:cs typeface="Arial"/>
                <a:sym typeface="Arial"/>
              </a:rPr>
              <a:t>Where </a:t>
            </a:r>
            <a:r>
              <a:rPr lang="pt-BR" sz="1200" i="0" u="none" strike="noStrike" dirty="0" err="1">
                <a:solidFill>
                  <a:srgbClr val="000000"/>
                </a:solidFill>
                <a:latin typeface="Arial"/>
                <a:ea typeface="Arial"/>
                <a:cs typeface="Arial"/>
                <a:sym typeface="Arial"/>
              </a:rPr>
              <a:t>is</a:t>
            </a:r>
            <a:r>
              <a:rPr lang="pt-BR" sz="1200" i="0" u="none" strike="noStrike" dirty="0">
                <a:solidFill>
                  <a:srgbClr val="000000"/>
                </a:solidFill>
                <a:latin typeface="Arial"/>
                <a:ea typeface="Arial"/>
                <a:cs typeface="Arial"/>
                <a:sym typeface="Arial"/>
              </a:rPr>
              <a:t> </a:t>
            </a:r>
            <a:r>
              <a:rPr lang="pt-BR" sz="1200" i="0" u="none" strike="noStrike" dirty="0" err="1">
                <a:solidFill>
                  <a:srgbClr val="000000"/>
                </a:solidFill>
                <a:latin typeface="Arial"/>
                <a:ea typeface="Arial"/>
                <a:cs typeface="Arial"/>
                <a:sym typeface="Arial"/>
              </a:rPr>
              <a:t>used</a:t>
            </a:r>
            <a:endParaRPr sz="2000" i="0" u="none" strike="noStrike" dirty="0">
              <a:latin typeface="Arial"/>
              <a:ea typeface="Arial"/>
              <a:cs typeface="Arial"/>
              <a:sym typeface="Arial"/>
            </a:endParaRPr>
          </a:p>
          <a:p>
            <a:pPr marL="457200" marR="0" lvl="0" indent="-228600" algn="l" rtl="0">
              <a:lnSpc>
                <a:spcPct val="100000"/>
              </a:lnSpc>
              <a:spcBef>
                <a:spcPts val="600"/>
              </a:spcBef>
              <a:spcAft>
                <a:spcPts val="0"/>
              </a:spcAft>
              <a:buSzPts val="1200"/>
              <a:buFont typeface="Arial"/>
              <a:buAutoNum type="arabicPeriod"/>
            </a:pPr>
            <a:r>
              <a:rPr lang="pt-BR" sz="1200" i="0" u="none" strike="noStrike" dirty="0" err="1">
                <a:solidFill>
                  <a:srgbClr val="000000"/>
                </a:solidFill>
                <a:latin typeface="Arial"/>
                <a:ea typeface="Arial"/>
                <a:cs typeface="Arial"/>
                <a:sym typeface="Arial"/>
              </a:rPr>
              <a:t>Scenarios</a:t>
            </a:r>
            <a:endParaRPr lang="pt-BR" sz="1200" i="0" u="none" strike="noStrike" dirty="0">
              <a:solidFill>
                <a:srgbClr val="000000"/>
              </a:solidFill>
              <a:latin typeface="Arial"/>
              <a:ea typeface="Arial"/>
              <a:cs typeface="Arial"/>
              <a:sym typeface="Arial"/>
            </a:endParaRPr>
          </a:p>
          <a:p>
            <a:pPr lvl="0">
              <a:buFont typeface="Arial"/>
              <a:buAutoNum type="arabicPeriod"/>
            </a:pPr>
            <a:r>
              <a:rPr lang="pt-BR" b="1" dirty="0">
                <a:solidFill>
                  <a:srgbClr val="000000"/>
                </a:solidFill>
                <a:latin typeface="Arial"/>
                <a:ea typeface="Arial"/>
                <a:cs typeface="Arial"/>
                <a:sym typeface="Arial"/>
              </a:rPr>
              <a:t>Feedback </a:t>
            </a:r>
            <a:r>
              <a:rPr lang="pt-BR" b="1" dirty="0" err="1">
                <a:solidFill>
                  <a:srgbClr val="000000"/>
                </a:solidFill>
                <a:latin typeface="Arial"/>
                <a:ea typeface="Arial"/>
                <a:cs typeface="Arial"/>
                <a:sym typeface="Arial"/>
              </a:rPr>
              <a:t>from</a:t>
            </a:r>
            <a:r>
              <a:rPr lang="pt-BR" b="1" dirty="0">
                <a:solidFill>
                  <a:srgbClr val="000000"/>
                </a:solidFill>
                <a:latin typeface="Arial"/>
                <a:ea typeface="Arial"/>
                <a:cs typeface="Arial"/>
                <a:sym typeface="Arial"/>
              </a:rPr>
              <a:t> </a:t>
            </a:r>
            <a:r>
              <a:rPr lang="pt-BR" b="1" dirty="0" err="1">
                <a:solidFill>
                  <a:srgbClr val="000000"/>
                </a:solidFill>
                <a:latin typeface="Arial"/>
                <a:ea typeface="Arial"/>
                <a:cs typeface="Arial"/>
                <a:sym typeface="Arial"/>
              </a:rPr>
              <a:t>the</a:t>
            </a:r>
            <a:r>
              <a:rPr lang="pt-BR" b="1" dirty="0">
                <a:solidFill>
                  <a:srgbClr val="000000"/>
                </a:solidFill>
                <a:latin typeface="Arial"/>
                <a:ea typeface="Arial"/>
                <a:cs typeface="Arial"/>
                <a:sym typeface="Arial"/>
              </a:rPr>
              <a:t> </a:t>
            </a:r>
            <a:r>
              <a:rPr lang="pt-BR" b="1" dirty="0" err="1">
                <a:solidFill>
                  <a:srgbClr val="000000"/>
                </a:solidFill>
                <a:latin typeface="Arial"/>
                <a:ea typeface="Arial"/>
                <a:cs typeface="Arial"/>
                <a:sym typeface="Arial"/>
              </a:rPr>
              <a:t>audience</a:t>
            </a:r>
            <a:endParaRPr lang="pt-BR" sz="2000" b="1" dirty="0">
              <a:latin typeface="Arial"/>
              <a:ea typeface="Arial"/>
              <a:cs typeface="Arial"/>
              <a:sym typeface="Arial"/>
            </a:endParaRPr>
          </a:p>
          <a:p>
            <a:pPr marL="457200" lvl="0" indent="-228600" algn="l" rtl="0">
              <a:lnSpc>
                <a:spcPct val="95238"/>
              </a:lnSpc>
              <a:spcBef>
                <a:spcPts val="0"/>
              </a:spcBef>
              <a:spcAft>
                <a:spcPts val="0"/>
              </a:spcAft>
              <a:buSzPts val="1400"/>
              <a:buFont typeface="Roboto"/>
              <a:buNone/>
            </a:pPr>
            <a:endParaRPr dirty="0"/>
          </a:p>
        </p:txBody>
      </p:sp>
      <p:sp>
        <p:nvSpPr>
          <p:cNvPr id="409" name="Google Shape;409;g3693f7da1e3_0_252">
            <a:extLst>
              <a:ext uri="{FF2B5EF4-FFF2-40B4-BE49-F238E27FC236}">
                <a16:creationId xmlns:a16="http://schemas.microsoft.com/office/drawing/2014/main" id="{0D044D86-086D-0147-A27B-C5CDC6FAC241}"/>
              </a:ext>
            </a:extLst>
          </p:cNvPr>
          <p:cNvSpPr txBox="1">
            <a:spLocks noGrp="1"/>
          </p:cNvSpPr>
          <p:nvPr>
            <p:ph type="subTitle" idx="3"/>
          </p:nvPr>
        </p:nvSpPr>
        <p:spPr>
          <a:xfrm>
            <a:off x="468300" y="807125"/>
            <a:ext cx="4046100" cy="4416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Reporting</a:t>
            </a:r>
            <a:endParaRPr sz="1400">
              <a:latin typeface="Roboto Light"/>
              <a:ea typeface="Roboto Light"/>
              <a:cs typeface="Roboto Light"/>
              <a:sym typeface="Roboto Light"/>
            </a:endParaRPr>
          </a:p>
        </p:txBody>
      </p:sp>
      <p:sp>
        <p:nvSpPr>
          <p:cNvPr id="410" name="Google Shape;410;g3693f7da1e3_0_252">
            <a:extLst>
              <a:ext uri="{FF2B5EF4-FFF2-40B4-BE49-F238E27FC236}">
                <a16:creationId xmlns:a16="http://schemas.microsoft.com/office/drawing/2014/main" id="{EE8E5952-3F33-C62D-7217-F2400C214E18}"/>
              </a:ext>
            </a:extLst>
          </p:cNvPr>
          <p:cNvSpPr txBox="1">
            <a:spLocks noGrp="1"/>
          </p:cNvSpPr>
          <p:nvPr>
            <p:ph type="title"/>
          </p:nvPr>
        </p:nvSpPr>
        <p:spPr>
          <a:xfrm>
            <a:off x="468304" y="265213"/>
            <a:ext cx="4473300" cy="288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600"/>
              <a:buNone/>
            </a:pPr>
            <a:r>
              <a:rPr lang="en-US"/>
              <a:t>Workshop Agenda</a:t>
            </a:r>
            <a:endParaRPr/>
          </a:p>
        </p:txBody>
      </p:sp>
      <p:pic>
        <p:nvPicPr>
          <p:cNvPr id="411" name="Google Shape;411;g3693f7da1e3_0_252">
            <a:extLst>
              <a:ext uri="{FF2B5EF4-FFF2-40B4-BE49-F238E27FC236}">
                <a16:creationId xmlns:a16="http://schemas.microsoft.com/office/drawing/2014/main" id="{F786B022-9E7A-319F-FFC3-69028E66B103}"/>
              </a:ext>
            </a:extLst>
          </p:cNvPr>
          <p:cNvPicPr preferRelativeResize="0">
            <a:picLocks noGrp="1"/>
          </p:cNvPicPr>
          <p:nvPr>
            <p:ph type="pic" idx="4"/>
          </p:nvPr>
        </p:nvPicPr>
        <p:blipFill rotWithShape="1">
          <a:blip r:embed="rId3">
            <a:alphaModFix/>
          </a:blip>
          <a:srcRect l="27224" r="27225"/>
          <a:stretch/>
        </p:blipFill>
        <p:spPr>
          <a:xfrm>
            <a:off x="5303500" y="1286842"/>
            <a:ext cx="2795100" cy="3493799"/>
          </a:xfrm>
          <a:prstGeom prst="rect">
            <a:avLst/>
          </a:prstGeom>
          <a:noFill/>
          <a:ln>
            <a:noFill/>
          </a:ln>
        </p:spPr>
      </p:pic>
      <p:pic>
        <p:nvPicPr>
          <p:cNvPr id="412" name="Google Shape;412;g3693f7da1e3_0_252">
            <a:extLst>
              <a:ext uri="{FF2B5EF4-FFF2-40B4-BE49-F238E27FC236}">
                <a16:creationId xmlns:a16="http://schemas.microsoft.com/office/drawing/2014/main" id="{A376199E-2ECB-E8F7-5676-88C26461E8B1}"/>
              </a:ext>
            </a:extLst>
          </p:cNvPr>
          <p:cNvPicPr preferRelativeResize="0">
            <a:picLocks noGrp="1"/>
          </p:cNvPicPr>
          <p:nvPr>
            <p:ph type="pic" idx="5"/>
          </p:nvPr>
        </p:nvPicPr>
        <p:blipFill rotWithShape="1">
          <a:blip r:embed="rId3">
            <a:alphaModFix/>
          </a:blip>
          <a:srcRect l="24400" r="30049"/>
          <a:stretch/>
        </p:blipFill>
        <p:spPr>
          <a:xfrm>
            <a:off x="5481122" y="1940343"/>
            <a:ext cx="2142300" cy="2677801"/>
          </a:xfrm>
          <a:prstGeom prst="rect">
            <a:avLst/>
          </a:prstGeom>
          <a:noFill/>
          <a:ln>
            <a:noFill/>
          </a:ln>
        </p:spPr>
      </p:pic>
      <p:grpSp>
        <p:nvGrpSpPr>
          <p:cNvPr id="413" name="Google Shape;413;g3693f7da1e3_0_252">
            <a:extLst>
              <a:ext uri="{FF2B5EF4-FFF2-40B4-BE49-F238E27FC236}">
                <a16:creationId xmlns:a16="http://schemas.microsoft.com/office/drawing/2014/main" id="{7639B80E-103B-3548-A37E-3B0A2A98FBF2}"/>
              </a:ext>
            </a:extLst>
          </p:cNvPr>
          <p:cNvGrpSpPr/>
          <p:nvPr/>
        </p:nvGrpSpPr>
        <p:grpSpPr>
          <a:xfrm>
            <a:off x="7495354" y="188417"/>
            <a:ext cx="1395087" cy="441585"/>
            <a:chOff x="5991694" y="1720305"/>
            <a:chExt cx="1929047" cy="618207"/>
          </a:xfrm>
        </p:grpSpPr>
        <p:sp>
          <p:nvSpPr>
            <p:cNvPr id="414" name="Google Shape;414;g3693f7da1e3_0_252">
              <a:extLst>
                <a:ext uri="{FF2B5EF4-FFF2-40B4-BE49-F238E27FC236}">
                  <a16:creationId xmlns:a16="http://schemas.microsoft.com/office/drawing/2014/main" id="{E74D7932-F1CB-FD6D-443A-895A8479F58F}"/>
                </a:ext>
              </a:extLst>
            </p:cNvPr>
            <p:cNvSpPr/>
            <p:nvPr/>
          </p:nvSpPr>
          <p:spPr>
            <a:xfrm>
              <a:off x="5991694" y="2070930"/>
              <a:ext cx="251981" cy="267582"/>
            </a:xfrm>
            <a:custGeom>
              <a:avLst/>
              <a:gdLst/>
              <a:ahLst/>
              <a:cxnLst/>
              <a:rect l="l" t="t" r="r" b="b"/>
              <a:pathLst>
                <a:path w="251981" h="267582" extrusionOk="0">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5" name="Google Shape;415;g3693f7da1e3_0_252">
              <a:extLst>
                <a:ext uri="{FF2B5EF4-FFF2-40B4-BE49-F238E27FC236}">
                  <a16:creationId xmlns:a16="http://schemas.microsoft.com/office/drawing/2014/main" id="{1DD39C59-B843-B57B-5460-9FD691B5D4DC}"/>
                </a:ext>
              </a:extLst>
            </p:cNvPr>
            <p:cNvSpPr/>
            <p:nvPr/>
          </p:nvSpPr>
          <p:spPr>
            <a:xfrm>
              <a:off x="6280756" y="2074286"/>
              <a:ext cx="250295" cy="260872"/>
            </a:xfrm>
            <a:custGeom>
              <a:avLst/>
              <a:gdLst/>
              <a:ahLst/>
              <a:cxnLst/>
              <a:rect l="l" t="t" r="r" b="b"/>
              <a:pathLst>
                <a:path w="250295" h="260872" extrusionOk="0">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6" name="Google Shape;416;g3693f7da1e3_0_252">
              <a:extLst>
                <a:ext uri="{FF2B5EF4-FFF2-40B4-BE49-F238E27FC236}">
                  <a16:creationId xmlns:a16="http://schemas.microsoft.com/office/drawing/2014/main" id="{16AC4F8C-EF65-9287-B2AA-DD0D823E2CDD}"/>
                </a:ext>
              </a:extLst>
            </p:cNvPr>
            <p:cNvSpPr/>
            <p:nvPr/>
          </p:nvSpPr>
          <p:spPr>
            <a:xfrm>
              <a:off x="6499027" y="2074286"/>
              <a:ext cx="306759" cy="260872"/>
            </a:xfrm>
            <a:custGeom>
              <a:avLst/>
              <a:gdLst/>
              <a:ahLst/>
              <a:cxnLst/>
              <a:rect l="l" t="t" r="r" b="b"/>
              <a:pathLst>
                <a:path w="306759" h="260872" extrusionOk="0">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7" name="Google Shape;417;g3693f7da1e3_0_252">
              <a:extLst>
                <a:ext uri="{FF2B5EF4-FFF2-40B4-BE49-F238E27FC236}">
                  <a16:creationId xmlns:a16="http://schemas.microsoft.com/office/drawing/2014/main" id="{9C934BBA-B9FB-ACE4-5A06-96061E9AECF1}"/>
                </a:ext>
              </a:extLst>
            </p:cNvPr>
            <p:cNvSpPr/>
            <p:nvPr/>
          </p:nvSpPr>
          <p:spPr>
            <a:xfrm>
              <a:off x="6832755" y="2074286"/>
              <a:ext cx="254509" cy="260872"/>
            </a:xfrm>
            <a:custGeom>
              <a:avLst/>
              <a:gdLst/>
              <a:ahLst/>
              <a:cxnLst/>
              <a:rect l="l" t="t" r="r" b="b"/>
              <a:pathLst>
                <a:path w="254509" h="260872" extrusionOk="0">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8" name="Google Shape;418;g3693f7da1e3_0_252">
              <a:extLst>
                <a:ext uri="{FF2B5EF4-FFF2-40B4-BE49-F238E27FC236}">
                  <a16:creationId xmlns:a16="http://schemas.microsoft.com/office/drawing/2014/main" id="{D07BA5DB-9C6D-9477-6063-5A54CA70A017}"/>
                </a:ext>
              </a:extLst>
            </p:cNvPr>
            <p:cNvSpPr/>
            <p:nvPr/>
          </p:nvSpPr>
          <p:spPr>
            <a:xfrm>
              <a:off x="7122660" y="2074286"/>
              <a:ext cx="266308" cy="260872"/>
            </a:xfrm>
            <a:custGeom>
              <a:avLst/>
              <a:gdLst/>
              <a:ahLst/>
              <a:cxnLst/>
              <a:rect l="l" t="t" r="r" b="b"/>
              <a:pathLst>
                <a:path w="266308" h="260872" extrusionOk="0">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19" name="Google Shape;419;g3693f7da1e3_0_252">
              <a:extLst>
                <a:ext uri="{FF2B5EF4-FFF2-40B4-BE49-F238E27FC236}">
                  <a16:creationId xmlns:a16="http://schemas.microsoft.com/office/drawing/2014/main" id="{E90EEBAE-7C10-8FD2-C7C2-9B7DAB3310DB}"/>
                </a:ext>
              </a:extLst>
            </p:cNvPr>
            <p:cNvSpPr/>
            <p:nvPr/>
          </p:nvSpPr>
          <p:spPr>
            <a:xfrm>
              <a:off x="7641792" y="1720305"/>
              <a:ext cx="40451" cy="257516"/>
            </a:xfrm>
            <a:custGeom>
              <a:avLst/>
              <a:gdLst/>
              <a:ahLst/>
              <a:cxnLst/>
              <a:rect l="l" t="t" r="r" b="b"/>
              <a:pathLst>
                <a:path w="40451" h="257516" extrusionOk="0">
                  <a:moveTo>
                    <a:pt x="0" y="0"/>
                  </a:moveTo>
                  <a:lnTo>
                    <a:pt x="40452" y="0"/>
                  </a:lnTo>
                  <a:lnTo>
                    <a:pt x="36238" y="257517"/>
                  </a:lnTo>
                  <a:lnTo>
                    <a:pt x="5899" y="257517"/>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0" name="Google Shape;420;g3693f7da1e3_0_252">
              <a:extLst>
                <a:ext uri="{FF2B5EF4-FFF2-40B4-BE49-F238E27FC236}">
                  <a16:creationId xmlns:a16="http://schemas.microsoft.com/office/drawing/2014/main" id="{08E256E5-2692-7EC7-5852-781D1F0C1624}"/>
                </a:ext>
              </a:extLst>
            </p:cNvPr>
            <p:cNvSpPr/>
            <p:nvPr/>
          </p:nvSpPr>
          <p:spPr>
            <a:xfrm>
              <a:off x="7641792" y="2024795"/>
              <a:ext cx="40451" cy="258355"/>
            </a:xfrm>
            <a:custGeom>
              <a:avLst/>
              <a:gdLst/>
              <a:ahLst/>
              <a:cxnLst/>
              <a:rect l="l" t="t" r="r" b="b"/>
              <a:pathLst>
                <a:path w="40451" h="258355" extrusionOk="0">
                  <a:moveTo>
                    <a:pt x="40452" y="258356"/>
                  </a:moveTo>
                  <a:lnTo>
                    <a:pt x="0" y="258356"/>
                  </a:lnTo>
                  <a:lnTo>
                    <a:pt x="5056" y="0"/>
                  </a:lnTo>
                  <a:lnTo>
                    <a:pt x="35395" y="0"/>
                  </a:lnTo>
                  <a:lnTo>
                    <a:pt x="40452" y="258356"/>
                  </a:lnTo>
                  <a:close/>
                </a:path>
              </a:pathLst>
            </a:custGeom>
            <a:solidFill>
              <a:srgbClr val="68AE8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1" name="Google Shape;421;g3693f7da1e3_0_252">
              <a:extLst>
                <a:ext uri="{FF2B5EF4-FFF2-40B4-BE49-F238E27FC236}">
                  <a16:creationId xmlns:a16="http://schemas.microsoft.com/office/drawing/2014/main" id="{EE3D2B77-A163-D404-B33B-96D8F0D54CBF}"/>
                </a:ext>
              </a:extLst>
            </p:cNvPr>
            <p:cNvSpPr/>
            <p:nvPr/>
          </p:nvSpPr>
          <p:spPr>
            <a:xfrm rot="10800000">
              <a:off x="7402452" y="1970272"/>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9BDBF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2" name="Google Shape;422;g3693f7da1e3_0_252">
              <a:extLst>
                <a:ext uri="{FF2B5EF4-FFF2-40B4-BE49-F238E27FC236}">
                  <a16:creationId xmlns:a16="http://schemas.microsoft.com/office/drawing/2014/main" id="{7B047CE4-676B-E904-A4C0-C7BD58187143}"/>
                </a:ext>
              </a:extLst>
            </p:cNvPr>
            <p:cNvSpPr/>
            <p:nvPr/>
          </p:nvSpPr>
          <p:spPr>
            <a:xfrm rot="10800000">
              <a:off x="7628308" y="2020601"/>
              <a:ext cx="292433" cy="11743"/>
            </a:xfrm>
            <a:custGeom>
              <a:avLst/>
              <a:gdLst/>
              <a:ahLst/>
              <a:cxnLst/>
              <a:rect l="l" t="t" r="r" b="b"/>
              <a:pathLst>
                <a:path w="292433" h="11743" extrusionOk="0">
                  <a:moveTo>
                    <a:pt x="0" y="0"/>
                  </a:moveTo>
                  <a:lnTo>
                    <a:pt x="292433" y="0"/>
                  </a:lnTo>
                  <a:lnTo>
                    <a:pt x="292433" y="11743"/>
                  </a:lnTo>
                  <a:lnTo>
                    <a:pt x="0" y="11743"/>
                  </a:lnTo>
                  <a:close/>
                </a:path>
              </a:pathLst>
            </a:custGeom>
            <a:solidFill>
              <a:srgbClr val="86CCA8"/>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3" name="Google Shape;423;g3693f7da1e3_0_252">
              <a:extLst>
                <a:ext uri="{FF2B5EF4-FFF2-40B4-BE49-F238E27FC236}">
                  <a16:creationId xmlns:a16="http://schemas.microsoft.com/office/drawing/2014/main" id="{5DDEDD5B-AF63-4F81-22DD-3517C0F1A954}"/>
                </a:ext>
              </a:extLst>
            </p:cNvPr>
            <p:cNvSpPr/>
            <p:nvPr/>
          </p:nvSpPr>
          <p:spPr>
            <a:xfrm>
              <a:off x="7603869" y="1788249"/>
              <a:ext cx="270521" cy="193766"/>
            </a:xfrm>
            <a:custGeom>
              <a:avLst/>
              <a:gdLst/>
              <a:ahLst/>
              <a:cxnLst/>
              <a:rect l="l" t="t" r="r" b="b"/>
              <a:pathLst>
                <a:path w="270521" h="193766" extrusionOk="0">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4" name="Google Shape;424;g3693f7da1e3_0_252">
              <a:extLst>
                <a:ext uri="{FF2B5EF4-FFF2-40B4-BE49-F238E27FC236}">
                  <a16:creationId xmlns:a16="http://schemas.microsoft.com/office/drawing/2014/main" id="{A03D8398-4295-6D11-6ED0-96C73D79F664}"/>
                </a:ext>
              </a:extLst>
            </p:cNvPr>
            <p:cNvSpPr/>
            <p:nvPr/>
          </p:nvSpPr>
          <p:spPr>
            <a:xfrm>
              <a:off x="7449646" y="1788249"/>
              <a:ext cx="193831" cy="182023"/>
            </a:xfrm>
            <a:custGeom>
              <a:avLst/>
              <a:gdLst/>
              <a:ahLst/>
              <a:cxnLst/>
              <a:rect l="l" t="t" r="r" b="b"/>
              <a:pathLst>
                <a:path w="193831" h="182023" extrusionOk="0">
                  <a:moveTo>
                    <a:pt x="26125" y="0"/>
                  </a:moveTo>
                  <a:lnTo>
                    <a:pt x="0" y="26842"/>
                  </a:lnTo>
                  <a:lnTo>
                    <a:pt x="154223" y="182023"/>
                  </a:lnTo>
                  <a:lnTo>
                    <a:pt x="193832" y="182023"/>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5" name="Google Shape;425;g3693f7da1e3_0_252">
              <a:extLst>
                <a:ext uri="{FF2B5EF4-FFF2-40B4-BE49-F238E27FC236}">
                  <a16:creationId xmlns:a16="http://schemas.microsoft.com/office/drawing/2014/main" id="{D3029356-D8CC-6EF5-AF74-E6B161BFB992}"/>
                </a:ext>
              </a:extLst>
            </p:cNvPr>
            <p:cNvSpPr/>
            <p:nvPr/>
          </p:nvSpPr>
          <p:spPr>
            <a:xfrm>
              <a:off x="7449646" y="2020601"/>
              <a:ext cx="270521" cy="192928"/>
            </a:xfrm>
            <a:custGeom>
              <a:avLst/>
              <a:gdLst/>
              <a:ahLst/>
              <a:cxnLst/>
              <a:rect l="l" t="t" r="r" b="b"/>
              <a:pathLst>
                <a:path w="270521" h="192928" extrusionOk="0">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26" name="Google Shape;426;g3693f7da1e3_0_252">
              <a:extLst>
                <a:ext uri="{FF2B5EF4-FFF2-40B4-BE49-F238E27FC236}">
                  <a16:creationId xmlns:a16="http://schemas.microsoft.com/office/drawing/2014/main" id="{C9B9EAAB-991B-5FCB-6506-D7259B29D73E}"/>
                </a:ext>
              </a:extLst>
            </p:cNvPr>
            <p:cNvSpPr/>
            <p:nvPr/>
          </p:nvSpPr>
          <p:spPr>
            <a:xfrm>
              <a:off x="7680559" y="2032345"/>
              <a:ext cx="194674" cy="182023"/>
            </a:xfrm>
            <a:custGeom>
              <a:avLst/>
              <a:gdLst/>
              <a:ahLst/>
              <a:cxnLst/>
              <a:rect l="l" t="t" r="r" b="b"/>
              <a:pathLst>
                <a:path w="194674" h="182023" extrusionOk="0">
                  <a:moveTo>
                    <a:pt x="167707" y="182023"/>
                  </a:moveTo>
                  <a:lnTo>
                    <a:pt x="194675" y="156020"/>
                  </a:lnTo>
                  <a:lnTo>
                    <a:pt x="39609" y="0"/>
                  </a:lnTo>
                  <a:lnTo>
                    <a:pt x="0" y="0"/>
                  </a:lnTo>
                  <a:lnTo>
                    <a:pt x="167707" y="182023"/>
                  </a:lnTo>
                  <a:close/>
                </a:path>
              </a:pathLst>
            </a:custGeom>
            <a:solidFill>
              <a:srgbClr val="48B74D"/>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2329245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3693f7da1e3_0_4939"/>
          <p:cNvSpPr/>
          <p:nvPr/>
        </p:nvSpPr>
        <p:spPr>
          <a:xfrm>
            <a:off x="434221" y="1197718"/>
            <a:ext cx="3909000" cy="3063900"/>
          </a:xfrm>
          <a:prstGeom prst="rect">
            <a:avLst/>
          </a:prstGeom>
          <a:noFill/>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chemeClr val="lt1"/>
              </a:buClr>
              <a:buSzPts val="1400"/>
              <a:buFont typeface="Calibri"/>
              <a:buNone/>
            </a:pPr>
            <a:endParaRPr sz="1400" b="0" i="0" u="none" strike="noStrike" cap="none">
              <a:solidFill>
                <a:srgbClr val="000000"/>
              </a:solidFill>
              <a:latin typeface="Roboto"/>
              <a:ea typeface="Roboto"/>
              <a:cs typeface="Roboto"/>
              <a:sym typeface="Roboto"/>
            </a:endParaRPr>
          </a:p>
        </p:txBody>
      </p:sp>
      <p:sp>
        <p:nvSpPr>
          <p:cNvPr id="946" name="Google Shape;946;g3693f7da1e3_0_4939"/>
          <p:cNvSpPr/>
          <p:nvPr/>
        </p:nvSpPr>
        <p:spPr>
          <a:xfrm>
            <a:off x="4720590" y="1197718"/>
            <a:ext cx="3909000" cy="3063900"/>
          </a:xfrm>
          <a:prstGeom prst="rect">
            <a:avLst/>
          </a:prstGeom>
          <a:noFill/>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chemeClr val="lt1"/>
              </a:buClr>
              <a:buSzPts val="1400"/>
              <a:buFont typeface="Calibri"/>
              <a:buNone/>
            </a:pPr>
            <a:endParaRPr sz="1400" b="0" i="0" u="none" strike="noStrike" cap="none">
              <a:solidFill>
                <a:srgbClr val="000000"/>
              </a:solidFill>
              <a:latin typeface="Roboto"/>
              <a:ea typeface="Roboto"/>
              <a:cs typeface="Roboto"/>
              <a:sym typeface="Roboto"/>
            </a:endParaRPr>
          </a:p>
          <a:p>
            <a:pPr marL="215900" marR="0" lvl="0" indent="-127000" algn="l" rtl="0">
              <a:lnSpc>
                <a:spcPct val="90000"/>
              </a:lnSpc>
              <a:spcBef>
                <a:spcPts val="0"/>
              </a:spcBef>
              <a:spcAft>
                <a:spcPts val="0"/>
              </a:spcAft>
              <a:buClr>
                <a:schemeClr val="lt1"/>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947" name="Google Shape;947;g3693f7da1e3_0_4939"/>
          <p:cNvSpPr txBox="1"/>
          <p:nvPr/>
        </p:nvSpPr>
        <p:spPr>
          <a:xfrm>
            <a:off x="1602938" y="1064588"/>
            <a:ext cx="1571700" cy="2859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5587"/>
              </a:buClr>
              <a:buSzPts val="1500"/>
              <a:buFont typeface="Calibri"/>
              <a:buNone/>
            </a:pPr>
            <a:r>
              <a:rPr lang="en-US" sz="1500" b="1" i="0" u="none" strike="noStrike" cap="none">
                <a:solidFill>
                  <a:schemeClr val="accent2"/>
                </a:solidFill>
                <a:latin typeface="Roboto"/>
                <a:ea typeface="Roboto"/>
                <a:cs typeface="Roboto"/>
                <a:sym typeface="Roboto"/>
              </a:rPr>
              <a:t>Action items</a:t>
            </a:r>
            <a:endParaRPr sz="1100" b="0" i="0" u="none" strike="noStrike" cap="none">
              <a:solidFill>
                <a:schemeClr val="accent2"/>
              </a:solidFill>
              <a:latin typeface="Roboto"/>
              <a:ea typeface="Roboto"/>
              <a:cs typeface="Roboto"/>
              <a:sym typeface="Roboto"/>
            </a:endParaRPr>
          </a:p>
        </p:txBody>
      </p:sp>
      <p:sp>
        <p:nvSpPr>
          <p:cNvPr id="948" name="Google Shape;948;g3693f7da1e3_0_4939"/>
          <p:cNvSpPr txBox="1"/>
          <p:nvPr/>
        </p:nvSpPr>
        <p:spPr>
          <a:xfrm>
            <a:off x="5889308" y="1064588"/>
            <a:ext cx="1571700" cy="2859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5587"/>
              </a:buClr>
              <a:buSzPts val="1500"/>
              <a:buFont typeface="Calibri"/>
              <a:buNone/>
            </a:pPr>
            <a:r>
              <a:rPr lang="en-US" sz="1500" b="1" i="0" u="none" strike="noStrike" cap="none">
                <a:solidFill>
                  <a:schemeClr val="accent2"/>
                </a:solidFill>
                <a:latin typeface="Roboto"/>
                <a:ea typeface="Roboto"/>
                <a:cs typeface="Roboto"/>
                <a:sym typeface="Roboto"/>
              </a:rPr>
              <a:t>Parking lot Items</a:t>
            </a:r>
            <a:endParaRPr sz="1500" b="1" i="0" u="none" strike="noStrike" cap="none">
              <a:solidFill>
                <a:schemeClr val="accent2"/>
              </a:solidFill>
              <a:latin typeface="Roboto"/>
              <a:ea typeface="Roboto"/>
              <a:cs typeface="Roboto"/>
              <a:sym typeface="Roboto"/>
            </a:endParaRPr>
          </a:p>
        </p:txBody>
      </p:sp>
      <p:sp>
        <p:nvSpPr>
          <p:cNvPr id="949" name="Google Shape;949;g3693f7da1e3_0_4939"/>
          <p:cNvSpPr txBox="1"/>
          <p:nvPr/>
        </p:nvSpPr>
        <p:spPr>
          <a:xfrm>
            <a:off x="628650" y="1415463"/>
            <a:ext cx="3429000" cy="2858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Arial"/>
              <a:buNone/>
            </a:pPr>
            <a:r>
              <a:rPr lang="en-US" sz="1200" dirty="0">
                <a:latin typeface="Roboto"/>
                <a:ea typeface="Roboto"/>
                <a:cs typeface="Roboto"/>
                <a:sym typeface="Roboto"/>
              </a:rPr>
              <a:t>Coatis – Shipping plant -&gt; it is used in COA and, when the manufacturing plant is blank, the respective label is substituted by the Shipping plant coming from the delivery in the CoA layout. Due to the fact that the CoA layout is being harmonized within all GBUs, this specific necessity is now being mapped and will be treated by the </a:t>
            </a:r>
            <a:r>
              <a:rPr lang="en-US" sz="1200" dirty="0" err="1">
                <a:latin typeface="Roboto"/>
                <a:ea typeface="Roboto"/>
                <a:cs typeface="Roboto"/>
                <a:sym typeface="Roboto"/>
              </a:rPr>
              <a:t>PtP</a:t>
            </a:r>
            <a:r>
              <a:rPr lang="en-US" sz="1200" dirty="0">
                <a:latin typeface="Roboto"/>
                <a:ea typeface="Roboto"/>
                <a:cs typeface="Roboto"/>
                <a:sym typeface="Roboto"/>
              </a:rPr>
              <a:t> team.</a:t>
            </a:r>
          </a:p>
          <a:p>
            <a:pPr marL="0" marR="0" lvl="0" indent="0" algn="l" rtl="0">
              <a:lnSpc>
                <a:spcPct val="90000"/>
              </a:lnSpc>
              <a:spcBef>
                <a:spcPts val="0"/>
              </a:spcBef>
              <a:spcAft>
                <a:spcPts val="0"/>
              </a:spcAft>
              <a:buClr>
                <a:srgbClr val="000000"/>
              </a:buClr>
              <a:buSzPts val="1200"/>
              <a:buFont typeface="Arial"/>
              <a:buNone/>
            </a:pPr>
            <a:endParaRPr sz="1200" b="0" i="0" u="none" strike="noStrike" cap="none" dirty="0">
              <a:solidFill>
                <a:srgbClr val="000000"/>
              </a:solidFill>
              <a:latin typeface="Roboto"/>
              <a:ea typeface="Roboto"/>
              <a:cs typeface="Roboto"/>
              <a:sym typeface="Roboto"/>
            </a:endParaRPr>
          </a:p>
        </p:txBody>
      </p:sp>
      <p:sp>
        <p:nvSpPr>
          <p:cNvPr id="950" name="Google Shape;950;g3693f7da1e3_0_4939"/>
          <p:cNvSpPr txBox="1"/>
          <p:nvPr/>
        </p:nvSpPr>
        <p:spPr>
          <a:xfrm>
            <a:off x="4960620" y="1415463"/>
            <a:ext cx="3429000" cy="2858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Arial"/>
              <a:buNone/>
            </a:pPr>
            <a:r>
              <a:rPr lang="en-US" sz="1200" b="0" i="0" u="none" strike="noStrike" cap="none">
                <a:solidFill>
                  <a:srgbClr val="000000"/>
                </a:solidFill>
                <a:latin typeface="Roboto"/>
                <a:ea typeface="Roboto"/>
                <a:cs typeface="Roboto"/>
                <a:sym typeface="Roboto"/>
              </a:rPr>
              <a:t>Please refer to the following document to find the parking lot items:</a:t>
            </a:r>
            <a:endParaRPr sz="1100" b="0" i="0" u="none" strike="noStrike" cap="none">
              <a:solidFill>
                <a:srgbClr val="000000"/>
              </a:solidFill>
              <a:latin typeface="Roboto"/>
              <a:ea typeface="Roboto"/>
              <a:cs typeface="Roboto"/>
              <a:sym typeface="Roboto"/>
            </a:endParaRPr>
          </a:p>
          <a:p>
            <a:pPr marL="215900" marR="0" lvl="0" indent="-139700" algn="l" rtl="0">
              <a:lnSpc>
                <a:spcPct val="90000"/>
              </a:lnSpc>
              <a:spcBef>
                <a:spcPts val="0"/>
              </a:spcBef>
              <a:spcAft>
                <a:spcPts val="0"/>
              </a:spcAft>
              <a:buClr>
                <a:schemeClr val="dk1"/>
              </a:buClr>
              <a:buSzPts val="1200"/>
              <a:buFont typeface="Arial"/>
              <a:buNone/>
            </a:pPr>
            <a:endParaRPr sz="1200" b="0" i="0" u="none" strike="noStrike" cap="none">
              <a:solidFill>
                <a:srgbClr val="000000"/>
              </a:solidFill>
              <a:latin typeface="Roboto"/>
              <a:ea typeface="Roboto"/>
              <a:cs typeface="Roboto"/>
              <a:sym typeface="Roboto"/>
            </a:endParaRPr>
          </a:p>
        </p:txBody>
      </p:sp>
      <p:sp>
        <p:nvSpPr>
          <p:cNvPr id="951" name="Google Shape;951;g3693f7da1e3_0_4939"/>
          <p:cNvSpPr txBox="1">
            <a:spLocks noGrp="1"/>
          </p:cNvSpPr>
          <p:nvPr>
            <p:ph type="title"/>
          </p:nvPr>
        </p:nvSpPr>
        <p:spPr>
          <a:xfrm>
            <a:off x="252000" y="198000"/>
            <a:ext cx="6480000" cy="43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800"/>
              <a:buNone/>
            </a:pPr>
            <a:r>
              <a:rPr lang="en-US"/>
              <a:t>Action Items and Parking Lot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3693f7da1e3_0_4921"/>
          <p:cNvSpPr/>
          <p:nvPr/>
        </p:nvSpPr>
        <p:spPr>
          <a:xfrm>
            <a:off x="3833741" y="1081301"/>
            <a:ext cx="34200" cy="34200"/>
          </a:xfrm>
          <a:prstGeom prst="ellipse">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800"/>
              <a:buFont typeface="Calibri"/>
              <a:buNone/>
            </a:pPr>
            <a:endParaRPr sz="800" b="0" i="0" u="none" strike="noStrike" cap="none">
              <a:solidFill>
                <a:srgbClr val="FFFFFF"/>
              </a:solidFill>
              <a:latin typeface="Arial"/>
              <a:ea typeface="Arial"/>
              <a:cs typeface="Arial"/>
              <a:sym typeface="Arial"/>
            </a:endParaRPr>
          </a:p>
        </p:txBody>
      </p:sp>
      <p:sp>
        <p:nvSpPr>
          <p:cNvPr id="927" name="Google Shape;927;g3693f7da1e3_0_4921"/>
          <p:cNvSpPr txBox="1"/>
          <p:nvPr/>
        </p:nvSpPr>
        <p:spPr>
          <a:xfrm>
            <a:off x="398878" y="761339"/>
            <a:ext cx="8385600" cy="524400"/>
          </a:xfrm>
          <a:prstGeom prst="rect">
            <a:avLst/>
          </a:prstGeom>
          <a:noFill/>
          <a:ln>
            <a:noFill/>
          </a:ln>
        </p:spPr>
        <p:txBody>
          <a:bodyPr spcFirstLastPara="1" wrap="square" lIns="68575" tIns="34275" rIns="68575" bIns="34275" anchor="t" anchorCtr="0">
            <a:noAutofit/>
          </a:bodyPr>
          <a:lstStyle/>
          <a:p>
            <a:pPr marL="127000" marR="0" lvl="0" indent="-38100" algn="l" rtl="0">
              <a:lnSpc>
                <a:spcPct val="100000"/>
              </a:lnSpc>
              <a:spcBef>
                <a:spcPts val="0"/>
              </a:spcBef>
              <a:spcAft>
                <a:spcPts val="0"/>
              </a:spcAft>
              <a:buClr>
                <a:schemeClr val="dk2"/>
              </a:buClr>
              <a:buSzPts val="1400"/>
              <a:buFont typeface="Lemon"/>
              <a:buNone/>
            </a:pPr>
            <a:endParaRPr sz="1100" b="0" i="0" u="none" strike="noStrike" cap="none">
              <a:solidFill>
                <a:schemeClr val="dk1"/>
              </a:solidFill>
              <a:latin typeface="Calibri"/>
              <a:ea typeface="Calibri"/>
              <a:cs typeface="Calibri"/>
              <a:sym typeface="Calibri"/>
            </a:endParaRPr>
          </a:p>
        </p:txBody>
      </p:sp>
      <p:graphicFrame>
        <p:nvGraphicFramePr>
          <p:cNvPr id="928" name="Google Shape;928;g3693f7da1e3_0_4921"/>
          <p:cNvGraphicFramePr/>
          <p:nvPr/>
        </p:nvGraphicFramePr>
        <p:xfrm>
          <a:off x="398878" y="1145657"/>
          <a:ext cx="8385525" cy="3526875"/>
        </p:xfrm>
        <a:graphic>
          <a:graphicData uri="http://schemas.openxmlformats.org/drawingml/2006/table">
            <a:tbl>
              <a:tblPr firstRow="1" bandRow="1">
                <a:noFill/>
                <a:tableStyleId>{FC6F51CC-053D-46EE-B9E5-53F4B036D2F1}</a:tableStyleId>
              </a:tblPr>
              <a:tblGrid>
                <a:gridCol w="2281125">
                  <a:extLst>
                    <a:ext uri="{9D8B030D-6E8A-4147-A177-3AD203B41FA5}">
                      <a16:colId xmlns:a16="http://schemas.microsoft.com/office/drawing/2014/main" val="20000"/>
                    </a:ext>
                  </a:extLst>
                </a:gridCol>
                <a:gridCol w="6104400">
                  <a:extLst>
                    <a:ext uri="{9D8B030D-6E8A-4147-A177-3AD203B41FA5}">
                      <a16:colId xmlns:a16="http://schemas.microsoft.com/office/drawing/2014/main" val="20001"/>
                    </a:ext>
                  </a:extLst>
                </a:gridCol>
              </a:tblGrid>
              <a:tr h="312075">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solidFill>
                            <a:schemeClr val="dk2"/>
                          </a:solidFill>
                          <a:latin typeface="Roboto"/>
                          <a:ea typeface="Roboto"/>
                          <a:cs typeface="Roboto"/>
                          <a:sym typeface="Roboto"/>
                        </a:rPr>
                        <a:t>Type</a:t>
                      </a:r>
                      <a:endParaRPr sz="1100" u="none" strike="noStrike" cap="none">
                        <a:solidFill>
                          <a:schemeClr val="dk2"/>
                        </a:solidFill>
                        <a:latin typeface="Roboto"/>
                        <a:ea typeface="Roboto"/>
                        <a:cs typeface="Roboto"/>
                        <a:sym typeface="Roboto"/>
                      </a:endParaRPr>
                    </a:p>
                  </a:txBody>
                  <a:tcPr marL="68600" marR="68600" marT="34300" marB="34300" anchor="ctr">
                    <a:solidFill>
                      <a:schemeClr val="accent2"/>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solidFill>
                            <a:schemeClr val="dk2"/>
                          </a:solidFill>
                          <a:latin typeface="Roboto"/>
                          <a:ea typeface="Roboto"/>
                          <a:cs typeface="Roboto"/>
                          <a:sym typeface="Roboto"/>
                        </a:rPr>
                        <a:t>Previous discussion points</a:t>
                      </a:r>
                      <a:endParaRPr sz="1100" u="none" strike="noStrike" cap="none">
                        <a:solidFill>
                          <a:schemeClr val="dk2"/>
                        </a:solidFill>
                        <a:latin typeface="Roboto"/>
                        <a:ea typeface="Roboto"/>
                        <a:cs typeface="Roboto"/>
                        <a:sym typeface="Roboto"/>
                      </a:endParaRPr>
                    </a:p>
                  </a:txBody>
                  <a:tcPr marL="68600" marR="68600" marT="34300" marB="34300" anchor="ctr">
                    <a:solidFill>
                      <a:schemeClr val="accent2"/>
                    </a:solidFill>
                  </a:tcPr>
                </a:tc>
                <a:extLst>
                  <a:ext uri="{0D108BD9-81ED-4DB2-BD59-A6C34878D82A}">
                    <a16:rowId xmlns:a16="http://schemas.microsoft.com/office/drawing/2014/main" val="10000"/>
                  </a:ext>
                </a:extLst>
              </a:tr>
              <a:tr h="267900">
                <a:tc rowSpan="4">
                  <a:txBody>
                    <a:bodyPr/>
                    <a:lstStyle/>
                    <a:p>
                      <a:pPr marL="0" marR="0" lvl="0" indent="0" algn="ctr" rtl="0">
                        <a:lnSpc>
                          <a:spcPct val="100000"/>
                        </a:lnSpc>
                        <a:spcBef>
                          <a:spcPts val="0"/>
                        </a:spcBef>
                        <a:spcAft>
                          <a:spcPts val="0"/>
                        </a:spcAft>
                        <a:buClr>
                          <a:srgbClr val="000000"/>
                        </a:buClr>
                        <a:buSzPts val="1100"/>
                        <a:buFont typeface="Arial"/>
                        <a:buNone/>
                      </a:pPr>
                      <a:br>
                        <a:rPr lang="en-US" sz="1100" b="1" u="none" strike="noStrike" cap="none">
                          <a:solidFill>
                            <a:schemeClr val="dk2"/>
                          </a:solidFill>
                          <a:latin typeface="Roboto"/>
                          <a:ea typeface="Roboto"/>
                          <a:cs typeface="Roboto"/>
                          <a:sym typeface="Roboto"/>
                        </a:rPr>
                      </a:br>
                      <a:br>
                        <a:rPr lang="en-US" sz="1100" b="1" u="none" strike="noStrike" cap="none">
                          <a:solidFill>
                            <a:schemeClr val="dk2"/>
                          </a:solidFill>
                          <a:latin typeface="Roboto"/>
                          <a:ea typeface="Roboto"/>
                          <a:cs typeface="Roboto"/>
                          <a:sym typeface="Roboto"/>
                        </a:rPr>
                      </a:br>
                      <a:br>
                        <a:rPr lang="en-US" sz="1100" b="1" u="none" strike="noStrike" cap="none">
                          <a:solidFill>
                            <a:schemeClr val="dk2"/>
                          </a:solidFill>
                          <a:latin typeface="Roboto"/>
                          <a:ea typeface="Roboto"/>
                          <a:cs typeface="Roboto"/>
                          <a:sym typeface="Roboto"/>
                        </a:rPr>
                      </a:br>
                      <a:br>
                        <a:rPr lang="en-US" sz="1100" b="1" u="none" strike="noStrike" cap="none">
                          <a:solidFill>
                            <a:schemeClr val="dk2"/>
                          </a:solidFill>
                          <a:latin typeface="Roboto"/>
                          <a:ea typeface="Roboto"/>
                          <a:cs typeface="Roboto"/>
                          <a:sym typeface="Roboto"/>
                        </a:rPr>
                      </a:br>
                      <a:r>
                        <a:rPr lang="en-US" sz="1100" b="1" u="none" strike="noStrike" cap="none">
                          <a:solidFill>
                            <a:schemeClr val="dk2"/>
                          </a:solidFill>
                          <a:latin typeface="Roboto"/>
                          <a:ea typeface="Roboto"/>
                          <a:cs typeface="Roboto"/>
                          <a:sym typeface="Roboto"/>
                        </a:rPr>
                        <a:t>Key Design Decisions</a:t>
                      </a:r>
                      <a:endParaRPr sz="1100" u="none" strike="noStrike" cap="none">
                        <a:solidFill>
                          <a:schemeClr val="dk2"/>
                        </a:solidFill>
                        <a:latin typeface="Roboto"/>
                        <a:ea typeface="Roboto"/>
                        <a:cs typeface="Roboto"/>
                        <a:sym typeface="Roboto"/>
                      </a:endParaRPr>
                    </a:p>
                  </a:txBody>
                  <a:tcPr marL="68600" marR="68600" marT="34300" marB="34300" anchor="ctr">
                    <a:solidFill>
                      <a:srgbClr val="CFE2F3"/>
                    </a:solidFill>
                  </a:tcPr>
                </a:tc>
                <a:tc>
                  <a:txBody>
                    <a:bodyPr/>
                    <a:lstStyle/>
                    <a:p>
                      <a:pPr marL="0" marR="0" lvl="0" indent="0" algn="l" rtl="0">
                        <a:lnSpc>
                          <a:spcPct val="100000"/>
                        </a:lnSpc>
                        <a:spcBef>
                          <a:spcPts val="0"/>
                        </a:spcBef>
                        <a:spcAft>
                          <a:spcPts val="0"/>
                        </a:spcAft>
                        <a:buClr>
                          <a:schemeClr val="dk1"/>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1"/>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2"/>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3"/>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4"/>
                  </a:ext>
                </a:extLst>
              </a:tr>
              <a:tr h="267900">
                <a:tc rowSpan="4">
                  <a:txBody>
                    <a:bodyPr/>
                    <a:lstStyle/>
                    <a:p>
                      <a:pPr marL="0" marR="0" lvl="0" indent="0" algn="ctr" rtl="0">
                        <a:lnSpc>
                          <a:spcPct val="100000"/>
                        </a:lnSpc>
                        <a:spcBef>
                          <a:spcPts val="0"/>
                        </a:spcBef>
                        <a:spcAft>
                          <a:spcPts val="0"/>
                        </a:spcAft>
                        <a:buClr>
                          <a:srgbClr val="000000"/>
                        </a:buClr>
                        <a:buSzPts val="1100"/>
                        <a:buFont typeface="Arial"/>
                        <a:buNone/>
                      </a:pPr>
                      <a:br>
                        <a:rPr lang="en-US" sz="1100" b="1" u="none" strike="noStrike" cap="none">
                          <a:solidFill>
                            <a:schemeClr val="dk2"/>
                          </a:solidFill>
                          <a:latin typeface="Roboto"/>
                          <a:ea typeface="Roboto"/>
                          <a:cs typeface="Roboto"/>
                          <a:sym typeface="Roboto"/>
                        </a:rPr>
                      </a:br>
                      <a:br>
                        <a:rPr lang="en-US" sz="1100" b="1" u="none" strike="noStrike" cap="none">
                          <a:solidFill>
                            <a:schemeClr val="dk2"/>
                          </a:solidFill>
                          <a:latin typeface="Roboto"/>
                          <a:ea typeface="Roboto"/>
                          <a:cs typeface="Roboto"/>
                          <a:sym typeface="Roboto"/>
                        </a:rPr>
                      </a:br>
                      <a:br>
                        <a:rPr lang="en-US" sz="1100" b="1" u="none" strike="noStrike" cap="none">
                          <a:solidFill>
                            <a:schemeClr val="dk2"/>
                          </a:solidFill>
                          <a:latin typeface="Roboto"/>
                          <a:ea typeface="Roboto"/>
                          <a:cs typeface="Roboto"/>
                          <a:sym typeface="Roboto"/>
                        </a:rPr>
                      </a:br>
                      <a:br>
                        <a:rPr lang="en-US" sz="1100" b="1" u="none" strike="noStrike" cap="none">
                          <a:solidFill>
                            <a:schemeClr val="dk2"/>
                          </a:solidFill>
                          <a:latin typeface="Roboto"/>
                          <a:ea typeface="Roboto"/>
                          <a:cs typeface="Roboto"/>
                          <a:sym typeface="Roboto"/>
                        </a:rPr>
                      </a:br>
                      <a:r>
                        <a:rPr lang="en-US" sz="1100" b="1" u="none" strike="noStrike" cap="none">
                          <a:solidFill>
                            <a:schemeClr val="dk2"/>
                          </a:solidFill>
                          <a:latin typeface="Roboto"/>
                          <a:ea typeface="Roboto"/>
                          <a:cs typeface="Roboto"/>
                          <a:sym typeface="Roboto"/>
                        </a:rPr>
                        <a:t>Initial Gaps</a:t>
                      </a:r>
                      <a:endParaRPr sz="1100" u="none" strike="noStrike" cap="none">
                        <a:solidFill>
                          <a:schemeClr val="dk2"/>
                        </a:solidFill>
                        <a:latin typeface="Roboto"/>
                        <a:ea typeface="Roboto"/>
                        <a:cs typeface="Roboto"/>
                        <a:sym typeface="Roboto"/>
                      </a:endParaRPr>
                    </a:p>
                  </a:txBody>
                  <a:tcPr marL="68600" marR="68600" marT="34300" marB="34300" anchor="ctr">
                    <a:solidFill>
                      <a:srgbClr val="CFE2F3"/>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chemeClr val="dk2"/>
                          </a:solidFill>
                          <a:latin typeface="Roboto"/>
                          <a:ea typeface="Roboto"/>
                          <a:cs typeface="Roboto"/>
                          <a:sym typeface="Roboto"/>
                        </a:rPr>
                        <a:t>/</a:t>
                      </a: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5"/>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6"/>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7"/>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8"/>
                  </a:ext>
                </a:extLst>
              </a:tr>
              <a:tr h="267900">
                <a:tc rowSpan="4">
                  <a:txBody>
                    <a:bodyPr/>
                    <a:lstStyle/>
                    <a:p>
                      <a:pPr marL="0" marR="0" lvl="0" indent="0" algn="ctr" rtl="0">
                        <a:lnSpc>
                          <a:spcPct val="100000"/>
                        </a:lnSpc>
                        <a:spcBef>
                          <a:spcPts val="0"/>
                        </a:spcBef>
                        <a:spcAft>
                          <a:spcPts val="0"/>
                        </a:spcAft>
                        <a:buClr>
                          <a:srgbClr val="000000"/>
                        </a:buClr>
                        <a:buSzPts val="1100"/>
                        <a:buFont typeface="Arial"/>
                        <a:buNone/>
                      </a:pPr>
                      <a:br>
                        <a:rPr lang="en-US" sz="1100" b="1" u="none" strike="noStrike" cap="none">
                          <a:solidFill>
                            <a:schemeClr val="dk2"/>
                          </a:solidFill>
                          <a:latin typeface="Roboto"/>
                          <a:ea typeface="Roboto"/>
                          <a:cs typeface="Roboto"/>
                          <a:sym typeface="Roboto"/>
                        </a:rPr>
                      </a:br>
                      <a:br>
                        <a:rPr lang="en-US" sz="1100" b="1" u="none" strike="noStrike" cap="none">
                          <a:solidFill>
                            <a:schemeClr val="dk2"/>
                          </a:solidFill>
                          <a:latin typeface="Roboto"/>
                          <a:ea typeface="Roboto"/>
                          <a:cs typeface="Roboto"/>
                          <a:sym typeface="Roboto"/>
                        </a:rPr>
                      </a:br>
                      <a:endParaRPr sz="1100" b="1" u="none" strike="noStrike" cap="none">
                        <a:solidFill>
                          <a:schemeClr val="dk2"/>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dk2"/>
                          </a:solidFill>
                          <a:latin typeface="Roboto"/>
                          <a:ea typeface="Roboto"/>
                          <a:cs typeface="Roboto"/>
                          <a:sym typeface="Roboto"/>
                        </a:rPr>
                        <a:t>Other</a:t>
                      </a:r>
                      <a:endParaRPr sz="1100" u="none" strike="noStrike" cap="none">
                        <a:solidFill>
                          <a:schemeClr val="dk2"/>
                        </a:solidFill>
                        <a:latin typeface="Roboto"/>
                        <a:ea typeface="Roboto"/>
                        <a:cs typeface="Roboto"/>
                        <a:sym typeface="Roboto"/>
                      </a:endParaRPr>
                    </a:p>
                  </a:txBody>
                  <a:tcPr marL="68600" marR="68600" marT="34300" marB="34300" anchor="ctr">
                    <a:solidFill>
                      <a:srgbClr val="CFE2F3"/>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US" sz="1100" u="none" strike="noStrike" cap="none">
                          <a:latin typeface="Roboto"/>
                          <a:ea typeface="Roboto"/>
                          <a:cs typeface="Roboto"/>
                          <a:sym typeface="Roboto"/>
                        </a:rPr>
                        <a:t>/</a:t>
                      </a:r>
                      <a:endParaRPr sz="1100" i="1"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09"/>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10"/>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11"/>
                  </a:ext>
                </a:extLst>
              </a:tr>
              <a:tr h="2679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solidFill>
                      <a:srgbClr val="CFE2F3"/>
                    </a:solidFill>
                  </a:tcPr>
                </a:tc>
                <a:extLst>
                  <a:ext uri="{0D108BD9-81ED-4DB2-BD59-A6C34878D82A}">
                    <a16:rowId xmlns:a16="http://schemas.microsoft.com/office/drawing/2014/main" val="10012"/>
                  </a:ext>
                </a:extLst>
              </a:tr>
            </a:tbl>
          </a:graphicData>
        </a:graphic>
      </p:graphicFrame>
      <p:grpSp>
        <p:nvGrpSpPr>
          <p:cNvPr id="929" name="Google Shape;929;g3693f7da1e3_0_4921"/>
          <p:cNvGrpSpPr/>
          <p:nvPr/>
        </p:nvGrpSpPr>
        <p:grpSpPr>
          <a:xfrm>
            <a:off x="1317895" y="2785158"/>
            <a:ext cx="432000" cy="432000"/>
            <a:chOff x="6791829" y="3482611"/>
            <a:chExt cx="576000" cy="576000"/>
          </a:xfrm>
        </p:grpSpPr>
        <p:pic>
          <p:nvPicPr>
            <p:cNvPr id="930" name="Google Shape;930;g3693f7da1e3_0_4921" descr="Scales of justice with solid fill"/>
            <p:cNvPicPr preferRelativeResize="0"/>
            <p:nvPr/>
          </p:nvPicPr>
          <p:blipFill rotWithShape="1">
            <a:blip r:embed="rId3">
              <a:alphaModFix/>
            </a:blip>
            <a:srcRect/>
            <a:stretch/>
          </p:blipFill>
          <p:spPr>
            <a:xfrm>
              <a:off x="6866540" y="3563652"/>
              <a:ext cx="426575" cy="426575"/>
            </a:xfrm>
            <a:prstGeom prst="rect">
              <a:avLst/>
            </a:prstGeom>
            <a:noFill/>
            <a:ln>
              <a:noFill/>
            </a:ln>
          </p:spPr>
        </p:pic>
        <p:sp>
          <p:nvSpPr>
            <p:cNvPr id="931" name="Google Shape;931;g3693f7da1e3_0_4921"/>
            <p:cNvSpPr/>
            <p:nvPr/>
          </p:nvSpPr>
          <p:spPr>
            <a:xfrm>
              <a:off x="6791829" y="3482611"/>
              <a:ext cx="576000" cy="576000"/>
            </a:xfrm>
            <a:prstGeom prst="ellipse">
              <a:avLst/>
            </a:prstGeom>
            <a:noFill/>
            <a:ln w="28575" cap="flat" cmpd="sng">
              <a:solidFill>
                <a:schemeClr val="accent1"/>
              </a:solidFill>
              <a:prstDash val="solid"/>
              <a:round/>
              <a:headEnd type="none" w="sm" len="sm"/>
              <a:tailEnd type="none" w="sm" len="sm"/>
            </a:ln>
          </p:spPr>
          <p:txBody>
            <a:bodyPr spcFirstLastPara="1" wrap="square" lIns="91425" tIns="45725" rIns="91425" bIns="4572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932" name="Google Shape;932;g3693f7da1e3_0_4921"/>
          <p:cNvGrpSpPr/>
          <p:nvPr/>
        </p:nvGrpSpPr>
        <p:grpSpPr>
          <a:xfrm>
            <a:off x="1317895" y="3822464"/>
            <a:ext cx="432000" cy="432000"/>
            <a:chOff x="6783600" y="4857936"/>
            <a:chExt cx="576000" cy="576000"/>
          </a:xfrm>
        </p:grpSpPr>
        <p:pic>
          <p:nvPicPr>
            <p:cNvPr id="933" name="Google Shape;933;g3693f7da1e3_0_4921" descr="Clipboard with solid fill"/>
            <p:cNvPicPr preferRelativeResize="0"/>
            <p:nvPr/>
          </p:nvPicPr>
          <p:blipFill rotWithShape="1">
            <a:blip r:embed="rId4">
              <a:alphaModFix/>
            </a:blip>
            <a:srcRect/>
            <a:stretch/>
          </p:blipFill>
          <p:spPr>
            <a:xfrm>
              <a:off x="6853358" y="4932648"/>
              <a:ext cx="426575" cy="426575"/>
            </a:xfrm>
            <a:prstGeom prst="rect">
              <a:avLst/>
            </a:prstGeom>
            <a:noFill/>
            <a:ln>
              <a:noFill/>
            </a:ln>
          </p:spPr>
        </p:pic>
        <p:sp>
          <p:nvSpPr>
            <p:cNvPr id="934" name="Google Shape;934;g3693f7da1e3_0_4921"/>
            <p:cNvSpPr/>
            <p:nvPr/>
          </p:nvSpPr>
          <p:spPr>
            <a:xfrm>
              <a:off x="6783600" y="4857936"/>
              <a:ext cx="576000" cy="576000"/>
            </a:xfrm>
            <a:prstGeom prst="ellipse">
              <a:avLst/>
            </a:prstGeom>
            <a:noFill/>
            <a:ln w="28575" cap="flat" cmpd="sng">
              <a:solidFill>
                <a:schemeClr val="accent1"/>
              </a:solidFill>
              <a:prstDash val="solid"/>
              <a:round/>
              <a:headEnd type="none" w="sm" len="sm"/>
              <a:tailEnd type="none" w="sm" len="sm"/>
            </a:ln>
          </p:spPr>
          <p:txBody>
            <a:bodyPr spcFirstLastPara="1" wrap="square" lIns="91425" tIns="45725" rIns="91425" bIns="4572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935" name="Google Shape;935;g3693f7da1e3_0_4921"/>
          <p:cNvGrpSpPr/>
          <p:nvPr/>
        </p:nvGrpSpPr>
        <p:grpSpPr>
          <a:xfrm>
            <a:off x="1317895" y="1732742"/>
            <a:ext cx="432000" cy="432000"/>
            <a:chOff x="6791829" y="1938255"/>
            <a:chExt cx="576000" cy="576000"/>
          </a:xfrm>
        </p:grpSpPr>
        <p:pic>
          <p:nvPicPr>
            <p:cNvPr id="936" name="Google Shape;936;g3693f7da1e3_0_4921" descr="Building Brick Wall with solid fill"/>
            <p:cNvPicPr preferRelativeResize="0"/>
            <p:nvPr/>
          </p:nvPicPr>
          <p:blipFill rotWithShape="1">
            <a:blip r:embed="rId5">
              <a:alphaModFix/>
            </a:blip>
            <a:srcRect/>
            <a:stretch/>
          </p:blipFill>
          <p:spPr>
            <a:xfrm>
              <a:off x="6866541" y="2012967"/>
              <a:ext cx="426575" cy="426575"/>
            </a:xfrm>
            <a:prstGeom prst="rect">
              <a:avLst/>
            </a:prstGeom>
            <a:noFill/>
            <a:ln>
              <a:noFill/>
            </a:ln>
          </p:spPr>
        </p:pic>
        <p:sp>
          <p:nvSpPr>
            <p:cNvPr id="937" name="Google Shape;937;g3693f7da1e3_0_4921"/>
            <p:cNvSpPr/>
            <p:nvPr/>
          </p:nvSpPr>
          <p:spPr>
            <a:xfrm>
              <a:off x="6791829" y="1938255"/>
              <a:ext cx="576000" cy="576000"/>
            </a:xfrm>
            <a:prstGeom prst="ellipse">
              <a:avLst/>
            </a:prstGeom>
            <a:noFill/>
            <a:ln w="28575" cap="flat" cmpd="sng">
              <a:solidFill>
                <a:schemeClr val="accent1"/>
              </a:solidFill>
              <a:prstDash val="solid"/>
              <a:round/>
              <a:headEnd type="none" w="sm" len="sm"/>
              <a:tailEnd type="none" w="sm" len="sm"/>
            </a:ln>
          </p:spPr>
          <p:txBody>
            <a:bodyPr spcFirstLastPara="1" wrap="square" lIns="91425" tIns="45725" rIns="91425" bIns="4572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938" name="Google Shape;938;g3693f7da1e3_0_4921"/>
          <p:cNvSpPr txBox="1"/>
          <p:nvPr/>
        </p:nvSpPr>
        <p:spPr>
          <a:xfrm>
            <a:off x="290160" y="629990"/>
            <a:ext cx="8385600" cy="5244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Roboto"/>
              <a:ea typeface="Roboto"/>
              <a:cs typeface="Roboto"/>
              <a:sym typeface="Roboto"/>
            </a:endParaRPr>
          </a:p>
        </p:txBody>
      </p:sp>
      <p:sp>
        <p:nvSpPr>
          <p:cNvPr id="939" name="Google Shape;939;g3693f7da1e3_0_4921"/>
          <p:cNvSpPr txBox="1">
            <a:spLocks noGrp="1"/>
          </p:cNvSpPr>
          <p:nvPr>
            <p:ph type="title"/>
          </p:nvPr>
        </p:nvSpPr>
        <p:spPr>
          <a:xfrm>
            <a:off x="252000" y="198000"/>
            <a:ext cx="6480000" cy="43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800"/>
              <a:buNone/>
            </a:pPr>
            <a:r>
              <a:rPr lang="en-US"/>
              <a:t>Summary of Previous Discussion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3693f7da1e3_0_4950"/>
          <p:cNvSpPr/>
          <p:nvPr/>
        </p:nvSpPr>
        <p:spPr>
          <a:xfrm>
            <a:off x="3833741" y="959252"/>
            <a:ext cx="34200" cy="34200"/>
          </a:xfrm>
          <a:prstGeom prst="ellipse">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800"/>
              <a:buFont typeface="Calibri"/>
              <a:buNone/>
            </a:pPr>
            <a:endParaRPr sz="800" b="0" i="0" u="none" strike="noStrike" cap="none">
              <a:solidFill>
                <a:srgbClr val="FFFFFF"/>
              </a:solidFill>
              <a:latin typeface="Arial"/>
              <a:ea typeface="Arial"/>
              <a:cs typeface="Arial"/>
              <a:sym typeface="Arial"/>
            </a:endParaRPr>
          </a:p>
        </p:txBody>
      </p:sp>
      <p:graphicFrame>
        <p:nvGraphicFramePr>
          <p:cNvPr id="958" name="Google Shape;958;g3693f7da1e3_0_4950"/>
          <p:cNvGraphicFramePr/>
          <p:nvPr/>
        </p:nvGraphicFramePr>
        <p:xfrm>
          <a:off x="331276" y="964769"/>
          <a:ext cx="8465325" cy="3379350"/>
        </p:xfrm>
        <a:graphic>
          <a:graphicData uri="http://schemas.openxmlformats.org/drawingml/2006/table">
            <a:tbl>
              <a:tblPr firstRow="1" bandRow="1">
                <a:noFill/>
                <a:tableStyleId>{FC6F51CC-053D-46EE-B9E5-53F4B036D2F1}</a:tableStyleId>
              </a:tblPr>
              <a:tblGrid>
                <a:gridCol w="2536800">
                  <a:extLst>
                    <a:ext uri="{9D8B030D-6E8A-4147-A177-3AD203B41FA5}">
                      <a16:colId xmlns:a16="http://schemas.microsoft.com/office/drawing/2014/main" val="20000"/>
                    </a:ext>
                  </a:extLst>
                </a:gridCol>
                <a:gridCol w="5928525">
                  <a:extLst>
                    <a:ext uri="{9D8B030D-6E8A-4147-A177-3AD203B41FA5}">
                      <a16:colId xmlns:a16="http://schemas.microsoft.com/office/drawing/2014/main" val="20001"/>
                    </a:ext>
                  </a:extLst>
                </a:gridCol>
              </a:tblGrid>
              <a:tr h="511600">
                <a:tc gridSpan="2">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solidFill>
                            <a:schemeClr val="dk2"/>
                          </a:solidFill>
                          <a:latin typeface="Roboto"/>
                          <a:ea typeface="Roboto"/>
                          <a:cs typeface="Roboto"/>
                          <a:sym typeface="Roboto"/>
                        </a:rPr>
                        <a:t>Are there any Business Requirements we should keep in mind when discussing and designing processes within this topic?</a:t>
                      </a:r>
                      <a:endParaRPr sz="1100"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hMerge="1">
                  <a:txBody>
                    <a:bodyPr/>
                    <a:lstStyle/>
                    <a:p>
                      <a:endParaRPr lang="en-US"/>
                    </a:p>
                  </a:txBody>
                  <a:tcPr/>
                </a:tc>
                <a:extLst>
                  <a:ext uri="{0D108BD9-81ED-4DB2-BD59-A6C34878D82A}">
                    <a16:rowId xmlns:a16="http://schemas.microsoft.com/office/drawing/2014/main" val="10000"/>
                  </a:ext>
                </a:extLst>
              </a:tr>
              <a:tr h="406600">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dk2"/>
                          </a:solidFill>
                          <a:latin typeface="Roboto"/>
                          <a:ea typeface="Roboto"/>
                          <a:cs typeface="Roboto"/>
                          <a:sym typeface="Roboto"/>
                        </a:rPr>
                        <a:t>Type of Business Requirements</a:t>
                      </a:r>
                      <a:endParaRPr sz="1100"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dk2"/>
                          </a:solidFill>
                          <a:latin typeface="Roboto"/>
                          <a:ea typeface="Roboto"/>
                          <a:cs typeface="Roboto"/>
                          <a:sym typeface="Roboto"/>
                        </a:rPr>
                        <a:t>Explanation</a:t>
                      </a:r>
                      <a:endParaRPr sz="1100"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388275">
                <a:tc>
                  <a:txBody>
                    <a:bodyPr/>
                    <a:lstStyle/>
                    <a:p>
                      <a:pPr marL="0" marR="0" lvl="0" indent="0" algn="ctr" rtl="0">
                        <a:lnSpc>
                          <a:spcPct val="100000"/>
                        </a:lnSpc>
                        <a:spcBef>
                          <a:spcPts val="0"/>
                        </a:spcBef>
                        <a:spcAft>
                          <a:spcPts val="0"/>
                        </a:spcAft>
                        <a:buClr>
                          <a:srgbClr val="000000"/>
                        </a:buClr>
                        <a:buSzPts val="1100"/>
                        <a:buFont typeface="Arial"/>
                        <a:buNone/>
                      </a:pPr>
                      <a:endParaRPr sz="1100" b="1"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414575">
                <a:tc>
                  <a:txBody>
                    <a:bodyPr/>
                    <a:lstStyle/>
                    <a:p>
                      <a:pPr marL="0" marR="0" lvl="0" indent="0" algn="ctr" rtl="0">
                        <a:lnSpc>
                          <a:spcPct val="100000"/>
                        </a:lnSpc>
                        <a:spcBef>
                          <a:spcPts val="0"/>
                        </a:spcBef>
                        <a:spcAft>
                          <a:spcPts val="0"/>
                        </a:spcAft>
                        <a:buClr>
                          <a:srgbClr val="000000"/>
                        </a:buClr>
                        <a:buSzPts val="1100"/>
                        <a:buFont typeface="Arial"/>
                        <a:buNone/>
                      </a:pPr>
                      <a:endParaRPr sz="1100" b="1"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extLst>
                  <a:ext uri="{0D108BD9-81ED-4DB2-BD59-A6C34878D82A}">
                    <a16:rowId xmlns:a16="http://schemas.microsoft.com/office/drawing/2014/main" val="10003"/>
                  </a:ext>
                </a:extLst>
              </a:tr>
              <a:tr h="414575">
                <a:tc>
                  <a:txBody>
                    <a:bodyPr/>
                    <a:lstStyle/>
                    <a:p>
                      <a:pPr marL="0" marR="0" lvl="0" indent="0" algn="ctr" rtl="0">
                        <a:lnSpc>
                          <a:spcPct val="100000"/>
                        </a:lnSpc>
                        <a:spcBef>
                          <a:spcPts val="0"/>
                        </a:spcBef>
                        <a:spcAft>
                          <a:spcPts val="0"/>
                        </a:spcAft>
                        <a:buClr>
                          <a:srgbClr val="000000"/>
                        </a:buClr>
                        <a:buSzPts val="1100"/>
                        <a:buFont typeface="Arial"/>
                        <a:buNone/>
                      </a:pPr>
                      <a:endParaRPr sz="1100" b="1"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extLst>
                  <a:ext uri="{0D108BD9-81ED-4DB2-BD59-A6C34878D82A}">
                    <a16:rowId xmlns:a16="http://schemas.microsoft.com/office/drawing/2014/main" val="10004"/>
                  </a:ext>
                </a:extLst>
              </a:tr>
              <a:tr h="414575">
                <a:tc>
                  <a:txBody>
                    <a:bodyPr/>
                    <a:lstStyle/>
                    <a:p>
                      <a:pPr marL="0" marR="0" lvl="0" indent="0" algn="ctr" rtl="0">
                        <a:lnSpc>
                          <a:spcPct val="100000"/>
                        </a:lnSpc>
                        <a:spcBef>
                          <a:spcPts val="0"/>
                        </a:spcBef>
                        <a:spcAft>
                          <a:spcPts val="0"/>
                        </a:spcAft>
                        <a:buClr>
                          <a:srgbClr val="000000"/>
                        </a:buClr>
                        <a:buSzPts val="1100"/>
                        <a:buFont typeface="Arial"/>
                        <a:buNone/>
                      </a:pPr>
                      <a:endParaRPr sz="1100" b="1"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extLst>
                  <a:ext uri="{0D108BD9-81ED-4DB2-BD59-A6C34878D82A}">
                    <a16:rowId xmlns:a16="http://schemas.microsoft.com/office/drawing/2014/main" val="10005"/>
                  </a:ext>
                </a:extLst>
              </a:tr>
              <a:tr h="414575">
                <a:tc>
                  <a:txBody>
                    <a:bodyPr/>
                    <a:lstStyle/>
                    <a:p>
                      <a:pPr marL="0" marR="0" lvl="0" indent="0" algn="ctr" rtl="0">
                        <a:lnSpc>
                          <a:spcPct val="100000"/>
                        </a:lnSpc>
                        <a:spcBef>
                          <a:spcPts val="0"/>
                        </a:spcBef>
                        <a:spcAft>
                          <a:spcPts val="0"/>
                        </a:spcAft>
                        <a:buClr>
                          <a:srgbClr val="000000"/>
                        </a:buClr>
                        <a:buSzPts val="1100"/>
                        <a:buFont typeface="Arial"/>
                        <a:buNone/>
                      </a:pPr>
                      <a:endParaRPr sz="1100" b="1"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extLst>
                  <a:ext uri="{0D108BD9-81ED-4DB2-BD59-A6C34878D82A}">
                    <a16:rowId xmlns:a16="http://schemas.microsoft.com/office/drawing/2014/main" val="10006"/>
                  </a:ext>
                </a:extLst>
              </a:tr>
              <a:tr h="414575">
                <a:tc>
                  <a:txBody>
                    <a:bodyPr/>
                    <a:lstStyle/>
                    <a:p>
                      <a:pPr marL="0" marR="0" lvl="0" indent="0" algn="ctr" rtl="0">
                        <a:lnSpc>
                          <a:spcPct val="100000"/>
                        </a:lnSpc>
                        <a:spcBef>
                          <a:spcPts val="0"/>
                        </a:spcBef>
                        <a:spcAft>
                          <a:spcPts val="0"/>
                        </a:spcAft>
                        <a:buClr>
                          <a:srgbClr val="000000"/>
                        </a:buClr>
                        <a:buSzPts val="1100"/>
                        <a:buFont typeface="Arial"/>
                        <a:buNone/>
                      </a:pPr>
                      <a:endParaRPr sz="1100" b="1" u="none" strike="noStrike" cap="none">
                        <a:solidFill>
                          <a:schemeClr val="dk2"/>
                        </a:solidFill>
                        <a:latin typeface="Roboto"/>
                        <a:ea typeface="Roboto"/>
                        <a:cs typeface="Roboto"/>
                        <a:sym typeface="Roboto"/>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2"/>
                        </a:solidFill>
                        <a:latin typeface="Roboto"/>
                        <a:ea typeface="Roboto"/>
                        <a:cs typeface="Roboto"/>
                        <a:sym typeface="Roboto"/>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FE2F3"/>
                    </a:solidFill>
                  </a:tcPr>
                </a:tc>
                <a:extLst>
                  <a:ext uri="{0D108BD9-81ED-4DB2-BD59-A6C34878D82A}">
                    <a16:rowId xmlns:a16="http://schemas.microsoft.com/office/drawing/2014/main" val="10007"/>
                  </a:ext>
                </a:extLst>
              </a:tr>
            </a:tbl>
          </a:graphicData>
        </a:graphic>
      </p:graphicFrame>
      <p:sp>
        <p:nvSpPr>
          <p:cNvPr id="959" name="Google Shape;959;g3693f7da1e3_0_4950"/>
          <p:cNvSpPr txBox="1">
            <a:spLocks noGrp="1"/>
          </p:cNvSpPr>
          <p:nvPr>
            <p:ph type="title"/>
          </p:nvPr>
        </p:nvSpPr>
        <p:spPr>
          <a:xfrm>
            <a:off x="252000" y="198000"/>
            <a:ext cx="6480000" cy="432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800"/>
              <a:buNone/>
            </a:pPr>
            <a:r>
              <a:rPr lang="en-US"/>
              <a:t>Present related Business Requirements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pic>
        <p:nvPicPr>
          <p:cNvPr id="964" name="Google Shape;964;p50"/>
          <p:cNvPicPr preferRelativeResize="0">
            <a:picLocks noGrp="1"/>
          </p:cNvPicPr>
          <p:nvPr>
            <p:ph type="pic" idx="2"/>
          </p:nvPr>
        </p:nvPicPr>
        <p:blipFill rotWithShape="1">
          <a:blip r:embed="rId3">
            <a:alphaModFix/>
          </a:blip>
          <a:srcRect t="602" b="602"/>
          <a:stretch/>
        </p:blipFill>
        <p:spPr>
          <a:xfrm>
            <a:off x="0" y="1"/>
            <a:ext cx="9144003" cy="5143500"/>
          </a:xfrm>
          <a:prstGeom prst="rect">
            <a:avLst/>
          </a:prstGeom>
          <a:noFill/>
          <a:ln>
            <a:noFill/>
          </a:ln>
        </p:spPr>
      </p:pic>
      <p:sp>
        <p:nvSpPr>
          <p:cNvPr id="965" name="Google Shape;965;p50"/>
          <p:cNvSpPr txBox="1">
            <a:spLocks noGrp="1"/>
          </p:cNvSpPr>
          <p:nvPr>
            <p:ph type="ctrTitle"/>
          </p:nvPr>
        </p:nvSpPr>
        <p:spPr>
          <a:xfrm>
            <a:off x="1806000" y="2272350"/>
            <a:ext cx="5532000" cy="598800"/>
          </a:xfrm>
          <a:prstGeom prst="rect">
            <a:avLst/>
          </a:prstGeom>
          <a:noFill/>
          <a:ln>
            <a:noFill/>
          </a:ln>
        </p:spPr>
        <p:txBody>
          <a:bodyPr spcFirstLastPara="1" wrap="square" lIns="91425" tIns="91425" rIns="91425" bIns="91425" anchor="ctr" anchorCtr="0">
            <a:normAutofit/>
          </a:bodyPr>
          <a:lstStyle/>
          <a:p>
            <a:pPr marL="0" lvl="0" indent="0" algn="ctr" rtl="0">
              <a:lnSpc>
                <a:spcPct val="90000"/>
              </a:lnSpc>
              <a:spcBef>
                <a:spcPts val="0"/>
              </a:spcBef>
              <a:spcAft>
                <a:spcPts val="0"/>
              </a:spcAft>
              <a:buSzPts val="1700"/>
              <a:buNone/>
            </a:pPr>
            <a:r>
              <a:rPr lang="en-US"/>
              <a:t>Thank you</a:t>
            </a:r>
            <a:endParaRPr/>
          </a:p>
        </p:txBody>
      </p:sp>
      <p:grpSp>
        <p:nvGrpSpPr>
          <p:cNvPr id="966" name="Google Shape;966;p50"/>
          <p:cNvGrpSpPr/>
          <p:nvPr/>
        </p:nvGrpSpPr>
        <p:grpSpPr>
          <a:xfrm>
            <a:off x="5785119" y="227477"/>
            <a:ext cx="3114446" cy="1198492"/>
            <a:chOff x="6086944" y="1507535"/>
            <a:chExt cx="1929047" cy="742330"/>
          </a:xfrm>
        </p:grpSpPr>
        <p:sp>
          <p:nvSpPr>
            <p:cNvPr id="967" name="Google Shape;967;p50"/>
            <p:cNvSpPr/>
            <p:nvPr/>
          </p:nvSpPr>
          <p:spPr>
            <a:xfrm>
              <a:off x="6086944" y="1861348"/>
              <a:ext cx="251981" cy="270015"/>
            </a:xfrm>
            <a:custGeom>
              <a:avLst/>
              <a:gdLst/>
              <a:ahLst/>
              <a:cxnLst/>
              <a:rect l="l" t="t" r="r" b="b"/>
              <a:pathLst>
                <a:path w="251981" h="270015" extrusionOk="0">
                  <a:moveTo>
                    <a:pt x="183719" y="197221"/>
                  </a:moveTo>
                  <a:cubicBezTo>
                    <a:pt x="183719" y="187064"/>
                    <a:pt x="179505" y="179446"/>
                    <a:pt x="170235" y="173521"/>
                  </a:cubicBezTo>
                  <a:cubicBezTo>
                    <a:pt x="160965" y="168442"/>
                    <a:pt x="144953" y="162517"/>
                    <a:pt x="121356" y="156592"/>
                  </a:cubicBezTo>
                  <a:cubicBezTo>
                    <a:pt x="97759" y="150667"/>
                    <a:pt x="79218" y="144742"/>
                    <a:pt x="65734" y="138817"/>
                  </a:cubicBezTo>
                  <a:cubicBezTo>
                    <a:pt x="28653" y="122734"/>
                    <a:pt x="10113" y="100727"/>
                    <a:pt x="10113" y="73641"/>
                  </a:cubicBezTo>
                  <a:cubicBezTo>
                    <a:pt x="10113" y="46554"/>
                    <a:pt x="15169" y="46554"/>
                    <a:pt x="25282" y="35551"/>
                  </a:cubicBezTo>
                  <a:cubicBezTo>
                    <a:pt x="35395" y="24547"/>
                    <a:pt x="49722" y="16082"/>
                    <a:pt x="68263" y="9311"/>
                  </a:cubicBezTo>
                  <a:cubicBezTo>
                    <a:pt x="86803" y="3386"/>
                    <a:pt x="107872" y="0"/>
                    <a:pt x="131469" y="0"/>
                  </a:cubicBezTo>
                  <a:cubicBezTo>
                    <a:pt x="155065" y="0"/>
                    <a:pt x="175291" y="3386"/>
                    <a:pt x="193832" y="10157"/>
                  </a:cubicBezTo>
                  <a:cubicBezTo>
                    <a:pt x="212372" y="16929"/>
                    <a:pt x="226699" y="26240"/>
                    <a:pt x="236812" y="38936"/>
                  </a:cubicBezTo>
                  <a:cubicBezTo>
                    <a:pt x="246925" y="51633"/>
                    <a:pt x="251981" y="65176"/>
                    <a:pt x="251981" y="81259"/>
                  </a:cubicBezTo>
                  <a:lnTo>
                    <a:pt x="184562" y="81259"/>
                  </a:lnTo>
                  <a:cubicBezTo>
                    <a:pt x="184562" y="69408"/>
                    <a:pt x="179505" y="60097"/>
                    <a:pt x="170235" y="53326"/>
                  </a:cubicBezTo>
                  <a:cubicBezTo>
                    <a:pt x="160965" y="46554"/>
                    <a:pt x="147481" y="43169"/>
                    <a:pt x="130626" y="43169"/>
                  </a:cubicBezTo>
                  <a:cubicBezTo>
                    <a:pt x="113771" y="43169"/>
                    <a:pt x="101130" y="45708"/>
                    <a:pt x="91859" y="51633"/>
                  </a:cubicBezTo>
                  <a:cubicBezTo>
                    <a:pt x="82589" y="57558"/>
                    <a:pt x="78375" y="64330"/>
                    <a:pt x="78375" y="73641"/>
                  </a:cubicBezTo>
                  <a:cubicBezTo>
                    <a:pt x="78375" y="82951"/>
                    <a:pt x="83432" y="89723"/>
                    <a:pt x="94388" y="94802"/>
                  </a:cubicBezTo>
                  <a:cubicBezTo>
                    <a:pt x="105343" y="100727"/>
                    <a:pt x="120513" y="105805"/>
                    <a:pt x="141582" y="110884"/>
                  </a:cubicBezTo>
                  <a:cubicBezTo>
                    <a:pt x="180348" y="120195"/>
                    <a:pt x="208159" y="132045"/>
                    <a:pt x="225014" y="145588"/>
                  </a:cubicBezTo>
                  <a:cubicBezTo>
                    <a:pt x="241868" y="159131"/>
                    <a:pt x="251139" y="176060"/>
                    <a:pt x="251139" y="197221"/>
                  </a:cubicBezTo>
                  <a:cubicBezTo>
                    <a:pt x="251139" y="218382"/>
                    <a:pt x="240183" y="237851"/>
                    <a:pt x="219114" y="250547"/>
                  </a:cubicBezTo>
                  <a:cubicBezTo>
                    <a:pt x="198046" y="263244"/>
                    <a:pt x="168549" y="270015"/>
                    <a:pt x="132311" y="270015"/>
                  </a:cubicBezTo>
                  <a:cubicBezTo>
                    <a:pt x="96073" y="270015"/>
                    <a:pt x="84275" y="266630"/>
                    <a:pt x="63206" y="259012"/>
                  </a:cubicBezTo>
                  <a:cubicBezTo>
                    <a:pt x="42137" y="251394"/>
                    <a:pt x="26968" y="241236"/>
                    <a:pt x="16012" y="228540"/>
                  </a:cubicBezTo>
                  <a:cubicBezTo>
                    <a:pt x="5056" y="215843"/>
                    <a:pt x="0" y="200607"/>
                    <a:pt x="0" y="183678"/>
                  </a:cubicBezTo>
                  <a:lnTo>
                    <a:pt x="67420" y="183678"/>
                  </a:lnTo>
                  <a:cubicBezTo>
                    <a:pt x="67420" y="212457"/>
                    <a:pt x="89331" y="226847"/>
                    <a:pt x="132311" y="226847"/>
                  </a:cubicBezTo>
                  <a:cubicBezTo>
                    <a:pt x="175291" y="226847"/>
                    <a:pt x="160965" y="224307"/>
                    <a:pt x="170235" y="219229"/>
                  </a:cubicBezTo>
                  <a:cubicBezTo>
                    <a:pt x="179505" y="214150"/>
                    <a:pt x="183719" y="206532"/>
                    <a:pt x="183719" y="19722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8" name="Google Shape;968;p50"/>
            <p:cNvSpPr/>
            <p:nvPr/>
          </p:nvSpPr>
          <p:spPr>
            <a:xfrm>
              <a:off x="6376006" y="1864734"/>
              <a:ext cx="250295" cy="263243"/>
            </a:xfrm>
            <a:custGeom>
              <a:avLst/>
              <a:gdLst/>
              <a:ahLst/>
              <a:cxnLst/>
              <a:rect l="l" t="t" r="r" b="b"/>
              <a:pathLst>
                <a:path w="250295" h="263243" extrusionOk="0">
                  <a:moveTo>
                    <a:pt x="67420" y="170982"/>
                  </a:moveTo>
                  <a:lnTo>
                    <a:pt x="67420" y="263244"/>
                  </a:lnTo>
                  <a:lnTo>
                    <a:pt x="0" y="263244"/>
                  </a:lnTo>
                  <a:lnTo>
                    <a:pt x="0" y="0"/>
                  </a:lnTo>
                  <a:lnTo>
                    <a:pt x="127255" y="0"/>
                  </a:lnTo>
                  <a:cubicBezTo>
                    <a:pt x="151694" y="0"/>
                    <a:pt x="173606" y="3386"/>
                    <a:pt x="192146" y="11004"/>
                  </a:cubicBezTo>
                  <a:cubicBezTo>
                    <a:pt x="210687" y="18622"/>
                    <a:pt x="225014" y="28779"/>
                    <a:pt x="235126" y="41476"/>
                  </a:cubicBezTo>
                  <a:cubicBezTo>
                    <a:pt x="245239" y="55019"/>
                    <a:pt x="250296" y="70255"/>
                    <a:pt x="250296" y="87184"/>
                  </a:cubicBezTo>
                  <a:cubicBezTo>
                    <a:pt x="250296" y="112577"/>
                    <a:pt x="239340" y="132892"/>
                    <a:pt x="217429" y="148128"/>
                  </a:cubicBezTo>
                  <a:cubicBezTo>
                    <a:pt x="195517" y="163364"/>
                    <a:pt x="165178" y="170135"/>
                    <a:pt x="126412" y="170135"/>
                  </a:cubicBezTo>
                  <a:lnTo>
                    <a:pt x="67420" y="170135"/>
                  </a:lnTo>
                  <a:close/>
                  <a:moveTo>
                    <a:pt x="67420" y="126966"/>
                  </a:moveTo>
                  <a:lnTo>
                    <a:pt x="127255" y="126966"/>
                  </a:lnTo>
                  <a:cubicBezTo>
                    <a:pt x="144953" y="126966"/>
                    <a:pt x="158436" y="123581"/>
                    <a:pt x="167707" y="116809"/>
                  </a:cubicBezTo>
                  <a:cubicBezTo>
                    <a:pt x="176977" y="110038"/>
                    <a:pt x="182033" y="100727"/>
                    <a:pt x="182033" y="88030"/>
                  </a:cubicBezTo>
                  <a:cubicBezTo>
                    <a:pt x="182033" y="75333"/>
                    <a:pt x="176977" y="64330"/>
                    <a:pt x="167707" y="56712"/>
                  </a:cubicBezTo>
                  <a:cubicBezTo>
                    <a:pt x="158436" y="49094"/>
                    <a:pt x="144953" y="44861"/>
                    <a:pt x="128940" y="44015"/>
                  </a:cubicBezTo>
                  <a:lnTo>
                    <a:pt x="67420" y="44015"/>
                  </a:lnTo>
                  <a:lnTo>
                    <a:pt x="67420" y="12696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50"/>
            <p:cNvSpPr/>
            <p:nvPr/>
          </p:nvSpPr>
          <p:spPr>
            <a:xfrm>
              <a:off x="6594277" y="1864734"/>
              <a:ext cx="306759" cy="263243"/>
            </a:xfrm>
            <a:custGeom>
              <a:avLst/>
              <a:gdLst/>
              <a:ahLst/>
              <a:cxnLst/>
              <a:rect l="l" t="t" r="r" b="b"/>
              <a:pathLst>
                <a:path w="306759" h="263243" extrusionOk="0">
                  <a:moveTo>
                    <a:pt x="212372" y="209071"/>
                  </a:moveTo>
                  <a:lnTo>
                    <a:pt x="94388" y="209071"/>
                  </a:lnTo>
                  <a:lnTo>
                    <a:pt x="71633" y="263244"/>
                  </a:lnTo>
                  <a:lnTo>
                    <a:pt x="0" y="263244"/>
                  </a:lnTo>
                  <a:lnTo>
                    <a:pt x="122198" y="0"/>
                  </a:lnTo>
                  <a:lnTo>
                    <a:pt x="184562" y="0"/>
                  </a:lnTo>
                  <a:lnTo>
                    <a:pt x="306760" y="263244"/>
                  </a:lnTo>
                  <a:lnTo>
                    <a:pt x="235126" y="263244"/>
                  </a:lnTo>
                  <a:lnTo>
                    <a:pt x="212372" y="209071"/>
                  </a:lnTo>
                  <a:close/>
                  <a:moveTo>
                    <a:pt x="112928" y="165056"/>
                  </a:moveTo>
                  <a:lnTo>
                    <a:pt x="194675" y="165056"/>
                  </a:lnTo>
                  <a:lnTo>
                    <a:pt x="153380" y="66869"/>
                  </a:lnTo>
                  <a:lnTo>
                    <a:pt x="112928" y="16505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50"/>
            <p:cNvSpPr/>
            <p:nvPr/>
          </p:nvSpPr>
          <p:spPr>
            <a:xfrm>
              <a:off x="6928005" y="1864734"/>
              <a:ext cx="254509" cy="263243"/>
            </a:xfrm>
            <a:custGeom>
              <a:avLst/>
              <a:gdLst/>
              <a:ahLst/>
              <a:cxnLst/>
              <a:rect l="l" t="t" r="r" b="b"/>
              <a:pathLst>
                <a:path w="254509" h="263243" extrusionOk="0">
                  <a:moveTo>
                    <a:pt x="121356" y="166749"/>
                  </a:moveTo>
                  <a:lnTo>
                    <a:pt x="67420" y="166749"/>
                  </a:lnTo>
                  <a:lnTo>
                    <a:pt x="67420" y="263244"/>
                  </a:lnTo>
                  <a:lnTo>
                    <a:pt x="0" y="263244"/>
                  </a:lnTo>
                  <a:lnTo>
                    <a:pt x="0" y="0"/>
                  </a:lnTo>
                  <a:lnTo>
                    <a:pt x="121356" y="0"/>
                  </a:lnTo>
                  <a:cubicBezTo>
                    <a:pt x="160122" y="0"/>
                    <a:pt x="189618" y="6772"/>
                    <a:pt x="210687" y="21161"/>
                  </a:cubicBezTo>
                  <a:cubicBezTo>
                    <a:pt x="231755" y="34704"/>
                    <a:pt x="241868" y="54172"/>
                    <a:pt x="241868" y="79566"/>
                  </a:cubicBezTo>
                  <a:cubicBezTo>
                    <a:pt x="241868" y="104959"/>
                    <a:pt x="236812" y="112577"/>
                    <a:pt x="227542" y="124427"/>
                  </a:cubicBezTo>
                  <a:cubicBezTo>
                    <a:pt x="218271" y="136277"/>
                    <a:pt x="203102" y="145588"/>
                    <a:pt x="183719" y="153206"/>
                  </a:cubicBezTo>
                  <a:lnTo>
                    <a:pt x="254510" y="260705"/>
                  </a:lnTo>
                  <a:lnTo>
                    <a:pt x="254510" y="263244"/>
                  </a:lnTo>
                  <a:lnTo>
                    <a:pt x="182033" y="263244"/>
                  </a:lnTo>
                  <a:lnTo>
                    <a:pt x="120513" y="166749"/>
                  </a:lnTo>
                  <a:close/>
                  <a:moveTo>
                    <a:pt x="67420" y="122734"/>
                  </a:moveTo>
                  <a:lnTo>
                    <a:pt x="122198" y="122734"/>
                  </a:lnTo>
                  <a:cubicBezTo>
                    <a:pt x="139053" y="122734"/>
                    <a:pt x="152537" y="119348"/>
                    <a:pt x="161807" y="112577"/>
                  </a:cubicBezTo>
                  <a:cubicBezTo>
                    <a:pt x="171078" y="105805"/>
                    <a:pt x="176134" y="96495"/>
                    <a:pt x="176134" y="83798"/>
                  </a:cubicBezTo>
                  <a:cubicBezTo>
                    <a:pt x="176134" y="71101"/>
                    <a:pt x="171920" y="61790"/>
                    <a:pt x="162650" y="54172"/>
                  </a:cubicBezTo>
                  <a:cubicBezTo>
                    <a:pt x="154223" y="47401"/>
                    <a:pt x="140739" y="43169"/>
                    <a:pt x="122198" y="43169"/>
                  </a:cubicBezTo>
                  <a:lnTo>
                    <a:pt x="68263" y="43169"/>
                  </a:lnTo>
                  <a:lnTo>
                    <a:pt x="68263" y="12188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50"/>
            <p:cNvSpPr/>
            <p:nvPr/>
          </p:nvSpPr>
          <p:spPr>
            <a:xfrm>
              <a:off x="7217910" y="1864734"/>
              <a:ext cx="266308" cy="263243"/>
            </a:xfrm>
            <a:custGeom>
              <a:avLst/>
              <a:gdLst/>
              <a:ahLst/>
              <a:cxnLst/>
              <a:rect l="l" t="t" r="r" b="b"/>
              <a:pathLst>
                <a:path w="266308" h="263243" extrusionOk="0">
                  <a:moveTo>
                    <a:pt x="102815" y="157438"/>
                  </a:moveTo>
                  <a:lnTo>
                    <a:pt x="67420" y="187910"/>
                  </a:lnTo>
                  <a:lnTo>
                    <a:pt x="67420" y="263244"/>
                  </a:lnTo>
                  <a:lnTo>
                    <a:pt x="0" y="263244"/>
                  </a:lnTo>
                  <a:lnTo>
                    <a:pt x="0" y="0"/>
                  </a:lnTo>
                  <a:lnTo>
                    <a:pt x="67420" y="0"/>
                  </a:lnTo>
                  <a:lnTo>
                    <a:pt x="67420" y="119348"/>
                  </a:lnTo>
                  <a:lnTo>
                    <a:pt x="96916" y="86337"/>
                  </a:lnTo>
                  <a:lnTo>
                    <a:pt x="180348" y="0"/>
                  </a:lnTo>
                  <a:lnTo>
                    <a:pt x="262937" y="0"/>
                  </a:lnTo>
                  <a:lnTo>
                    <a:pt x="146638" y="116809"/>
                  </a:lnTo>
                  <a:lnTo>
                    <a:pt x="266308" y="263244"/>
                  </a:lnTo>
                  <a:lnTo>
                    <a:pt x="186247" y="263244"/>
                  </a:lnTo>
                  <a:lnTo>
                    <a:pt x="101972" y="15743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50"/>
            <p:cNvSpPr/>
            <p:nvPr/>
          </p:nvSpPr>
          <p:spPr>
            <a:xfrm>
              <a:off x="6828561" y="2198232"/>
              <a:ext cx="23596" cy="51633"/>
            </a:xfrm>
            <a:custGeom>
              <a:avLst/>
              <a:gdLst/>
              <a:ahLst/>
              <a:cxnLst/>
              <a:rect l="l" t="t" r="r" b="b"/>
              <a:pathLst>
                <a:path w="23596" h="51633" extrusionOk="0">
                  <a:moveTo>
                    <a:pt x="23597" y="28779"/>
                  </a:moveTo>
                  <a:lnTo>
                    <a:pt x="23597" y="21161"/>
                  </a:lnTo>
                  <a:cubicBezTo>
                    <a:pt x="23597" y="20315"/>
                    <a:pt x="23597" y="19468"/>
                    <a:pt x="22754" y="18622"/>
                  </a:cubicBezTo>
                  <a:lnTo>
                    <a:pt x="3371" y="0"/>
                  </a:lnTo>
                  <a:lnTo>
                    <a:pt x="0" y="3386"/>
                  </a:lnTo>
                  <a:lnTo>
                    <a:pt x="21911" y="23700"/>
                  </a:lnTo>
                  <a:lnTo>
                    <a:pt x="21911" y="27933"/>
                  </a:lnTo>
                  <a:cubicBezTo>
                    <a:pt x="21911" y="27933"/>
                    <a:pt x="0" y="48247"/>
                    <a:pt x="0" y="48247"/>
                  </a:cubicBezTo>
                  <a:lnTo>
                    <a:pt x="3371" y="51633"/>
                  </a:lnTo>
                  <a:lnTo>
                    <a:pt x="22754" y="33011"/>
                  </a:lnTo>
                  <a:cubicBezTo>
                    <a:pt x="22754" y="33011"/>
                    <a:pt x="23597" y="31318"/>
                    <a:pt x="23597" y="30472"/>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3" name="Google Shape;973;p50"/>
            <p:cNvSpPr/>
            <p:nvPr/>
          </p:nvSpPr>
          <p:spPr>
            <a:xfrm>
              <a:off x="6820134" y="2220240"/>
              <a:ext cx="31181" cy="5078"/>
            </a:xfrm>
            <a:custGeom>
              <a:avLst/>
              <a:gdLst/>
              <a:ahLst/>
              <a:cxnLst/>
              <a:rect l="l" t="t" r="r" b="b"/>
              <a:pathLst>
                <a:path w="31181" h="5078" extrusionOk="0">
                  <a:moveTo>
                    <a:pt x="0" y="5079"/>
                  </a:moveTo>
                  <a:lnTo>
                    <a:pt x="0" y="0"/>
                  </a:lnTo>
                  <a:lnTo>
                    <a:pt x="31182" y="846"/>
                  </a:lnTo>
                  <a:lnTo>
                    <a:pt x="31182" y="4232"/>
                  </a:lnTo>
                  <a:lnTo>
                    <a:pt x="0" y="5079"/>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50"/>
            <p:cNvSpPr/>
            <p:nvPr/>
          </p:nvSpPr>
          <p:spPr>
            <a:xfrm>
              <a:off x="6423200" y="2199925"/>
              <a:ext cx="37923" cy="48247"/>
            </a:xfrm>
            <a:custGeom>
              <a:avLst/>
              <a:gdLst/>
              <a:ahLst/>
              <a:cxnLst/>
              <a:rect l="l" t="t" r="r" b="b"/>
              <a:pathLst>
                <a:path w="37923" h="48247" extrusionOk="0">
                  <a:moveTo>
                    <a:pt x="37924" y="48247"/>
                  </a:moveTo>
                  <a:lnTo>
                    <a:pt x="31182" y="48247"/>
                  </a:lnTo>
                  <a:lnTo>
                    <a:pt x="6742" y="11004"/>
                  </a:lnTo>
                  <a:lnTo>
                    <a:pt x="6742" y="48247"/>
                  </a:lnTo>
                  <a:lnTo>
                    <a:pt x="0" y="48247"/>
                  </a:lnTo>
                  <a:lnTo>
                    <a:pt x="0" y="0"/>
                  </a:lnTo>
                  <a:lnTo>
                    <a:pt x="6742" y="0"/>
                  </a:lnTo>
                  <a:lnTo>
                    <a:pt x="31182" y="37243"/>
                  </a:lnTo>
                  <a:lnTo>
                    <a:pt x="31182" y="0"/>
                  </a:lnTo>
                  <a:lnTo>
                    <a:pt x="37081" y="0"/>
                  </a:lnTo>
                  <a:lnTo>
                    <a:pt x="37081" y="4824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50"/>
            <p:cNvSpPr/>
            <p:nvPr/>
          </p:nvSpPr>
          <p:spPr>
            <a:xfrm>
              <a:off x="6478821" y="2199925"/>
              <a:ext cx="30338" cy="48247"/>
            </a:xfrm>
            <a:custGeom>
              <a:avLst/>
              <a:gdLst/>
              <a:ahLst/>
              <a:cxnLst/>
              <a:rect l="l" t="t" r="r" b="b"/>
              <a:pathLst>
                <a:path w="30338" h="48247" extrusionOk="0">
                  <a:moveTo>
                    <a:pt x="26968" y="26240"/>
                  </a:moveTo>
                  <a:lnTo>
                    <a:pt x="5899" y="26240"/>
                  </a:lnTo>
                  <a:lnTo>
                    <a:pt x="5899" y="43169"/>
                  </a:lnTo>
                  <a:lnTo>
                    <a:pt x="30339" y="43169"/>
                  </a:lnTo>
                  <a:lnTo>
                    <a:pt x="30339" y="48247"/>
                  </a:lnTo>
                  <a:lnTo>
                    <a:pt x="0" y="48247"/>
                  </a:lnTo>
                  <a:lnTo>
                    <a:pt x="0" y="0"/>
                  </a:lnTo>
                  <a:lnTo>
                    <a:pt x="30339" y="0"/>
                  </a:lnTo>
                  <a:lnTo>
                    <a:pt x="30339" y="5079"/>
                  </a:lnTo>
                  <a:lnTo>
                    <a:pt x="6742" y="5079"/>
                  </a:lnTo>
                  <a:lnTo>
                    <a:pt x="6742" y="20315"/>
                  </a:lnTo>
                  <a:lnTo>
                    <a:pt x="27811" y="20315"/>
                  </a:lnTo>
                  <a:lnTo>
                    <a:pt x="27811" y="2539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6" name="Google Shape;976;p50"/>
            <p:cNvSpPr/>
            <p:nvPr/>
          </p:nvSpPr>
          <p:spPr>
            <a:xfrm>
              <a:off x="6519273" y="2199925"/>
              <a:ext cx="57306" cy="48247"/>
            </a:xfrm>
            <a:custGeom>
              <a:avLst/>
              <a:gdLst/>
              <a:ahLst/>
              <a:cxnLst/>
              <a:rect l="l" t="t" r="r" b="b"/>
              <a:pathLst>
                <a:path w="57306" h="48247" extrusionOk="0">
                  <a:moveTo>
                    <a:pt x="14327" y="33011"/>
                  </a:moveTo>
                  <a:lnTo>
                    <a:pt x="14327" y="39783"/>
                  </a:lnTo>
                  <a:cubicBezTo>
                    <a:pt x="15169" y="39783"/>
                    <a:pt x="16855" y="33858"/>
                    <a:pt x="16855" y="33858"/>
                  </a:cubicBezTo>
                  <a:lnTo>
                    <a:pt x="26125" y="0"/>
                  </a:lnTo>
                  <a:lnTo>
                    <a:pt x="31182" y="0"/>
                  </a:lnTo>
                  <a:lnTo>
                    <a:pt x="40452" y="33858"/>
                  </a:lnTo>
                  <a:lnTo>
                    <a:pt x="42137" y="39783"/>
                  </a:lnTo>
                  <a:lnTo>
                    <a:pt x="42137" y="33011"/>
                  </a:lnTo>
                  <a:cubicBezTo>
                    <a:pt x="42980" y="33011"/>
                    <a:pt x="50565" y="0"/>
                    <a:pt x="50565" y="0"/>
                  </a:cubicBezTo>
                  <a:lnTo>
                    <a:pt x="57307" y="0"/>
                  </a:lnTo>
                  <a:lnTo>
                    <a:pt x="45508" y="48247"/>
                  </a:lnTo>
                  <a:lnTo>
                    <a:pt x="39609" y="48247"/>
                  </a:lnTo>
                  <a:lnTo>
                    <a:pt x="29496" y="13543"/>
                  </a:lnTo>
                  <a:lnTo>
                    <a:pt x="29496" y="10157"/>
                  </a:lnTo>
                  <a:cubicBezTo>
                    <a:pt x="29496" y="10157"/>
                    <a:pt x="27811" y="13543"/>
                    <a:pt x="27811" y="13543"/>
                  </a:cubicBezTo>
                  <a:lnTo>
                    <a:pt x="17698" y="48247"/>
                  </a:lnTo>
                  <a:lnTo>
                    <a:pt x="11798" y="48247"/>
                  </a:lnTo>
                  <a:lnTo>
                    <a:pt x="0" y="0"/>
                  </a:lnTo>
                  <a:lnTo>
                    <a:pt x="6742" y="0"/>
                  </a:lnTo>
                  <a:lnTo>
                    <a:pt x="14327" y="3301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7" name="Google Shape;977;p50"/>
            <p:cNvSpPr/>
            <p:nvPr/>
          </p:nvSpPr>
          <p:spPr>
            <a:xfrm>
              <a:off x="6610289" y="2200771"/>
              <a:ext cx="37923" cy="48247"/>
            </a:xfrm>
            <a:custGeom>
              <a:avLst/>
              <a:gdLst/>
              <a:ahLst/>
              <a:cxnLst/>
              <a:rect l="l" t="t" r="r" b="b"/>
              <a:pathLst>
                <a:path w="37923" h="48247" extrusionOk="0">
                  <a:moveTo>
                    <a:pt x="37081" y="32165"/>
                  </a:moveTo>
                  <a:cubicBezTo>
                    <a:pt x="37081" y="37244"/>
                    <a:pt x="34553" y="41476"/>
                    <a:pt x="31182" y="44015"/>
                  </a:cubicBezTo>
                  <a:cubicBezTo>
                    <a:pt x="27811" y="46554"/>
                    <a:pt x="23597" y="48247"/>
                    <a:pt x="18540" y="48247"/>
                  </a:cubicBezTo>
                  <a:cubicBezTo>
                    <a:pt x="13484" y="48247"/>
                    <a:pt x="8427" y="46554"/>
                    <a:pt x="5057" y="42322"/>
                  </a:cubicBezTo>
                  <a:cubicBezTo>
                    <a:pt x="1686" y="38090"/>
                    <a:pt x="0" y="33011"/>
                    <a:pt x="0" y="26240"/>
                  </a:cubicBezTo>
                  <a:lnTo>
                    <a:pt x="0" y="22008"/>
                  </a:lnTo>
                  <a:cubicBezTo>
                    <a:pt x="0" y="17775"/>
                    <a:pt x="0" y="13543"/>
                    <a:pt x="2528" y="10157"/>
                  </a:cubicBezTo>
                  <a:cubicBezTo>
                    <a:pt x="5057" y="6772"/>
                    <a:pt x="6742" y="4232"/>
                    <a:pt x="9270" y="2539"/>
                  </a:cubicBezTo>
                  <a:cubicBezTo>
                    <a:pt x="11798" y="846"/>
                    <a:pt x="15169" y="0"/>
                    <a:pt x="19383" y="0"/>
                  </a:cubicBezTo>
                  <a:cubicBezTo>
                    <a:pt x="23597" y="0"/>
                    <a:pt x="28653" y="1693"/>
                    <a:pt x="32024" y="4232"/>
                  </a:cubicBezTo>
                  <a:cubicBezTo>
                    <a:pt x="35395" y="6772"/>
                    <a:pt x="37081" y="11004"/>
                    <a:pt x="37081" y="16082"/>
                  </a:cubicBezTo>
                  <a:lnTo>
                    <a:pt x="30339" y="16082"/>
                  </a:lnTo>
                  <a:cubicBezTo>
                    <a:pt x="30339" y="11850"/>
                    <a:pt x="28653" y="9311"/>
                    <a:pt x="26968" y="7618"/>
                  </a:cubicBezTo>
                  <a:cubicBezTo>
                    <a:pt x="25282" y="5925"/>
                    <a:pt x="22754" y="5079"/>
                    <a:pt x="19383" y="5079"/>
                  </a:cubicBezTo>
                  <a:cubicBezTo>
                    <a:pt x="16012" y="5079"/>
                    <a:pt x="11798" y="6772"/>
                    <a:pt x="10113" y="9311"/>
                  </a:cubicBezTo>
                  <a:cubicBezTo>
                    <a:pt x="7585" y="12697"/>
                    <a:pt x="6742" y="16929"/>
                    <a:pt x="6742" y="22008"/>
                  </a:cubicBezTo>
                  <a:lnTo>
                    <a:pt x="6742" y="27086"/>
                  </a:lnTo>
                  <a:cubicBezTo>
                    <a:pt x="6742" y="32165"/>
                    <a:pt x="7585" y="36397"/>
                    <a:pt x="10113" y="39783"/>
                  </a:cubicBezTo>
                  <a:cubicBezTo>
                    <a:pt x="12641" y="43169"/>
                    <a:pt x="15169" y="44015"/>
                    <a:pt x="19383" y="44015"/>
                  </a:cubicBezTo>
                  <a:cubicBezTo>
                    <a:pt x="23597" y="44015"/>
                    <a:pt x="25282" y="44015"/>
                    <a:pt x="27811" y="41476"/>
                  </a:cubicBezTo>
                  <a:cubicBezTo>
                    <a:pt x="30339" y="38936"/>
                    <a:pt x="31182" y="37244"/>
                    <a:pt x="31182" y="33011"/>
                  </a:cubicBezTo>
                  <a:lnTo>
                    <a:pt x="37924" y="3301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50"/>
            <p:cNvSpPr/>
            <p:nvPr/>
          </p:nvSpPr>
          <p:spPr>
            <a:xfrm>
              <a:off x="6660012" y="2200771"/>
              <a:ext cx="38766" cy="48247"/>
            </a:xfrm>
            <a:custGeom>
              <a:avLst/>
              <a:gdLst/>
              <a:ahLst/>
              <a:cxnLst/>
              <a:rect l="l" t="t" r="r" b="b"/>
              <a:pathLst>
                <a:path w="38766" h="48247" extrusionOk="0">
                  <a:moveTo>
                    <a:pt x="38766" y="24547"/>
                  </a:moveTo>
                  <a:cubicBezTo>
                    <a:pt x="38766" y="29626"/>
                    <a:pt x="38766" y="33011"/>
                    <a:pt x="36238" y="37244"/>
                  </a:cubicBezTo>
                  <a:cubicBezTo>
                    <a:pt x="33710" y="41476"/>
                    <a:pt x="32024" y="43169"/>
                    <a:pt x="29496" y="45708"/>
                  </a:cubicBezTo>
                  <a:cubicBezTo>
                    <a:pt x="26968" y="48247"/>
                    <a:pt x="23597" y="48247"/>
                    <a:pt x="19383" y="48247"/>
                  </a:cubicBezTo>
                  <a:cubicBezTo>
                    <a:pt x="15169" y="48247"/>
                    <a:pt x="12641" y="47401"/>
                    <a:pt x="9270" y="45708"/>
                  </a:cubicBezTo>
                  <a:cubicBezTo>
                    <a:pt x="5899" y="44015"/>
                    <a:pt x="4214" y="41476"/>
                    <a:pt x="2528" y="38090"/>
                  </a:cubicBezTo>
                  <a:cubicBezTo>
                    <a:pt x="843" y="34704"/>
                    <a:pt x="0" y="30472"/>
                    <a:pt x="0" y="26240"/>
                  </a:cubicBezTo>
                  <a:lnTo>
                    <a:pt x="0" y="22854"/>
                  </a:lnTo>
                  <a:cubicBezTo>
                    <a:pt x="0" y="18622"/>
                    <a:pt x="0" y="14390"/>
                    <a:pt x="2528" y="11004"/>
                  </a:cubicBezTo>
                  <a:cubicBezTo>
                    <a:pt x="5056" y="7618"/>
                    <a:pt x="6742" y="5079"/>
                    <a:pt x="9270" y="2539"/>
                  </a:cubicBezTo>
                  <a:cubicBezTo>
                    <a:pt x="11798" y="0"/>
                    <a:pt x="15169" y="0"/>
                    <a:pt x="19383" y="0"/>
                  </a:cubicBezTo>
                  <a:cubicBezTo>
                    <a:pt x="23597" y="0"/>
                    <a:pt x="26968" y="846"/>
                    <a:pt x="29496" y="2539"/>
                  </a:cubicBezTo>
                  <a:cubicBezTo>
                    <a:pt x="32024" y="4232"/>
                    <a:pt x="34553" y="6772"/>
                    <a:pt x="36238" y="11004"/>
                  </a:cubicBezTo>
                  <a:cubicBezTo>
                    <a:pt x="37924" y="15236"/>
                    <a:pt x="38766" y="18622"/>
                    <a:pt x="38766" y="23700"/>
                  </a:cubicBezTo>
                  <a:lnTo>
                    <a:pt x="38766" y="27086"/>
                  </a:lnTo>
                  <a:close/>
                  <a:moveTo>
                    <a:pt x="32024" y="22008"/>
                  </a:moveTo>
                  <a:cubicBezTo>
                    <a:pt x="32024" y="16082"/>
                    <a:pt x="31182" y="11850"/>
                    <a:pt x="28653" y="8464"/>
                  </a:cubicBezTo>
                  <a:cubicBezTo>
                    <a:pt x="26125" y="5079"/>
                    <a:pt x="23597" y="4232"/>
                    <a:pt x="19383" y="4232"/>
                  </a:cubicBezTo>
                  <a:cubicBezTo>
                    <a:pt x="15169" y="4232"/>
                    <a:pt x="12641" y="5925"/>
                    <a:pt x="10113" y="8464"/>
                  </a:cubicBezTo>
                  <a:cubicBezTo>
                    <a:pt x="7585" y="11004"/>
                    <a:pt x="6742" y="16082"/>
                    <a:pt x="6742" y="21161"/>
                  </a:cubicBezTo>
                  <a:lnTo>
                    <a:pt x="6742" y="24547"/>
                  </a:lnTo>
                  <a:cubicBezTo>
                    <a:pt x="6742" y="30472"/>
                    <a:pt x="7585" y="34704"/>
                    <a:pt x="10113" y="37244"/>
                  </a:cubicBezTo>
                  <a:cubicBezTo>
                    <a:pt x="12641" y="39783"/>
                    <a:pt x="16012" y="42322"/>
                    <a:pt x="19383" y="42322"/>
                  </a:cubicBezTo>
                  <a:cubicBezTo>
                    <a:pt x="22754" y="42322"/>
                    <a:pt x="26968" y="40629"/>
                    <a:pt x="28653" y="38090"/>
                  </a:cubicBezTo>
                  <a:cubicBezTo>
                    <a:pt x="30339" y="35551"/>
                    <a:pt x="32024" y="30472"/>
                    <a:pt x="32024" y="25393"/>
                  </a:cubicBezTo>
                  <a:lnTo>
                    <a:pt x="32024" y="2200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9" name="Google Shape;979;p50"/>
            <p:cNvSpPr/>
            <p:nvPr/>
          </p:nvSpPr>
          <p:spPr>
            <a:xfrm>
              <a:off x="6713947" y="2199925"/>
              <a:ext cx="34552" cy="48247"/>
            </a:xfrm>
            <a:custGeom>
              <a:avLst/>
              <a:gdLst/>
              <a:ahLst/>
              <a:cxnLst/>
              <a:rect l="l" t="t" r="r" b="b"/>
              <a:pathLst>
                <a:path w="34552" h="48247" extrusionOk="0">
                  <a:moveTo>
                    <a:pt x="17698" y="28779"/>
                  </a:moveTo>
                  <a:lnTo>
                    <a:pt x="6742" y="28779"/>
                  </a:lnTo>
                  <a:lnTo>
                    <a:pt x="6742" y="48247"/>
                  </a:lnTo>
                  <a:lnTo>
                    <a:pt x="0" y="48247"/>
                  </a:lnTo>
                  <a:lnTo>
                    <a:pt x="0" y="0"/>
                  </a:lnTo>
                  <a:lnTo>
                    <a:pt x="16012" y="0"/>
                  </a:lnTo>
                  <a:cubicBezTo>
                    <a:pt x="21069" y="0"/>
                    <a:pt x="25282" y="846"/>
                    <a:pt x="28653" y="3386"/>
                  </a:cubicBezTo>
                  <a:cubicBezTo>
                    <a:pt x="32024" y="5925"/>
                    <a:pt x="32867" y="9311"/>
                    <a:pt x="32867" y="14390"/>
                  </a:cubicBezTo>
                  <a:cubicBezTo>
                    <a:pt x="32867" y="19468"/>
                    <a:pt x="32867" y="20315"/>
                    <a:pt x="30339" y="22008"/>
                  </a:cubicBezTo>
                  <a:cubicBezTo>
                    <a:pt x="27811" y="23700"/>
                    <a:pt x="26125" y="26240"/>
                    <a:pt x="23597" y="27086"/>
                  </a:cubicBezTo>
                  <a:lnTo>
                    <a:pt x="34553" y="47401"/>
                  </a:lnTo>
                  <a:lnTo>
                    <a:pt x="34553" y="47401"/>
                  </a:lnTo>
                  <a:cubicBezTo>
                    <a:pt x="34553" y="47401"/>
                    <a:pt x="27811" y="47401"/>
                    <a:pt x="27811" y="47401"/>
                  </a:cubicBezTo>
                  <a:lnTo>
                    <a:pt x="17698" y="27933"/>
                  </a:lnTo>
                  <a:close/>
                  <a:moveTo>
                    <a:pt x="6742" y="23700"/>
                  </a:moveTo>
                  <a:lnTo>
                    <a:pt x="16855" y="23700"/>
                  </a:lnTo>
                  <a:cubicBezTo>
                    <a:pt x="20226" y="23700"/>
                    <a:pt x="22754" y="23700"/>
                    <a:pt x="24440" y="21161"/>
                  </a:cubicBezTo>
                  <a:cubicBezTo>
                    <a:pt x="26125" y="19468"/>
                    <a:pt x="26968" y="16929"/>
                    <a:pt x="26968" y="14390"/>
                  </a:cubicBezTo>
                  <a:cubicBezTo>
                    <a:pt x="26968" y="11850"/>
                    <a:pt x="26125" y="9311"/>
                    <a:pt x="24440" y="7618"/>
                  </a:cubicBezTo>
                  <a:cubicBezTo>
                    <a:pt x="22754" y="5925"/>
                    <a:pt x="20226" y="5079"/>
                    <a:pt x="16855" y="5079"/>
                  </a:cubicBezTo>
                  <a:lnTo>
                    <a:pt x="7585" y="5079"/>
                  </a:lnTo>
                  <a:lnTo>
                    <a:pt x="7585" y="2370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0" name="Google Shape;980;p50"/>
            <p:cNvSpPr/>
            <p:nvPr/>
          </p:nvSpPr>
          <p:spPr>
            <a:xfrm>
              <a:off x="6761984" y="2199925"/>
              <a:ext cx="30338" cy="48247"/>
            </a:xfrm>
            <a:custGeom>
              <a:avLst/>
              <a:gdLst/>
              <a:ahLst/>
              <a:cxnLst/>
              <a:rect l="l" t="t" r="r" b="b"/>
              <a:pathLst>
                <a:path w="30338" h="48247" extrusionOk="0">
                  <a:moveTo>
                    <a:pt x="26968" y="26240"/>
                  </a:moveTo>
                  <a:lnTo>
                    <a:pt x="5899" y="26240"/>
                  </a:lnTo>
                  <a:lnTo>
                    <a:pt x="5899" y="43169"/>
                  </a:lnTo>
                  <a:lnTo>
                    <a:pt x="30339" y="43169"/>
                  </a:lnTo>
                  <a:lnTo>
                    <a:pt x="30339" y="48247"/>
                  </a:lnTo>
                  <a:lnTo>
                    <a:pt x="0" y="48247"/>
                  </a:lnTo>
                  <a:lnTo>
                    <a:pt x="0" y="0"/>
                  </a:lnTo>
                  <a:lnTo>
                    <a:pt x="30339" y="0"/>
                  </a:lnTo>
                  <a:lnTo>
                    <a:pt x="30339" y="5079"/>
                  </a:lnTo>
                  <a:lnTo>
                    <a:pt x="6742" y="5079"/>
                  </a:lnTo>
                  <a:lnTo>
                    <a:pt x="6742" y="20315"/>
                  </a:lnTo>
                  <a:lnTo>
                    <a:pt x="27811" y="20315"/>
                  </a:lnTo>
                  <a:lnTo>
                    <a:pt x="27811" y="2539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50"/>
            <p:cNvSpPr/>
            <p:nvPr/>
          </p:nvSpPr>
          <p:spPr>
            <a:xfrm>
              <a:off x="6881654" y="2199925"/>
              <a:ext cx="39609" cy="48247"/>
            </a:xfrm>
            <a:custGeom>
              <a:avLst/>
              <a:gdLst/>
              <a:ahLst/>
              <a:cxnLst/>
              <a:rect l="l" t="t" r="r" b="b"/>
              <a:pathLst>
                <a:path w="39609" h="48247" extrusionOk="0">
                  <a:moveTo>
                    <a:pt x="39609" y="48247"/>
                  </a:moveTo>
                  <a:lnTo>
                    <a:pt x="29496" y="48247"/>
                  </a:lnTo>
                  <a:lnTo>
                    <a:pt x="10113" y="16929"/>
                  </a:lnTo>
                  <a:lnTo>
                    <a:pt x="10113" y="48247"/>
                  </a:lnTo>
                  <a:lnTo>
                    <a:pt x="0" y="48247"/>
                  </a:lnTo>
                  <a:lnTo>
                    <a:pt x="0" y="0"/>
                  </a:lnTo>
                  <a:lnTo>
                    <a:pt x="10113" y="0"/>
                  </a:lnTo>
                  <a:lnTo>
                    <a:pt x="29496" y="32165"/>
                  </a:lnTo>
                  <a:lnTo>
                    <a:pt x="29496" y="0"/>
                  </a:lnTo>
                  <a:lnTo>
                    <a:pt x="39609" y="0"/>
                  </a:lnTo>
                  <a:lnTo>
                    <a:pt x="39609" y="4824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50"/>
            <p:cNvSpPr/>
            <p:nvPr/>
          </p:nvSpPr>
          <p:spPr>
            <a:xfrm>
              <a:off x="6936433" y="2199079"/>
              <a:ext cx="32024" cy="48247"/>
            </a:xfrm>
            <a:custGeom>
              <a:avLst/>
              <a:gdLst/>
              <a:ahLst/>
              <a:cxnLst/>
              <a:rect l="l" t="t" r="r" b="b"/>
              <a:pathLst>
                <a:path w="32024" h="48247" extrusionOk="0">
                  <a:moveTo>
                    <a:pt x="28653" y="27933"/>
                  </a:moveTo>
                  <a:lnTo>
                    <a:pt x="10113" y="27933"/>
                  </a:lnTo>
                  <a:lnTo>
                    <a:pt x="10113" y="40629"/>
                  </a:lnTo>
                  <a:lnTo>
                    <a:pt x="32024" y="40629"/>
                  </a:lnTo>
                  <a:lnTo>
                    <a:pt x="32024" y="48247"/>
                  </a:lnTo>
                  <a:lnTo>
                    <a:pt x="0" y="48247"/>
                  </a:lnTo>
                  <a:lnTo>
                    <a:pt x="0" y="0"/>
                  </a:lnTo>
                  <a:lnTo>
                    <a:pt x="32024" y="0"/>
                  </a:lnTo>
                  <a:lnTo>
                    <a:pt x="32024" y="7618"/>
                  </a:lnTo>
                  <a:lnTo>
                    <a:pt x="10113" y="7618"/>
                  </a:lnTo>
                  <a:lnTo>
                    <a:pt x="10113" y="19468"/>
                  </a:lnTo>
                  <a:lnTo>
                    <a:pt x="28653" y="19468"/>
                  </a:lnTo>
                  <a:lnTo>
                    <a:pt x="28653" y="2708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50"/>
            <p:cNvSpPr/>
            <p:nvPr/>
          </p:nvSpPr>
          <p:spPr>
            <a:xfrm>
              <a:off x="6976884" y="2199925"/>
              <a:ext cx="57306" cy="48247"/>
            </a:xfrm>
            <a:custGeom>
              <a:avLst/>
              <a:gdLst/>
              <a:ahLst/>
              <a:cxnLst/>
              <a:rect l="l" t="t" r="r" b="b"/>
              <a:pathLst>
                <a:path w="57306" h="48247" extrusionOk="0">
                  <a:moveTo>
                    <a:pt x="40452" y="33858"/>
                  </a:moveTo>
                  <a:lnTo>
                    <a:pt x="47194" y="0"/>
                  </a:lnTo>
                  <a:lnTo>
                    <a:pt x="57307" y="0"/>
                  </a:lnTo>
                  <a:lnTo>
                    <a:pt x="46351" y="48247"/>
                  </a:lnTo>
                  <a:lnTo>
                    <a:pt x="36238" y="48247"/>
                  </a:lnTo>
                  <a:lnTo>
                    <a:pt x="28653" y="16082"/>
                  </a:lnTo>
                  <a:lnTo>
                    <a:pt x="21069" y="48247"/>
                  </a:lnTo>
                  <a:lnTo>
                    <a:pt x="10956" y="48247"/>
                  </a:lnTo>
                  <a:lnTo>
                    <a:pt x="0" y="0"/>
                  </a:lnTo>
                  <a:lnTo>
                    <a:pt x="10113" y="0"/>
                  </a:lnTo>
                  <a:lnTo>
                    <a:pt x="16855" y="33858"/>
                  </a:lnTo>
                  <a:lnTo>
                    <a:pt x="24440" y="0"/>
                  </a:lnTo>
                  <a:lnTo>
                    <a:pt x="32867" y="0"/>
                  </a:lnTo>
                  <a:lnTo>
                    <a:pt x="40452" y="3385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50"/>
            <p:cNvSpPr/>
            <p:nvPr/>
          </p:nvSpPr>
          <p:spPr>
            <a:xfrm>
              <a:off x="7066216" y="2199079"/>
              <a:ext cx="37080" cy="49940"/>
            </a:xfrm>
            <a:custGeom>
              <a:avLst/>
              <a:gdLst/>
              <a:ahLst/>
              <a:cxnLst/>
              <a:rect l="l" t="t" r="r" b="b"/>
              <a:pathLst>
                <a:path w="37080" h="49940" extrusionOk="0">
                  <a:moveTo>
                    <a:pt x="26125" y="36397"/>
                  </a:moveTo>
                  <a:cubicBezTo>
                    <a:pt x="26125" y="34704"/>
                    <a:pt x="26125" y="33011"/>
                    <a:pt x="24440" y="32165"/>
                  </a:cubicBezTo>
                  <a:cubicBezTo>
                    <a:pt x="22754" y="31318"/>
                    <a:pt x="21069" y="30472"/>
                    <a:pt x="17698" y="28779"/>
                  </a:cubicBezTo>
                  <a:cubicBezTo>
                    <a:pt x="14327" y="27086"/>
                    <a:pt x="11798" y="26240"/>
                    <a:pt x="9270" y="25393"/>
                  </a:cubicBezTo>
                  <a:cubicBezTo>
                    <a:pt x="4214" y="22854"/>
                    <a:pt x="843" y="18622"/>
                    <a:pt x="843" y="13543"/>
                  </a:cubicBezTo>
                  <a:cubicBezTo>
                    <a:pt x="843" y="8464"/>
                    <a:pt x="843" y="8464"/>
                    <a:pt x="3371" y="6772"/>
                  </a:cubicBezTo>
                  <a:cubicBezTo>
                    <a:pt x="5899" y="5079"/>
                    <a:pt x="6742" y="3386"/>
                    <a:pt x="9270" y="1693"/>
                  </a:cubicBezTo>
                  <a:cubicBezTo>
                    <a:pt x="11798" y="0"/>
                    <a:pt x="15169" y="0"/>
                    <a:pt x="18540" y="0"/>
                  </a:cubicBezTo>
                  <a:cubicBezTo>
                    <a:pt x="21911" y="0"/>
                    <a:pt x="25282" y="0"/>
                    <a:pt x="27811" y="1693"/>
                  </a:cubicBezTo>
                  <a:cubicBezTo>
                    <a:pt x="30339" y="3386"/>
                    <a:pt x="32867" y="5079"/>
                    <a:pt x="33710" y="6772"/>
                  </a:cubicBezTo>
                  <a:cubicBezTo>
                    <a:pt x="34553" y="8464"/>
                    <a:pt x="36238" y="11850"/>
                    <a:pt x="36238" y="14390"/>
                  </a:cubicBezTo>
                  <a:lnTo>
                    <a:pt x="26125" y="14390"/>
                  </a:lnTo>
                  <a:cubicBezTo>
                    <a:pt x="26125" y="11850"/>
                    <a:pt x="26125" y="10157"/>
                    <a:pt x="24440" y="9311"/>
                  </a:cubicBezTo>
                  <a:cubicBezTo>
                    <a:pt x="22754" y="8464"/>
                    <a:pt x="21069" y="7618"/>
                    <a:pt x="18540" y="7618"/>
                  </a:cubicBezTo>
                  <a:cubicBezTo>
                    <a:pt x="16012" y="7618"/>
                    <a:pt x="14327" y="7618"/>
                    <a:pt x="12641" y="9311"/>
                  </a:cubicBezTo>
                  <a:cubicBezTo>
                    <a:pt x="10956" y="11004"/>
                    <a:pt x="10956" y="11850"/>
                    <a:pt x="10956" y="13543"/>
                  </a:cubicBezTo>
                  <a:cubicBezTo>
                    <a:pt x="10956" y="15236"/>
                    <a:pt x="10956" y="16082"/>
                    <a:pt x="13484" y="17775"/>
                  </a:cubicBezTo>
                  <a:cubicBezTo>
                    <a:pt x="16012" y="19468"/>
                    <a:pt x="17698" y="19468"/>
                    <a:pt x="20226" y="21161"/>
                  </a:cubicBezTo>
                  <a:cubicBezTo>
                    <a:pt x="26125" y="22854"/>
                    <a:pt x="30339" y="24547"/>
                    <a:pt x="32867" y="27086"/>
                  </a:cubicBezTo>
                  <a:cubicBezTo>
                    <a:pt x="35395" y="29626"/>
                    <a:pt x="37081" y="33011"/>
                    <a:pt x="37081" y="36397"/>
                  </a:cubicBezTo>
                  <a:cubicBezTo>
                    <a:pt x="37081" y="39783"/>
                    <a:pt x="35395" y="44015"/>
                    <a:pt x="32024" y="46554"/>
                  </a:cubicBezTo>
                  <a:cubicBezTo>
                    <a:pt x="28653" y="49094"/>
                    <a:pt x="24440" y="49940"/>
                    <a:pt x="19383" y="49940"/>
                  </a:cubicBezTo>
                  <a:cubicBezTo>
                    <a:pt x="14327" y="49940"/>
                    <a:pt x="12641" y="49940"/>
                    <a:pt x="9270" y="48247"/>
                  </a:cubicBezTo>
                  <a:cubicBezTo>
                    <a:pt x="5899" y="46554"/>
                    <a:pt x="4214" y="44862"/>
                    <a:pt x="2528" y="42322"/>
                  </a:cubicBezTo>
                  <a:cubicBezTo>
                    <a:pt x="843" y="39783"/>
                    <a:pt x="0" y="37244"/>
                    <a:pt x="0" y="33858"/>
                  </a:cubicBezTo>
                  <a:lnTo>
                    <a:pt x="10113" y="33858"/>
                  </a:lnTo>
                  <a:cubicBezTo>
                    <a:pt x="10113" y="38936"/>
                    <a:pt x="13484" y="41476"/>
                    <a:pt x="19383" y="41476"/>
                  </a:cubicBezTo>
                  <a:cubicBezTo>
                    <a:pt x="25282" y="41476"/>
                    <a:pt x="23597" y="41476"/>
                    <a:pt x="25282" y="39783"/>
                  </a:cubicBezTo>
                  <a:cubicBezTo>
                    <a:pt x="26968" y="38090"/>
                    <a:pt x="26968" y="37244"/>
                    <a:pt x="26968" y="3555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50"/>
            <p:cNvSpPr/>
            <p:nvPr/>
          </p:nvSpPr>
          <p:spPr>
            <a:xfrm>
              <a:off x="7112567" y="2199925"/>
              <a:ext cx="38766" cy="47400"/>
            </a:xfrm>
            <a:custGeom>
              <a:avLst/>
              <a:gdLst/>
              <a:ahLst/>
              <a:cxnLst/>
              <a:rect l="l" t="t" r="r" b="b"/>
              <a:pathLst>
                <a:path w="38766" h="47400" extrusionOk="0">
                  <a:moveTo>
                    <a:pt x="38766" y="7618"/>
                  </a:moveTo>
                  <a:lnTo>
                    <a:pt x="24440" y="7618"/>
                  </a:lnTo>
                  <a:lnTo>
                    <a:pt x="24440" y="47401"/>
                  </a:lnTo>
                  <a:lnTo>
                    <a:pt x="14327" y="47401"/>
                  </a:lnTo>
                  <a:lnTo>
                    <a:pt x="14327" y="7618"/>
                  </a:lnTo>
                  <a:lnTo>
                    <a:pt x="0" y="7618"/>
                  </a:lnTo>
                  <a:lnTo>
                    <a:pt x="0" y="0"/>
                  </a:lnTo>
                  <a:lnTo>
                    <a:pt x="38766" y="0"/>
                  </a:lnTo>
                  <a:lnTo>
                    <a:pt x="38766" y="761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50"/>
            <p:cNvSpPr/>
            <p:nvPr/>
          </p:nvSpPr>
          <p:spPr>
            <a:xfrm>
              <a:off x="7163132" y="2199925"/>
              <a:ext cx="36238" cy="48247"/>
            </a:xfrm>
            <a:custGeom>
              <a:avLst/>
              <a:gdLst/>
              <a:ahLst/>
              <a:cxnLst/>
              <a:rect l="l" t="t" r="r" b="b"/>
              <a:pathLst>
                <a:path w="36238" h="48247" extrusionOk="0">
                  <a:moveTo>
                    <a:pt x="17698" y="30472"/>
                  </a:moveTo>
                  <a:lnTo>
                    <a:pt x="10113" y="30472"/>
                  </a:lnTo>
                  <a:lnTo>
                    <a:pt x="10113" y="48247"/>
                  </a:lnTo>
                  <a:lnTo>
                    <a:pt x="0" y="48247"/>
                  </a:lnTo>
                  <a:lnTo>
                    <a:pt x="0" y="0"/>
                  </a:lnTo>
                  <a:lnTo>
                    <a:pt x="17698" y="0"/>
                  </a:lnTo>
                  <a:cubicBezTo>
                    <a:pt x="23597" y="0"/>
                    <a:pt x="27811" y="846"/>
                    <a:pt x="31182" y="3386"/>
                  </a:cubicBezTo>
                  <a:cubicBezTo>
                    <a:pt x="34553" y="5925"/>
                    <a:pt x="35395" y="9311"/>
                    <a:pt x="35395" y="14390"/>
                  </a:cubicBezTo>
                  <a:cubicBezTo>
                    <a:pt x="35395" y="19468"/>
                    <a:pt x="35395" y="20315"/>
                    <a:pt x="32867" y="22854"/>
                  </a:cubicBezTo>
                  <a:cubicBezTo>
                    <a:pt x="30339" y="25393"/>
                    <a:pt x="29496" y="27086"/>
                    <a:pt x="26125" y="27933"/>
                  </a:cubicBezTo>
                  <a:lnTo>
                    <a:pt x="36238" y="47401"/>
                  </a:lnTo>
                  <a:lnTo>
                    <a:pt x="36238" y="47401"/>
                  </a:lnTo>
                  <a:cubicBezTo>
                    <a:pt x="36238" y="47401"/>
                    <a:pt x="25282" y="47401"/>
                    <a:pt x="25282" y="47401"/>
                  </a:cubicBezTo>
                  <a:lnTo>
                    <a:pt x="16012" y="29626"/>
                  </a:lnTo>
                  <a:close/>
                  <a:moveTo>
                    <a:pt x="10113" y="22854"/>
                  </a:moveTo>
                  <a:lnTo>
                    <a:pt x="17698" y="22854"/>
                  </a:lnTo>
                  <a:cubicBezTo>
                    <a:pt x="20226" y="22854"/>
                    <a:pt x="21911" y="22854"/>
                    <a:pt x="23597" y="21161"/>
                  </a:cubicBezTo>
                  <a:cubicBezTo>
                    <a:pt x="25282" y="19468"/>
                    <a:pt x="25282" y="17775"/>
                    <a:pt x="25282" y="16082"/>
                  </a:cubicBezTo>
                  <a:cubicBezTo>
                    <a:pt x="25282" y="14390"/>
                    <a:pt x="25282" y="11850"/>
                    <a:pt x="23597" y="11004"/>
                  </a:cubicBezTo>
                  <a:cubicBezTo>
                    <a:pt x="21911" y="10157"/>
                    <a:pt x="20226" y="9311"/>
                    <a:pt x="17698" y="9311"/>
                  </a:cubicBezTo>
                  <a:lnTo>
                    <a:pt x="10113" y="9311"/>
                  </a:lnTo>
                  <a:lnTo>
                    <a:pt x="10113" y="2370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50"/>
            <p:cNvSpPr/>
            <p:nvPr/>
          </p:nvSpPr>
          <p:spPr>
            <a:xfrm>
              <a:off x="7212011" y="2199079"/>
              <a:ext cx="32024" cy="48247"/>
            </a:xfrm>
            <a:custGeom>
              <a:avLst/>
              <a:gdLst/>
              <a:ahLst/>
              <a:cxnLst/>
              <a:rect l="l" t="t" r="r" b="b"/>
              <a:pathLst>
                <a:path w="32024" h="48247" extrusionOk="0">
                  <a:moveTo>
                    <a:pt x="28653" y="27933"/>
                  </a:moveTo>
                  <a:lnTo>
                    <a:pt x="10113" y="27933"/>
                  </a:lnTo>
                  <a:lnTo>
                    <a:pt x="10113" y="40629"/>
                  </a:lnTo>
                  <a:lnTo>
                    <a:pt x="32024" y="40629"/>
                  </a:lnTo>
                  <a:lnTo>
                    <a:pt x="32024" y="48247"/>
                  </a:lnTo>
                  <a:lnTo>
                    <a:pt x="0" y="48247"/>
                  </a:lnTo>
                  <a:lnTo>
                    <a:pt x="0" y="0"/>
                  </a:lnTo>
                  <a:lnTo>
                    <a:pt x="32024" y="0"/>
                  </a:lnTo>
                  <a:lnTo>
                    <a:pt x="32024" y="7618"/>
                  </a:lnTo>
                  <a:lnTo>
                    <a:pt x="10113" y="7618"/>
                  </a:lnTo>
                  <a:lnTo>
                    <a:pt x="10113" y="19468"/>
                  </a:lnTo>
                  <a:lnTo>
                    <a:pt x="28653" y="19468"/>
                  </a:lnTo>
                  <a:lnTo>
                    <a:pt x="28653" y="2708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50"/>
            <p:cNvSpPr/>
            <p:nvPr/>
          </p:nvSpPr>
          <p:spPr>
            <a:xfrm>
              <a:off x="7255834" y="2199925"/>
              <a:ext cx="39609" cy="48247"/>
            </a:xfrm>
            <a:custGeom>
              <a:avLst/>
              <a:gdLst/>
              <a:ahLst/>
              <a:cxnLst/>
              <a:rect l="l" t="t" r="r" b="b"/>
              <a:pathLst>
                <a:path w="39609" h="48247" extrusionOk="0">
                  <a:moveTo>
                    <a:pt x="39609" y="48247"/>
                  </a:moveTo>
                  <a:lnTo>
                    <a:pt x="29496" y="48247"/>
                  </a:lnTo>
                  <a:lnTo>
                    <a:pt x="10113" y="16929"/>
                  </a:lnTo>
                  <a:lnTo>
                    <a:pt x="10113" y="48247"/>
                  </a:lnTo>
                  <a:lnTo>
                    <a:pt x="0" y="48247"/>
                  </a:lnTo>
                  <a:lnTo>
                    <a:pt x="0" y="0"/>
                  </a:lnTo>
                  <a:lnTo>
                    <a:pt x="10113" y="0"/>
                  </a:lnTo>
                  <a:lnTo>
                    <a:pt x="29496" y="32165"/>
                  </a:lnTo>
                  <a:lnTo>
                    <a:pt x="29496" y="0"/>
                  </a:lnTo>
                  <a:lnTo>
                    <a:pt x="39609" y="0"/>
                  </a:lnTo>
                  <a:lnTo>
                    <a:pt x="39609" y="4824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50"/>
            <p:cNvSpPr/>
            <p:nvPr/>
          </p:nvSpPr>
          <p:spPr>
            <a:xfrm>
              <a:off x="7308084" y="2199925"/>
              <a:ext cx="39609" cy="49093"/>
            </a:xfrm>
            <a:custGeom>
              <a:avLst/>
              <a:gdLst/>
              <a:ahLst/>
              <a:cxnLst/>
              <a:rect l="l" t="t" r="r" b="b"/>
              <a:pathLst>
                <a:path w="39609" h="49093" extrusionOk="0">
                  <a:moveTo>
                    <a:pt x="39609" y="42322"/>
                  </a:moveTo>
                  <a:cubicBezTo>
                    <a:pt x="37924" y="44861"/>
                    <a:pt x="35395" y="45708"/>
                    <a:pt x="32024" y="47401"/>
                  </a:cubicBezTo>
                  <a:cubicBezTo>
                    <a:pt x="28653" y="49094"/>
                    <a:pt x="25282" y="49094"/>
                    <a:pt x="21069" y="49094"/>
                  </a:cubicBezTo>
                  <a:cubicBezTo>
                    <a:pt x="16855" y="49094"/>
                    <a:pt x="13484" y="48247"/>
                    <a:pt x="10113" y="46554"/>
                  </a:cubicBezTo>
                  <a:cubicBezTo>
                    <a:pt x="6742" y="44861"/>
                    <a:pt x="4214" y="42322"/>
                    <a:pt x="2528" y="38936"/>
                  </a:cubicBezTo>
                  <a:cubicBezTo>
                    <a:pt x="843" y="35551"/>
                    <a:pt x="0" y="31318"/>
                    <a:pt x="0" y="27086"/>
                  </a:cubicBezTo>
                  <a:lnTo>
                    <a:pt x="0" y="23700"/>
                  </a:lnTo>
                  <a:cubicBezTo>
                    <a:pt x="0" y="18622"/>
                    <a:pt x="0" y="14390"/>
                    <a:pt x="2528" y="11004"/>
                  </a:cubicBezTo>
                  <a:cubicBezTo>
                    <a:pt x="5057" y="7618"/>
                    <a:pt x="6742" y="5079"/>
                    <a:pt x="9270" y="2539"/>
                  </a:cubicBezTo>
                  <a:cubicBezTo>
                    <a:pt x="11799" y="0"/>
                    <a:pt x="16012" y="0"/>
                    <a:pt x="20226" y="0"/>
                  </a:cubicBezTo>
                  <a:cubicBezTo>
                    <a:pt x="24440" y="0"/>
                    <a:pt x="30339" y="1693"/>
                    <a:pt x="33710" y="4232"/>
                  </a:cubicBezTo>
                  <a:cubicBezTo>
                    <a:pt x="37081" y="6772"/>
                    <a:pt x="38766" y="11004"/>
                    <a:pt x="39609" y="16082"/>
                  </a:cubicBezTo>
                  <a:lnTo>
                    <a:pt x="30339" y="16082"/>
                  </a:lnTo>
                  <a:cubicBezTo>
                    <a:pt x="30339" y="13543"/>
                    <a:pt x="28653" y="11004"/>
                    <a:pt x="27811" y="10157"/>
                  </a:cubicBezTo>
                  <a:cubicBezTo>
                    <a:pt x="26968" y="9311"/>
                    <a:pt x="24440" y="8464"/>
                    <a:pt x="21911" y="8464"/>
                  </a:cubicBezTo>
                  <a:cubicBezTo>
                    <a:pt x="19383" y="8464"/>
                    <a:pt x="16012" y="9311"/>
                    <a:pt x="14327" y="11850"/>
                  </a:cubicBezTo>
                  <a:cubicBezTo>
                    <a:pt x="12641" y="14390"/>
                    <a:pt x="11799" y="17775"/>
                    <a:pt x="11799" y="22854"/>
                  </a:cubicBezTo>
                  <a:lnTo>
                    <a:pt x="11799" y="26240"/>
                  </a:lnTo>
                  <a:cubicBezTo>
                    <a:pt x="11799" y="31318"/>
                    <a:pt x="12641" y="34704"/>
                    <a:pt x="14327" y="38090"/>
                  </a:cubicBezTo>
                  <a:cubicBezTo>
                    <a:pt x="16012" y="41476"/>
                    <a:pt x="19383" y="42322"/>
                    <a:pt x="22754" y="42322"/>
                  </a:cubicBezTo>
                  <a:cubicBezTo>
                    <a:pt x="26125" y="42322"/>
                    <a:pt x="29496" y="42322"/>
                    <a:pt x="30339" y="39783"/>
                  </a:cubicBezTo>
                  <a:lnTo>
                    <a:pt x="30339" y="31318"/>
                  </a:lnTo>
                  <a:lnTo>
                    <a:pt x="21069" y="31318"/>
                  </a:lnTo>
                  <a:lnTo>
                    <a:pt x="21069" y="23700"/>
                  </a:lnTo>
                  <a:lnTo>
                    <a:pt x="39609" y="23700"/>
                  </a:lnTo>
                  <a:lnTo>
                    <a:pt x="39609" y="4316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50"/>
            <p:cNvSpPr/>
            <p:nvPr/>
          </p:nvSpPr>
          <p:spPr>
            <a:xfrm>
              <a:off x="7405627" y="2199925"/>
              <a:ext cx="39609" cy="48247"/>
            </a:xfrm>
            <a:custGeom>
              <a:avLst/>
              <a:gdLst/>
              <a:ahLst/>
              <a:cxnLst/>
              <a:rect l="l" t="t" r="r" b="b"/>
              <a:pathLst>
                <a:path w="39609" h="48247" extrusionOk="0">
                  <a:moveTo>
                    <a:pt x="39609" y="48247"/>
                  </a:moveTo>
                  <a:lnTo>
                    <a:pt x="29496" y="48247"/>
                  </a:lnTo>
                  <a:lnTo>
                    <a:pt x="29496" y="27933"/>
                  </a:lnTo>
                  <a:lnTo>
                    <a:pt x="10113" y="27933"/>
                  </a:lnTo>
                  <a:lnTo>
                    <a:pt x="10113" y="48247"/>
                  </a:lnTo>
                  <a:lnTo>
                    <a:pt x="0" y="48247"/>
                  </a:lnTo>
                  <a:lnTo>
                    <a:pt x="0" y="0"/>
                  </a:lnTo>
                  <a:lnTo>
                    <a:pt x="10113" y="0"/>
                  </a:lnTo>
                  <a:lnTo>
                    <a:pt x="10113" y="19468"/>
                  </a:lnTo>
                  <a:lnTo>
                    <a:pt x="29496" y="19468"/>
                  </a:lnTo>
                  <a:lnTo>
                    <a:pt x="29496" y="0"/>
                  </a:lnTo>
                  <a:lnTo>
                    <a:pt x="39609" y="0"/>
                  </a:lnTo>
                  <a:lnTo>
                    <a:pt x="39609" y="4824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50"/>
            <p:cNvSpPr/>
            <p:nvPr/>
          </p:nvSpPr>
          <p:spPr>
            <a:xfrm>
              <a:off x="7354592" y="2199925"/>
              <a:ext cx="38766" cy="47400"/>
            </a:xfrm>
            <a:custGeom>
              <a:avLst/>
              <a:gdLst/>
              <a:ahLst/>
              <a:cxnLst/>
              <a:rect l="l" t="t" r="r" b="b"/>
              <a:pathLst>
                <a:path w="38766" h="47400" extrusionOk="0">
                  <a:moveTo>
                    <a:pt x="38766" y="7618"/>
                  </a:moveTo>
                  <a:lnTo>
                    <a:pt x="24440" y="7618"/>
                  </a:lnTo>
                  <a:lnTo>
                    <a:pt x="24440" y="47401"/>
                  </a:lnTo>
                  <a:lnTo>
                    <a:pt x="14327" y="47401"/>
                  </a:lnTo>
                  <a:lnTo>
                    <a:pt x="14327" y="7618"/>
                  </a:lnTo>
                  <a:lnTo>
                    <a:pt x="0" y="7618"/>
                  </a:lnTo>
                  <a:lnTo>
                    <a:pt x="0" y="0"/>
                  </a:lnTo>
                  <a:lnTo>
                    <a:pt x="38766" y="0"/>
                  </a:lnTo>
                  <a:lnTo>
                    <a:pt x="38766" y="761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2" name="Google Shape;992;p50"/>
            <p:cNvSpPr/>
            <p:nvPr/>
          </p:nvSpPr>
          <p:spPr>
            <a:xfrm>
              <a:off x="7457446" y="2199079"/>
              <a:ext cx="37080" cy="49940"/>
            </a:xfrm>
            <a:custGeom>
              <a:avLst/>
              <a:gdLst/>
              <a:ahLst/>
              <a:cxnLst/>
              <a:rect l="l" t="t" r="r" b="b"/>
              <a:pathLst>
                <a:path w="37080" h="49940" extrusionOk="0">
                  <a:moveTo>
                    <a:pt x="26125" y="36397"/>
                  </a:moveTo>
                  <a:cubicBezTo>
                    <a:pt x="26125" y="34704"/>
                    <a:pt x="26125" y="33011"/>
                    <a:pt x="24440" y="32165"/>
                  </a:cubicBezTo>
                  <a:cubicBezTo>
                    <a:pt x="22754" y="31318"/>
                    <a:pt x="21069" y="30472"/>
                    <a:pt x="17698" y="28779"/>
                  </a:cubicBezTo>
                  <a:cubicBezTo>
                    <a:pt x="14327" y="27086"/>
                    <a:pt x="11798" y="26240"/>
                    <a:pt x="9270" y="25393"/>
                  </a:cubicBezTo>
                  <a:cubicBezTo>
                    <a:pt x="4214" y="22854"/>
                    <a:pt x="843" y="18622"/>
                    <a:pt x="843" y="13543"/>
                  </a:cubicBezTo>
                  <a:cubicBezTo>
                    <a:pt x="843" y="8464"/>
                    <a:pt x="843" y="8464"/>
                    <a:pt x="3371" y="6772"/>
                  </a:cubicBezTo>
                  <a:cubicBezTo>
                    <a:pt x="5899" y="5079"/>
                    <a:pt x="6742" y="3386"/>
                    <a:pt x="9270" y="1693"/>
                  </a:cubicBezTo>
                  <a:cubicBezTo>
                    <a:pt x="11798" y="0"/>
                    <a:pt x="15169" y="0"/>
                    <a:pt x="18540" y="0"/>
                  </a:cubicBezTo>
                  <a:cubicBezTo>
                    <a:pt x="21911" y="0"/>
                    <a:pt x="25282" y="0"/>
                    <a:pt x="27811" y="1693"/>
                  </a:cubicBezTo>
                  <a:cubicBezTo>
                    <a:pt x="30339" y="3386"/>
                    <a:pt x="32867" y="5079"/>
                    <a:pt x="33710" y="6772"/>
                  </a:cubicBezTo>
                  <a:cubicBezTo>
                    <a:pt x="34553" y="8464"/>
                    <a:pt x="36238" y="11850"/>
                    <a:pt x="36238" y="14390"/>
                  </a:cubicBezTo>
                  <a:lnTo>
                    <a:pt x="26125" y="14390"/>
                  </a:lnTo>
                  <a:cubicBezTo>
                    <a:pt x="26125" y="11850"/>
                    <a:pt x="26125" y="10157"/>
                    <a:pt x="24440" y="9311"/>
                  </a:cubicBezTo>
                  <a:cubicBezTo>
                    <a:pt x="22754" y="8464"/>
                    <a:pt x="21069" y="7618"/>
                    <a:pt x="18540" y="7618"/>
                  </a:cubicBezTo>
                  <a:cubicBezTo>
                    <a:pt x="16012" y="7618"/>
                    <a:pt x="14327" y="7618"/>
                    <a:pt x="12641" y="9311"/>
                  </a:cubicBezTo>
                  <a:cubicBezTo>
                    <a:pt x="10956" y="11004"/>
                    <a:pt x="10956" y="11850"/>
                    <a:pt x="10956" y="13543"/>
                  </a:cubicBezTo>
                  <a:cubicBezTo>
                    <a:pt x="10956" y="15236"/>
                    <a:pt x="10956" y="16082"/>
                    <a:pt x="13484" y="17775"/>
                  </a:cubicBezTo>
                  <a:cubicBezTo>
                    <a:pt x="16012" y="19468"/>
                    <a:pt x="17698" y="19468"/>
                    <a:pt x="20226" y="21161"/>
                  </a:cubicBezTo>
                  <a:cubicBezTo>
                    <a:pt x="26125" y="22854"/>
                    <a:pt x="30339" y="24547"/>
                    <a:pt x="32867" y="27086"/>
                  </a:cubicBezTo>
                  <a:cubicBezTo>
                    <a:pt x="35395" y="29626"/>
                    <a:pt x="37081" y="33011"/>
                    <a:pt x="37081" y="36397"/>
                  </a:cubicBezTo>
                  <a:cubicBezTo>
                    <a:pt x="37081" y="39783"/>
                    <a:pt x="35395" y="44015"/>
                    <a:pt x="32024" y="46554"/>
                  </a:cubicBezTo>
                  <a:cubicBezTo>
                    <a:pt x="28653" y="49094"/>
                    <a:pt x="24440" y="49940"/>
                    <a:pt x="19383" y="49940"/>
                  </a:cubicBezTo>
                  <a:cubicBezTo>
                    <a:pt x="14327" y="49940"/>
                    <a:pt x="12641" y="49940"/>
                    <a:pt x="9270" y="48247"/>
                  </a:cubicBezTo>
                  <a:cubicBezTo>
                    <a:pt x="5899" y="46554"/>
                    <a:pt x="4214" y="44862"/>
                    <a:pt x="2528" y="42322"/>
                  </a:cubicBezTo>
                  <a:cubicBezTo>
                    <a:pt x="843" y="39783"/>
                    <a:pt x="0" y="37244"/>
                    <a:pt x="0" y="33858"/>
                  </a:cubicBezTo>
                  <a:lnTo>
                    <a:pt x="10113" y="33858"/>
                  </a:lnTo>
                  <a:cubicBezTo>
                    <a:pt x="10113" y="38936"/>
                    <a:pt x="13484" y="41476"/>
                    <a:pt x="19383" y="41476"/>
                  </a:cubicBezTo>
                  <a:cubicBezTo>
                    <a:pt x="25282" y="41476"/>
                    <a:pt x="23597" y="41476"/>
                    <a:pt x="25282" y="39783"/>
                  </a:cubicBezTo>
                  <a:cubicBezTo>
                    <a:pt x="26968" y="38090"/>
                    <a:pt x="26968" y="37244"/>
                    <a:pt x="26968" y="3555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3" name="Google Shape;993;p50"/>
            <p:cNvSpPr/>
            <p:nvPr/>
          </p:nvSpPr>
          <p:spPr>
            <a:xfrm>
              <a:off x="7737042" y="1507535"/>
              <a:ext cx="40451" cy="259858"/>
            </a:xfrm>
            <a:custGeom>
              <a:avLst/>
              <a:gdLst/>
              <a:ahLst/>
              <a:cxnLst/>
              <a:rect l="l" t="t" r="r" b="b"/>
              <a:pathLst>
                <a:path w="40451" h="259858" extrusionOk="0">
                  <a:moveTo>
                    <a:pt x="0" y="0"/>
                  </a:moveTo>
                  <a:lnTo>
                    <a:pt x="40452" y="0"/>
                  </a:lnTo>
                  <a:lnTo>
                    <a:pt x="36238" y="259858"/>
                  </a:lnTo>
                  <a:lnTo>
                    <a:pt x="5899" y="259858"/>
                  </a:lnTo>
                  <a:lnTo>
                    <a:pt x="0" y="0"/>
                  </a:lnTo>
                  <a:close/>
                </a:path>
              </a:pathLst>
            </a:custGeom>
            <a:solidFill>
              <a:srgbClr val="678DC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50"/>
            <p:cNvSpPr/>
            <p:nvPr/>
          </p:nvSpPr>
          <p:spPr>
            <a:xfrm>
              <a:off x="7737042" y="1814793"/>
              <a:ext cx="40451" cy="260704"/>
            </a:xfrm>
            <a:custGeom>
              <a:avLst/>
              <a:gdLst/>
              <a:ahLst/>
              <a:cxnLst/>
              <a:rect l="l" t="t" r="r" b="b"/>
              <a:pathLst>
                <a:path w="40451" h="260704" extrusionOk="0">
                  <a:moveTo>
                    <a:pt x="40452" y="260705"/>
                  </a:moveTo>
                  <a:lnTo>
                    <a:pt x="0" y="260705"/>
                  </a:lnTo>
                  <a:lnTo>
                    <a:pt x="5056" y="0"/>
                  </a:lnTo>
                  <a:lnTo>
                    <a:pt x="35395" y="0"/>
                  </a:lnTo>
                  <a:lnTo>
                    <a:pt x="40452" y="260705"/>
                  </a:lnTo>
                  <a:close/>
                </a:path>
              </a:pathLst>
            </a:custGeom>
            <a:solidFill>
              <a:srgbClr val="68AE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50"/>
            <p:cNvSpPr/>
            <p:nvPr/>
          </p:nvSpPr>
          <p:spPr>
            <a:xfrm rot="10800000">
              <a:off x="7497702" y="1759775"/>
              <a:ext cx="292433" cy="11850"/>
            </a:xfrm>
            <a:custGeom>
              <a:avLst/>
              <a:gdLst/>
              <a:ahLst/>
              <a:cxnLst/>
              <a:rect l="l" t="t" r="r" b="b"/>
              <a:pathLst>
                <a:path w="292433" h="11850" extrusionOk="0">
                  <a:moveTo>
                    <a:pt x="0" y="0"/>
                  </a:moveTo>
                  <a:lnTo>
                    <a:pt x="292433" y="0"/>
                  </a:lnTo>
                  <a:lnTo>
                    <a:pt x="292433" y="11850"/>
                  </a:lnTo>
                  <a:lnTo>
                    <a:pt x="0" y="11850"/>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6" name="Google Shape;996;p50"/>
            <p:cNvSpPr/>
            <p:nvPr/>
          </p:nvSpPr>
          <p:spPr>
            <a:xfrm rot="10800000">
              <a:off x="7723558" y="1810561"/>
              <a:ext cx="292433" cy="11850"/>
            </a:xfrm>
            <a:custGeom>
              <a:avLst/>
              <a:gdLst/>
              <a:ahLst/>
              <a:cxnLst/>
              <a:rect l="l" t="t" r="r" b="b"/>
              <a:pathLst>
                <a:path w="292433" h="11850" extrusionOk="0">
                  <a:moveTo>
                    <a:pt x="0" y="0"/>
                  </a:moveTo>
                  <a:lnTo>
                    <a:pt x="292433" y="0"/>
                  </a:lnTo>
                  <a:lnTo>
                    <a:pt x="292433" y="11850"/>
                  </a:lnTo>
                  <a:lnTo>
                    <a:pt x="0" y="11850"/>
                  </a:ln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50"/>
            <p:cNvSpPr/>
            <p:nvPr/>
          </p:nvSpPr>
          <p:spPr>
            <a:xfrm>
              <a:off x="7699119" y="1576096"/>
              <a:ext cx="270521" cy="195528"/>
            </a:xfrm>
            <a:custGeom>
              <a:avLst/>
              <a:gdLst/>
              <a:ahLst/>
              <a:cxnLst/>
              <a:rect l="l" t="t" r="r" b="b"/>
              <a:pathLst>
                <a:path w="270521" h="195528" extrusionOk="0">
                  <a:moveTo>
                    <a:pt x="244397" y="0"/>
                  </a:moveTo>
                  <a:lnTo>
                    <a:pt x="75004" y="185371"/>
                  </a:lnTo>
                  <a:lnTo>
                    <a:pt x="41295" y="185371"/>
                  </a:lnTo>
                  <a:cubicBezTo>
                    <a:pt x="41295" y="185371"/>
                    <a:pt x="39609" y="183678"/>
                    <a:pt x="39609" y="183678"/>
                  </a:cubicBezTo>
                  <a:lnTo>
                    <a:pt x="0" y="183678"/>
                  </a:lnTo>
                  <a:lnTo>
                    <a:pt x="1685" y="185371"/>
                  </a:lnTo>
                  <a:cubicBezTo>
                    <a:pt x="8427" y="192143"/>
                    <a:pt x="16855" y="195528"/>
                    <a:pt x="25282" y="195528"/>
                  </a:cubicBezTo>
                  <a:lnTo>
                    <a:pt x="91017" y="195528"/>
                  </a:lnTo>
                  <a:cubicBezTo>
                    <a:pt x="100287" y="195528"/>
                    <a:pt x="108714" y="192143"/>
                    <a:pt x="114614" y="185371"/>
                  </a:cubicBezTo>
                  <a:lnTo>
                    <a:pt x="270522" y="27086"/>
                  </a:lnTo>
                  <a:lnTo>
                    <a:pt x="243554" y="846"/>
                  </a:lnTo>
                  <a:close/>
                </a:path>
              </a:pathLst>
            </a:custGeom>
            <a:solidFill>
              <a:srgbClr val="9BDB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50"/>
            <p:cNvSpPr/>
            <p:nvPr/>
          </p:nvSpPr>
          <p:spPr>
            <a:xfrm>
              <a:off x="7544896" y="1576096"/>
              <a:ext cx="193831" cy="183678"/>
            </a:xfrm>
            <a:custGeom>
              <a:avLst/>
              <a:gdLst/>
              <a:ahLst/>
              <a:cxnLst/>
              <a:rect l="l" t="t" r="r" b="b"/>
              <a:pathLst>
                <a:path w="193831" h="183678" extrusionOk="0">
                  <a:moveTo>
                    <a:pt x="26125" y="0"/>
                  </a:moveTo>
                  <a:lnTo>
                    <a:pt x="0" y="27086"/>
                  </a:lnTo>
                  <a:lnTo>
                    <a:pt x="154223" y="183678"/>
                  </a:lnTo>
                  <a:lnTo>
                    <a:pt x="193832" y="183678"/>
                  </a:lnTo>
                  <a:lnTo>
                    <a:pt x="26125" y="0"/>
                  </a:lnTo>
                  <a:close/>
                </a:path>
              </a:pathLst>
            </a:custGeom>
            <a:solidFill>
              <a:srgbClr val="83AB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9" name="Google Shape;999;p50"/>
            <p:cNvSpPr/>
            <p:nvPr/>
          </p:nvSpPr>
          <p:spPr>
            <a:xfrm>
              <a:off x="7544896" y="1810561"/>
              <a:ext cx="270521" cy="194681"/>
            </a:xfrm>
            <a:custGeom>
              <a:avLst/>
              <a:gdLst/>
              <a:ahLst/>
              <a:cxnLst/>
              <a:rect l="l" t="t" r="r" b="b"/>
              <a:pathLst>
                <a:path w="270521" h="194681" extrusionOk="0">
                  <a:moveTo>
                    <a:pt x="230913" y="11850"/>
                  </a:moveTo>
                  <a:lnTo>
                    <a:pt x="270522" y="11850"/>
                  </a:lnTo>
                  <a:lnTo>
                    <a:pt x="268836" y="10157"/>
                  </a:lnTo>
                  <a:cubicBezTo>
                    <a:pt x="262094" y="3386"/>
                    <a:pt x="253667" y="0"/>
                    <a:pt x="245239" y="0"/>
                  </a:cubicBezTo>
                  <a:lnTo>
                    <a:pt x="179505" y="0"/>
                  </a:lnTo>
                  <a:cubicBezTo>
                    <a:pt x="170235" y="0"/>
                    <a:pt x="161807" y="3386"/>
                    <a:pt x="155908" y="10157"/>
                  </a:cubicBezTo>
                  <a:lnTo>
                    <a:pt x="0" y="168442"/>
                  </a:lnTo>
                  <a:lnTo>
                    <a:pt x="26968" y="194682"/>
                  </a:lnTo>
                  <a:lnTo>
                    <a:pt x="196360" y="9311"/>
                  </a:lnTo>
                  <a:lnTo>
                    <a:pt x="230070" y="9311"/>
                  </a:lnTo>
                  <a:cubicBezTo>
                    <a:pt x="230070" y="9311"/>
                    <a:pt x="231755" y="11004"/>
                    <a:pt x="231755" y="11004"/>
                  </a:cubicBezTo>
                  <a:close/>
                </a:path>
              </a:pathLst>
            </a:custGeom>
            <a:solidFill>
              <a:srgbClr val="86CCA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0" name="Google Shape;1000;p50"/>
            <p:cNvSpPr/>
            <p:nvPr/>
          </p:nvSpPr>
          <p:spPr>
            <a:xfrm>
              <a:off x="7775809" y="1822411"/>
              <a:ext cx="194674" cy="183678"/>
            </a:xfrm>
            <a:custGeom>
              <a:avLst/>
              <a:gdLst/>
              <a:ahLst/>
              <a:cxnLst/>
              <a:rect l="l" t="t" r="r" b="b"/>
              <a:pathLst>
                <a:path w="194674" h="183678" extrusionOk="0">
                  <a:moveTo>
                    <a:pt x="167707" y="183678"/>
                  </a:moveTo>
                  <a:lnTo>
                    <a:pt x="194675" y="157438"/>
                  </a:lnTo>
                  <a:lnTo>
                    <a:pt x="39609" y="0"/>
                  </a:lnTo>
                  <a:lnTo>
                    <a:pt x="0" y="0"/>
                  </a:lnTo>
                  <a:lnTo>
                    <a:pt x="167707" y="183678"/>
                  </a:lnTo>
                  <a:close/>
                </a:path>
              </a:pathLst>
            </a:custGeom>
            <a:solidFill>
              <a:srgbClr val="48B74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001" name="Google Shape;1001;p50"/>
          <p:cNvPicPr preferRelativeResize="0"/>
          <p:nvPr/>
        </p:nvPicPr>
        <p:blipFill rotWithShape="1">
          <a:blip r:embed="rId4">
            <a:alphaModFix/>
          </a:blip>
          <a:srcRect/>
          <a:stretch/>
        </p:blipFill>
        <p:spPr>
          <a:xfrm>
            <a:off x="7779464" y="4728124"/>
            <a:ext cx="896225" cy="148675"/>
          </a:xfrm>
          <a:prstGeom prst="rect">
            <a:avLst/>
          </a:prstGeom>
          <a:noFill/>
          <a:ln>
            <a:noFill/>
          </a:ln>
        </p:spPr>
      </p:pic>
    </p:spTree>
  </p:cSld>
  <p:clrMapOvr>
    <a:masterClrMapping/>
  </p:clrMapOvr>
</p:sld>
</file>

<file path=ppt/theme/theme1.xml><?xml version="1.0" encoding="utf-8"?>
<a:theme xmlns:a="http://schemas.openxmlformats.org/drawingml/2006/main" name="SOLVAY Theme">
  <a:themeElements>
    <a:clrScheme name="Solvay">
      <a:dk1>
        <a:srgbClr val="000000"/>
      </a:dk1>
      <a:lt1>
        <a:srgbClr val="FFFFFF"/>
      </a:lt1>
      <a:dk2>
        <a:srgbClr val="000000"/>
      </a:dk2>
      <a:lt2>
        <a:srgbClr val="FFFFFF"/>
      </a:lt2>
      <a:accent1>
        <a:srgbClr val="5495FC"/>
      </a:accent1>
      <a:accent2>
        <a:srgbClr val="7DACED"/>
      </a:accent2>
      <a:accent3>
        <a:srgbClr val="A6CCE7"/>
      </a:accent3>
      <a:accent4>
        <a:srgbClr val="FF6D62"/>
      </a:accent4>
      <a:accent5>
        <a:srgbClr val="F39085"/>
      </a:accent5>
      <a:accent6>
        <a:srgbClr val="E6B2A8"/>
      </a:accent6>
      <a:hlink>
        <a:srgbClr val="5495FC"/>
      </a:hlink>
      <a:folHlink>
        <a:srgbClr val="5495F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071b00d-169a-4403-a466-ef851835948e">
      <Terms xmlns="http://schemas.microsoft.com/office/infopath/2007/PartnerControls"/>
    </lcf76f155ced4ddcb4097134ff3c332f>
    <TaxCatchAll xmlns="315b5453-8dcd-4c39-8cc3-24adc0c558d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066AB8D4095E434AAD3F64AC48696A76" ma:contentTypeVersion="19" ma:contentTypeDescription="Skapa ett nytt dokument." ma:contentTypeScope="" ma:versionID="1c2739762313bddaadd1f8e01b64ae35">
  <xsd:schema xmlns:xsd="http://www.w3.org/2001/XMLSchema" xmlns:xs="http://www.w3.org/2001/XMLSchema" xmlns:p="http://schemas.microsoft.com/office/2006/metadata/properties" xmlns:ns2="8071b00d-169a-4403-a466-ef851835948e" xmlns:ns3="315b5453-8dcd-4c39-8cc3-24adc0c558d5" targetNamespace="http://schemas.microsoft.com/office/2006/metadata/properties" ma:root="true" ma:fieldsID="8e840cb0192f4c4e884b15a99451dd5d" ns2:_="" ns3:_="">
    <xsd:import namespace="8071b00d-169a-4403-a466-ef851835948e"/>
    <xsd:import namespace="315b5453-8dcd-4c39-8cc3-24adc0c558d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71b00d-169a-4403-a466-ef851835948e"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6b2a6239-36ed-4ed1-a895-3ca8a721536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b5453-8dcd-4c39-8cc3-24adc0c558d5" elementFormDefault="qualified">
    <xsd:import namespace="http://schemas.microsoft.com/office/2006/documentManagement/types"/>
    <xsd:import namespace="http://schemas.microsoft.com/office/infopath/2007/PartnerControls"/>
    <xsd:element name="SharedWithUsers" ma:index="7" nillable="true" ma:displayName="Delat med"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8" nillable="true" ma:displayName="Delat med information" ma:internalName="SharedWithDetails" ma:readOnly="true">
      <xsd:simpleType>
        <xsd:restriction base="dms:Note">
          <xsd:maxLength value="255"/>
        </xsd:restriction>
      </xsd:simpleType>
    </xsd:element>
    <xsd:element name="TaxCatchAll" ma:index="15" nillable="true" ma:displayName="Taxonomy Catch All Column" ma:hidden="true" ma:list="{94384b00-5830-4b7e-916c-25e38e08925b}" ma:internalName="TaxCatchAll" ma:showField="CatchAllData" ma:web="315b5453-8dcd-4c39-8cc3-24adc0c558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61F2A6-51DE-4026-8641-34DB2EB018B2}">
  <ds:schemaRefs>
    <ds:schemaRef ds:uri="http://schemas.microsoft.com/office/2006/metadata/properties"/>
    <ds:schemaRef ds:uri="http://schemas.microsoft.com/office/infopath/2007/PartnerControls"/>
    <ds:schemaRef ds:uri="5c0cade6-d705-4529-b376-c0b111f37957"/>
    <ds:schemaRef ds:uri="7781a6fa-07f2-47ca-9e24-7f96473cf234"/>
  </ds:schemaRefs>
</ds:datastoreItem>
</file>

<file path=customXml/itemProps2.xml><?xml version="1.0" encoding="utf-8"?>
<ds:datastoreItem xmlns:ds="http://schemas.openxmlformats.org/officeDocument/2006/customXml" ds:itemID="{233DA9F6-64FE-485A-AC7A-D97EC5118BE8}">
  <ds:schemaRefs>
    <ds:schemaRef ds:uri="http://schemas.microsoft.com/sharepoint/v3/contenttype/forms"/>
  </ds:schemaRefs>
</ds:datastoreItem>
</file>

<file path=customXml/itemProps3.xml><?xml version="1.0" encoding="utf-8"?>
<ds:datastoreItem xmlns:ds="http://schemas.openxmlformats.org/officeDocument/2006/customXml" ds:itemID="{AD5C2940-A653-4DEE-9334-40786EB71047}"/>
</file>

<file path=docProps/app.xml><?xml version="1.0" encoding="utf-8"?>
<Properties xmlns="http://schemas.openxmlformats.org/officeDocument/2006/extended-properties" xmlns:vt="http://schemas.openxmlformats.org/officeDocument/2006/docPropsVTypes">
  <TotalTime>1424</TotalTime>
  <Words>825</Words>
  <Application>Microsoft Office PowerPoint</Application>
  <PresentationFormat>Apresentação na tela (16:9)</PresentationFormat>
  <Paragraphs>115</Paragraphs>
  <Slides>14</Slides>
  <Notes>14</Notes>
  <HiddenSlides>0</HiddenSlides>
  <MMClips>0</MMClips>
  <ScaleCrop>false</ScaleCrop>
  <HeadingPairs>
    <vt:vector size="6" baseType="variant">
      <vt:variant>
        <vt:lpstr>Fontes usadas</vt:lpstr>
      </vt:variant>
      <vt:variant>
        <vt:i4>11</vt:i4>
      </vt:variant>
      <vt:variant>
        <vt:lpstr>Tema</vt:lpstr>
      </vt:variant>
      <vt:variant>
        <vt:i4>1</vt:i4>
      </vt:variant>
      <vt:variant>
        <vt:lpstr>Títulos de slides</vt:lpstr>
      </vt:variant>
      <vt:variant>
        <vt:i4>14</vt:i4>
      </vt:variant>
    </vt:vector>
  </HeadingPairs>
  <TitlesOfParts>
    <vt:vector size="26" baseType="lpstr">
      <vt:lpstr>Roboto Medium</vt:lpstr>
      <vt:lpstr>Noto Sans Symbols</vt:lpstr>
      <vt:lpstr>Poppins Light</vt:lpstr>
      <vt:lpstr>Roboto</vt:lpstr>
      <vt:lpstr>Open Sans</vt:lpstr>
      <vt:lpstr>Arial</vt:lpstr>
      <vt:lpstr>Lemon</vt:lpstr>
      <vt:lpstr>Roboto SemiBold</vt:lpstr>
      <vt:lpstr>Calibri</vt:lpstr>
      <vt:lpstr>Avenir</vt:lpstr>
      <vt:lpstr>Roboto Light</vt:lpstr>
      <vt:lpstr>SOLVAY Theme</vt:lpstr>
      <vt:lpstr>Imagine Design Workshop  Plan to Produce | P2P Manufacturing Plant</vt:lpstr>
      <vt:lpstr>Workshop Goals  after agenda</vt:lpstr>
      <vt:lpstr>Workshop Agenda</vt:lpstr>
      <vt:lpstr>Manufacturing  plant definition </vt:lpstr>
      <vt:lpstr>Workshop Agenda</vt:lpstr>
      <vt:lpstr>Manufacturing  plant – Where is used </vt:lpstr>
      <vt:lpstr>Workshop Agenda</vt:lpstr>
      <vt:lpstr>Manufacturing  plant – Scenarios </vt:lpstr>
      <vt:lpstr>Manufacturing  plant – Scenarios </vt:lpstr>
      <vt:lpstr>Workshop Agenda</vt:lpstr>
      <vt:lpstr>Action Items and Parking Lot</vt:lpstr>
      <vt:lpstr>Summary of Previous Discussion</vt:lpstr>
      <vt:lpstr>Present related Business Requirements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Manjardekar, Ninad Snehal</dc:creator>
  <cp:lastModifiedBy>ZAPPALA, Vinicius Franciulli</cp:lastModifiedBy>
  <cp:revision>9</cp:revision>
  <dcterms:modified xsi:type="dcterms:W3CDTF">2025-10-08T15:12:17Z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0x010100066AB8D4095E434AAD3F64AC48696A76</vt:lpwstr>
  </property>
  <property fmtid="{D5CDD505-2E9C-101B-9397-08002B2CF9AE}" pid="3" name="Order">
    <vt:r8>700</vt:r8>
  </property>
  <property fmtid="{D5CDD505-2E9C-101B-9397-08002B2CF9AE}" pid="4" name="MSIP_Label_e73c8238-4e54-48a0-9fcb-b85cec263f2f_Enabled">
    <vt:lpwstr>true</vt:lpwstr>
  </property>
  <property fmtid="{D5CDD505-2E9C-101B-9397-08002B2CF9AE}" pid="5" name="MSIP_Label_e73c8238-4e54-48a0-9fcb-b85cec263f2f_SetDate">
    <vt:lpwstr>2025-10-07T11:15:11Z</vt:lpwstr>
  </property>
  <property fmtid="{D5CDD505-2E9C-101B-9397-08002B2CF9AE}" pid="6" name="MSIP_Label_e73c8238-4e54-48a0-9fcb-b85cec263f2f_Method">
    <vt:lpwstr>Standard</vt:lpwstr>
  </property>
  <property fmtid="{D5CDD505-2E9C-101B-9397-08002B2CF9AE}" pid="7" name="MSIP_Label_e73c8238-4e54-48a0-9fcb-b85cec263f2f_Name">
    <vt:lpwstr>C1 – Internal</vt:lpwstr>
  </property>
  <property fmtid="{D5CDD505-2E9C-101B-9397-08002B2CF9AE}" pid="8" name="MSIP_Label_e73c8238-4e54-48a0-9fcb-b85cec263f2f_SiteId">
    <vt:lpwstr>86b1ce69-0346-4d4d-bc51-10d84f3dd40f</vt:lpwstr>
  </property>
  <property fmtid="{D5CDD505-2E9C-101B-9397-08002B2CF9AE}" pid="9" name="MSIP_Label_e73c8238-4e54-48a0-9fcb-b85cec263f2f_ActionId">
    <vt:lpwstr>a66bcfe7-92a4-4ce7-bab0-441b2cff5946</vt:lpwstr>
  </property>
  <property fmtid="{D5CDD505-2E9C-101B-9397-08002B2CF9AE}" pid="10" name="MSIP_Label_e73c8238-4e54-48a0-9fcb-b85cec263f2f_ContentBits">
    <vt:lpwstr>2</vt:lpwstr>
  </property>
  <property fmtid="{D5CDD505-2E9C-101B-9397-08002B2CF9AE}" pid="11" name="MSIP_Label_e73c8238-4e54-48a0-9fcb-b85cec263f2f_Tag">
    <vt:lpwstr>10, 3, 0, 1</vt:lpwstr>
  </property>
  <property fmtid="{D5CDD505-2E9C-101B-9397-08002B2CF9AE}" pid="12" name="ClassificationContentMarkingFooterLocations">
    <vt:lpwstr>SOLVAY Theme:3</vt:lpwstr>
  </property>
  <property fmtid="{D5CDD505-2E9C-101B-9397-08002B2CF9AE}" pid="13" name="ClassificationContentMarkingFooterText">
    <vt:lpwstr>Internal Information</vt:lpwstr>
  </property>
  <property fmtid="{D5CDD505-2E9C-101B-9397-08002B2CF9AE}" pid="14" name="MediaServiceImageTags">
    <vt:lpwstr/>
  </property>
</Properties>
</file>