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revisionInfo.xml" ContentType="application/vnd.ms-powerpoint.revision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2" r:id="rId4"/>
    <p:sldId id="263" r:id="rId5"/>
    <p:sldId id="264" r:id="rId6"/>
    <p:sldId id="265" r:id="rId7"/>
    <p:sldId id="266" r:id="rId8"/>
    <p:sldId id="256" r:id="rId9"/>
    <p:sldId id="257" r:id="rId10"/>
    <p:sldId id="258" r:id="rId11"/>
    <p:sldId id="267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431FB-D0ED-F7FA-D91A-BF04668C6E4B}" v="478" dt="2026-04-15T07:21:07.600"/>
    <p1510:client id="{C35D5F87-C2E6-1C6E-4034-45F96BE90AF0}" v="950" dt="2026-04-15T10:00:42.0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>
        <p:scale>
          <a:sx n="130" d="100"/>
          <a:sy n="130" d="100"/>
        </p:scale>
        <p:origin x="0" y="-9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929F9F-AA7B-4B18-7D89-E902C38B44F4}"/>
              </a:ext>
            </a:extLst>
          </p:cNvPr>
          <p:cNvSpPr txBox="1"/>
          <p:nvPr/>
        </p:nvSpPr>
        <p:spPr>
          <a:xfrm>
            <a:off x="211096" y="253315"/>
            <a:ext cx="84968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1.0 Ideal process – Scheduling and production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BDCC20-E635-82B3-0AD5-BC5FCAB1F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91" y="828675"/>
            <a:ext cx="8016443" cy="58102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9B3136-B56B-4BA2-D874-0A71796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891" y="257175"/>
            <a:ext cx="4444568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993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E3F3D-F1E3-D894-3DBB-23F117B2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EA0072-909B-BCFF-EFAB-2EFF475C0078}"/>
              </a:ext>
            </a:extLst>
          </p:cNvPr>
          <p:cNvSpPr txBox="1"/>
          <p:nvPr/>
        </p:nvSpPr>
        <p:spPr>
          <a:xfrm>
            <a:off x="211096" y="253315"/>
            <a:ext cx="84968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1.1 Ideal process – Bulk produ</a:t>
            </a:r>
            <a:r>
              <a:rPr lang="en-US"/>
              <a:t>ction declaration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5E4627-0BCE-24FC-C4D7-972ECF546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891" y="257175"/>
            <a:ext cx="4444568" cy="361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873580-E105-E305-3399-3C810EE1E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016" y="1076325"/>
            <a:ext cx="714014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11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AB9AB-EBA7-59AF-D972-64B34674D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5ADEF7-8F70-776E-F6E8-AC2BAF88857A}"/>
              </a:ext>
            </a:extLst>
          </p:cNvPr>
          <p:cNvSpPr txBox="1"/>
          <p:nvPr/>
        </p:nvSpPr>
        <p:spPr>
          <a:xfrm>
            <a:off x="211096" y="253315"/>
            <a:ext cx="84968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1.2 Ideal process – Packaging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8E13E0-53A8-4470-C12C-B39CA8B3D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891" y="257175"/>
            <a:ext cx="4444568" cy="3619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B5FB76D-E238-61F6-2D81-1AE1125A8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666" y="990600"/>
            <a:ext cx="6940118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899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2DF9B-863C-139F-CA49-5047A74A5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A2F0C6-31CF-5148-A308-88A5271CFFB6}"/>
              </a:ext>
            </a:extLst>
          </p:cNvPr>
          <p:cNvSpPr txBox="1"/>
          <p:nvPr/>
        </p:nvSpPr>
        <p:spPr>
          <a:xfrm>
            <a:off x="211096" y="253315"/>
            <a:ext cx="84968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2.2 Partial downgrading of a silo after production – Packaging and loading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AA976D-A7E6-AABC-6EDC-34757578B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891" y="257175"/>
            <a:ext cx="4444568" cy="361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253943-27D7-952B-9C24-868149DB5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566" y="914400"/>
            <a:ext cx="7890867" cy="56864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495449-6655-C7B5-9425-0120C682EC11}"/>
              </a:ext>
            </a:extLst>
          </p:cNvPr>
          <p:cNvSpPr txBox="1"/>
          <p:nvPr/>
        </p:nvSpPr>
        <p:spPr>
          <a:xfrm>
            <a:off x="211096" y="1129614"/>
            <a:ext cx="171504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2.0 and 2.1 equal to 1.0 </a:t>
            </a:r>
            <a:r>
              <a:rPr lang="en-US"/>
              <a:t>and 1.1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17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3891A-A7BA-3B97-24ED-3523BCE89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610397-DFDE-C2F3-9071-DCD77166607A}"/>
              </a:ext>
            </a:extLst>
          </p:cNvPr>
          <p:cNvSpPr txBox="1"/>
          <p:nvPr/>
        </p:nvSpPr>
        <p:spPr>
          <a:xfrm>
            <a:off x="211096" y="253315"/>
            <a:ext cx="84968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3.0 Full silo downgrading during production – Scheduling and production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1429A7-2DC0-9684-590C-D49817369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891" y="257175"/>
            <a:ext cx="4444568" cy="3619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05A5C50-3BF9-C7AC-418F-4676D7F1B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751" y="1238250"/>
            <a:ext cx="6853249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771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58F73-4C6E-B89E-15AB-C98A71C2D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5C0DCB-128C-D72F-BFE2-8B40B1CC345B}"/>
              </a:ext>
            </a:extLst>
          </p:cNvPr>
          <p:cNvSpPr txBox="1"/>
          <p:nvPr/>
        </p:nvSpPr>
        <p:spPr>
          <a:xfrm>
            <a:off x="211096" y="253315"/>
            <a:ext cx="84968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3.1 Full silo downgrading during production – Production declaration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526E6D-6877-3432-DEED-686AC0B17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891" y="257175"/>
            <a:ext cx="4444568" cy="3619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2886BE-3790-83EC-13F6-A5A96AC607BA}"/>
              </a:ext>
            </a:extLst>
          </p:cNvPr>
          <p:cNvSpPr txBox="1"/>
          <p:nvPr/>
        </p:nvSpPr>
        <p:spPr>
          <a:xfrm>
            <a:off x="1763671" y="3063189"/>
            <a:ext cx="84968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Same as 1.1 since we have a PRO where to </a:t>
            </a:r>
            <a:r>
              <a:rPr lang="en-US"/>
              <a:t>declare production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47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BD836-9037-5E2B-3365-A9934CF44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443DF4-37F0-4831-CDF2-6E1FD892FDF2}"/>
              </a:ext>
            </a:extLst>
          </p:cNvPr>
          <p:cNvSpPr txBox="1"/>
          <p:nvPr/>
        </p:nvSpPr>
        <p:spPr>
          <a:xfrm>
            <a:off x="211096" y="253315"/>
            <a:ext cx="84968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3.2 Full silo downgrading during production – Packaging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17A6DF-FFAE-68D6-8F7C-31D21DF79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891" y="257175"/>
            <a:ext cx="4444568" cy="3619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AB0B4B5-8C70-2106-B40D-90DB42F21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741" y="1143000"/>
            <a:ext cx="7235393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664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97C213-825E-E7CB-E398-DBD88FC4A4E2}"/>
              </a:ext>
            </a:extLst>
          </p:cNvPr>
          <p:cNvSpPr txBox="1"/>
          <p:nvPr/>
        </p:nvSpPr>
        <p:spPr>
          <a:xfrm>
            <a:off x="268246" y="253315"/>
            <a:ext cx="107161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INT Structure - SODA ASH </a:t>
            </a:r>
            <a:r>
              <a:rPr lang="en-US">
                <a:solidFill>
                  <a:srgbClr val="FF0000"/>
                </a:solidFill>
              </a:rPr>
              <a:t>(to be reviewed since BIB, real INT, and SL have the same article)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9B33DE-B3C5-CF12-7D4C-B2B033A19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3" y="809625"/>
            <a:ext cx="5743575" cy="5238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C6FB8A-863A-F57C-3BA3-1B3FD33EDDF3}"/>
              </a:ext>
            </a:extLst>
          </p:cNvPr>
          <p:cNvSpPr txBox="1"/>
          <p:nvPr/>
        </p:nvSpPr>
        <p:spPr>
          <a:xfrm>
            <a:off x="7172385" y="2360407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Only 1 batch per time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BC6DC-3B24-0E30-ACC1-E378F1586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944402-A399-B436-0A93-64CF4B74C644}"/>
              </a:ext>
            </a:extLst>
          </p:cNvPr>
          <p:cNvSpPr txBox="1"/>
          <p:nvPr/>
        </p:nvSpPr>
        <p:spPr>
          <a:xfrm>
            <a:off x="211096" y="253315"/>
            <a:ext cx="29342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INT </a:t>
            </a:r>
            <a:r>
              <a:rPr lang="en-US"/>
              <a:t>structure - BICAR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5F6DB9-D8BD-07E7-8325-ADBEC7F31AFD}"/>
              </a:ext>
            </a:extLst>
          </p:cNvPr>
          <p:cNvSpPr txBox="1"/>
          <p:nvPr/>
        </p:nvSpPr>
        <p:spPr>
          <a:xfrm>
            <a:off x="781110" y="6399007"/>
            <a:ext cx="692467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Max 12 simultaneous batches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D33A48-CC7E-2C1C-8C4C-4239C2306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5382"/>
            <a:ext cx="10839450" cy="561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107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85977-33CC-1F86-96B2-B2FEED721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48C82F-19CA-F7E5-8817-2F19E38F20C4}"/>
              </a:ext>
            </a:extLst>
          </p:cNvPr>
          <p:cNvSpPr txBox="1"/>
          <p:nvPr/>
        </p:nvSpPr>
        <p:spPr>
          <a:xfrm>
            <a:off x="211096" y="253315"/>
            <a:ext cx="29342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INT structure - CASO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C8F0A9-B171-9595-E941-0A5F63014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842"/>
            <a:ext cx="12192000" cy="36054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36AF32-0A05-1A34-A8E5-CC8086B4E19B}"/>
              </a:ext>
            </a:extLst>
          </p:cNvPr>
          <p:cNvSpPr txBox="1"/>
          <p:nvPr/>
        </p:nvSpPr>
        <p:spPr>
          <a:xfrm>
            <a:off x="209610" y="4884532"/>
            <a:ext cx="692467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Max 5 simultaneous batches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347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AF0B9-597B-E193-7841-AD5BD0D5C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A6A58C-A3E8-E2B4-C623-0222EB0531C6}"/>
              </a:ext>
            </a:extLst>
          </p:cNvPr>
          <p:cNvSpPr txBox="1"/>
          <p:nvPr/>
        </p:nvSpPr>
        <p:spPr>
          <a:xfrm>
            <a:off x="211096" y="253315"/>
            <a:ext cx="29342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Open questions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CF3594-B01A-D71B-E245-0980F4916930}"/>
              </a:ext>
            </a:extLst>
          </p:cNvPr>
          <p:cNvSpPr txBox="1"/>
          <p:nvPr/>
        </p:nvSpPr>
        <p:spPr>
          <a:xfrm>
            <a:off x="466785" y="893557"/>
            <a:ext cx="1150620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>
                <a:ea typeface="+mn-lt"/>
                <a:cs typeface="+mn-lt"/>
              </a:rPr>
              <a:t>The silos level will be on SAP? How frequent it will be updated?</a:t>
            </a:r>
            <a:endParaRPr lang="en-US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How we will manage the filling/</a:t>
            </a:r>
            <a:r>
              <a:rPr lang="en-US" dirty="0" err="1">
                <a:ea typeface="+mn-lt"/>
                <a:cs typeface="+mn-lt"/>
              </a:rPr>
              <a:t>empting</a:t>
            </a:r>
            <a:r>
              <a:rPr lang="en-US" dirty="0">
                <a:ea typeface="+mn-lt"/>
                <a:cs typeface="+mn-lt"/>
              </a:rPr>
              <a:t> process?</a:t>
            </a:r>
          </a:p>
          <a:p>
            <a:pPr marL="342900" indent="-342900">
              <a:buAutoNum type="arabicPeriod"/>
            </a:pPr>
            <a:r>
              <a:rPr lang="en-US">
                <a:ea typeface="+mn-lt"/>
                <a:cs typeface="+mn-lt"/>
              </a:rPr>
              <a:t>Downgrading</a:t>
            </a:r>
            <a:endParaRPr lang="en-US" dirty="0">
              <a:ea typeface="+mn-lt"/>
              <a:cs typeface="+mn-lt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Full silo during production</a:t>
            </a:r>
          </a:p>
          <a:p>
            <a:pPr marL="800100" lvl="1" indent="-34290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Last tons in the silo (normally sent to a truck)</a:t>
            </a:r>
            <a:endParaRPr lang="en-US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What if we produce in a different day compared to the scheduled one? What happen to the </a:t>
            </a:r>
            <a:r>
              <a:rPr lang="en-US">
                <a:ea typeface="+mn-lt"/>
                <a:cs typeface="+mn-lt"/>
              </a:rPr>
              <a:t>batch created during scheduling and which batch # we will use for production declaration?</a:t>
            </a:r>
            <a:endParaRPr lang="en-US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INT structure detail: what if we have to </a:t>
            </a:r>
            <a:r>
              <a:rPr lang="en-US" dirty="0" err="1">
                <a:ea typeface="+mn-lt"/>
                <a:cs typeface="+mn-lt"/>
              </a:rPr>
              <a:t>comunicate</a:t>
            </a:r>
            <a:r>
              <a:rPr lang="en-US" dirty="0">
                <a:ea typeface="+mn-lt"/>
                <a:cs typeface="+mn-lt"/>
              </a:rPr>
              <a:t> with production a specific INT product but the capability of the process is very low (high probability of downgrading)?</a:t>
            </a:r>
            <a:br>
              <a:rPr lang="en-US" dirty="0">
                <a:ea typeface="+mn-lt"/>
                <a:cs typeface="+mn-lt"/>
              </a:rPr>
            </a:br>
            <a:br>
              <a:rPr lang="en-US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</a:endParaRPr>
          </a:p>
          <a:p>
            <a:br>
              <a:rPr lang="en-US" dirty="0"/>
            </a:br>
            <a:br>
              <a:rPr lang="en-US" dirty="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326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66AB8D4095E434AAD3F64AC48696A76" ma:contentTypeVersion="19" ma:contentTypeDescription="Skapa ett nytt dokument." ma:contentTypeScope="" ma:versionID="1c2739762313bddaadd1f8e01b64ae35">
  <xsd:schema xmlns:xsd="http://www.w3.org/2001/XMLSchema" xmlns:xs="http://www.w3.org/2001/XMLSchema" xmlns:p="http://schemas.microsoft.com/office/2006/metadata/properties" xmlns:ns2="8071b00d-169a-4403-a466-ef851835948e" xmlns:ns3="315b5453-8dcd-4c39-8cc3-24adc0c558d5" targetNamespace="http://schemas.microsoft.com/office/2006/metadata/properties" ma:root="true" ma:fieldsID="8e840cb0192f4c4e884b15a99451dd5d" ns2:_="" ns3:_="">
    <xsd:import namespace="8071b00d-169a-4403-a466-ef851835948e"/>
    <xsd:import namespace="315b5453-8dcd-4c39-8cc3-24adc0c558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71b00d-169a-4403-a466-ef85183594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b2a6239-36ed-4ed1-a895-3ca8a7215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b5453-8dcd-4c39-8cc3-24adc0c558d5" elementFormDefault="qualified">
    <xsd:import namespace="http://schemas.microsoft.com/office/2006/documentManagement/types"/>
    <xsd:import namespace="http://schemas.microsoft.com/office/infopath/2007/PartnerControls"/>
    <xsd:element name="SharedWithUsers" ma:index="7" nillable="true" ma:displayName="Delat med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8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94384b00-5830-4b7e-916c-25e38e08925b}" ma:internalName="TaxCatchAll" ma:showField="CatchAllData" ma:web="315b5453-8dcd-4c39-8cc3-24adc0c558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9" ma:displayName="Content Type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071b00d-169a-4403-a466-ef851835948e">
      <Terms xmlns="http://schemas.microsoft.com/office/infopath/2007/PartnerControls"/>
    </lcf76f155ced4ddcb4097134ff3c332f>
    <TaxCatchAll xmlns="315b5453-8dcd-4c39-8cc3-24adc0c558d5" xsi:nil="true"/>
  </documentManagement>
</p:properties>
</file>

<file path=customXml/itemProps1.xml><?xml version="1.0" encoding="utf-8"?>
<ds:datastoreItem xmlns:ds="http://schemas.openxmlformats.org/officeDocument/2006/customXml" ds:itemID="{45F6C58F-ED52-46E0-8D61-2B3BFDD34C06}"/>
</file>

<file path=customXml/itemProps2.xml><?xml version="1.0" encoding="utf-8"?>
<ds:datastoreItem xmlns:ds="http://schemas.openxmlformats.org/officeDocument/2006/customXml" ds:itemID="{58E273B4-C2C7-42A2-9401-805BD29F16A1}"/>
</file>

<file path=customXml/itemProps3.xml><?xml version="1.0" encoding="utf-8"?>
<ds:datastoreItem xmlns:ds="http://schemas.openxmlformats.org/officeDocument/2006/customXml" ds:itemID="{5F41E9DB-849A-422F-82A2-A3D28A632000}"/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237</Words>
  <Application>Microsoft Office PowerPoint</Application>
  <PresentationFormat>Widescreen</PresentationFormat>
  <Paragraphs>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Tema di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Bernal Nino, Juan Pablo</dc:creator>
  <cp:lastModifiedBy>Bernal Nino, Juan Pablo</cp:lastModifiedBy>
  <cp:revision>201</cp:revision>
  <dcterms:created xsi:type="dcterms:W3CDTF">2026-04-13T10:16:53Z</dcterms:created>
  <dcterms:modified xsi:type="dcterms:W3CDTF">2026-04-16T14:03:00Z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0x010100066AB8D4095E434AAD3F64AC48696A76</vt:lpwstr>
  </property>
</Properties>
</file>