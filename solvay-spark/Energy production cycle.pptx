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59" r:id="rId6"/>
    <p:sldId id="274" r:id="rId7"/>
    <p:sldId id="261" r:id="rId8"/>
    <p:sldId id="273" r:id="rId9"/>
    <p:sldId id="276" r:id="rId10"/>
    <p:sldId id="277" r:id="rId11"/>
    <p:sldId id="278" r:id="rId12"/>
    <p:sldId id="279" r:id="rId13"/>
    <p:sldId id="280" r:id="rId14"/>
    <p:sldId id="282" r:id="rId15"/>
    <p:sldId id="283" r:id="rId16"/>
    <p:sldId id="284" r:id="rId17"/>
    <p:sldId id="285" r:id="rId18"/>
    <p:sldId id="286" r:id="rId19"/>
    <p:sldId id="287" r:id="rId20"/>
    <p:sldId id="272" r:id="rId21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Poppins Light" panose="00000400000000000000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Light" panose="02000000000000000000" pitchFamily="2" charset="0"/>
      <p:regular r:id="rId35"/>
      <p:bold r:id="rId36"/>
      <p:italic r:id="rId37"/>
      <p:boldItalic r:id="rId38"/>
    </p:embeddedFont>
    <p:embeddedFont>
      <p:font typeface="Roboto Medium" panose="02000000000000000000" pitchFamily="2" charset="0"/>
      <p:regular r:id="rId39"/>
      <p:bold r:id="rId40"/>
      <p:italic r:id="rId41"/>
      <p:boldItalic r:id="rId42"/>
    </p:embeddedFont>
    <p:embeddedFont>
      <p:font typeface="Roboto SemiBold" panose="020B060402020202020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Pl9o8U+iTUWPAUJOMUN1ddVq3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D66ADF-5204-4EAD-9262-810E1AC5909A}">
  <a:tblStyle styleId="{16D66ADF-5204-4EAD-9262-810E1AC590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DF3E7"/>
          </a:solidFill>
        </a:fill>
      </a:tcStyle>
    </a:wholeTbl>
    <a:band1H>
      <a:tcTxStyle/>
      <a:tcStyle>
        <a:tcBdr/>
        <a:fill>
          <a:solidFill>
            <a:srgbClr val="D8E7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8E7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4B384FE-9FE4-468C-9123-274E93E2606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660" y="-2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20" Type="http://schemas.openxmlformats.org/officeDocument/2006/relationships/slide" Target="slides/slide19.xml"/><Relationship Id="rId41" Type="http://schemas.openxmlformats.org/officeDocument/2006/relationships/font" Target="fonts/font19.fntdata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:notes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75" tIns="86175" rIns="86175" bIns="861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0" name="Google Shape;3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939d10a6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7939d10a63_0_4:notes"/>
          <p:cNvSpPr txBox="1">
            <a:spLocks noGrp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400" rIns="92800" bIns="46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357" name="Google Shape;357;g37939d10a63_0_4:notes"/>
          <p:cNvSpPr txBox="1">
            <a:spLocks noGrp="1"/>
          </p:cNvSpPr>
          <p:nvPr>
            <p:ph type="sldNum" idx="12"/>
          </p:nvPr>
        </p:nvSpPr>
        <p:spPr>
          <a:xfrm>
            <a:off x="3884615" y="8685214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00" tIns="46400" rIns="92800" bIns="464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7939d10a63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7939d10a63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7939d10a63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7939d10a63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7939d10a63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7939d10a63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45900E48-C1F7-7223-9E9D-F33B0F48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D3A92F40-D1E7-718F-DE0C-BF7CC2544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B26A8D26-A4C3-5720-2861-06268E8B4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694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374A3A99-B93B-6EC0-F0EE-E2C8B6B6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B85EA387-9197-5FF4-D76A-A91A9F333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F6EBD6AD-84B8-5D3B-01EE-D805D4CF3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716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5174E45E-3B98-EBA2-C071-6330807B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B1B5AC27-A2A9-E542-0A28-F4D4B6385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7B0437E4-1428-0A77-DD4D-54D39552C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726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1E17EEE9-2ABC-74E0-21F8-CA8E8D02C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F6174288-3A87-E305-A661-7D6EA78F2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4B165A22-5B36-24DE-BFD7-DB5EDBDBD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33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058C53EC-F9FE-CF36-9553-BBBE9C7B0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43527EC4-285A-20DD-6B9A-333248052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46D4D275-816E-3882-2248-FA21F91E3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449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007DF2A3-9234-DF27-F496-E3EEBA19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9AA096FC-8952-DF34-5744-8A88CEFC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ABEDFF90-3527-5145-9AC6-84CFD9096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117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199F717A-AE21-D2EC-8E69-584D3C5B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40C09AE1-0DCC-1DB2-B92C-B6E998C0F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E2EE0A14-6A62-AF4B-4066-B982D87AA2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866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079894A3-36D4-401D-3885-AAA92731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6B8D22EF-8863-CC21-FD36-8B2A101ED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53748A15-3220-C4BD-3FA8-65A993DF0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619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4CC42802-8B32-1A86-3385-6DFA2742A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DB219CEF-CAF7-8597-9DB8-DCA967608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E05F231F-EFA3-344C-2223-717A64CC3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485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8E8D26FA-E7D6-FAC1-6A02-DF63317B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9E915E80-DADE-81E5-CDC8-5CF27D9A96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ECD17198-D48E-1573-4CFD-1FF903F7D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963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B09E0C8F-7CDB-0859-CC0E-09CDA902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FA0D5B16-1DB1-74E4-BE32-9B86F941D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5785C64D-976C-A5A1-089B-BB6061D3C3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649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32CE21F8-3154-BDFF-3210-0C2314090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472F07FF-2182-A100-BF3F-3119ED14A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1635725C-BC56-7613-DC42-9BE384904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614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870C19A7-99BE-B6C0-5967-9DC02317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939d10a63_0_377:notes">
            <a:extLst>
              <a:ext uri="{FF2B5EF4-FFF2-40B4-BE49-F238E27FC236}">
                <a16:creationId xmlns:a16="http://schemas.microsoft.com/office/drawing/2014/main" id="{11C9D26F-E9A6-1999-6633-CC52287B5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939d10a63_0_377:notes">
            <a:extLst>
              <a:ext uri="{FF2B5EF4-FFF2-40B4-BE49-F238E27FC236}">
                <a16:creationId xmlns:a16="http://schemas.microsoft.com/office/drawing/2014/main" id="{E492FEDB-1D20-A097-1423-DB25612515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551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2"/>
          <p:cNvPicPr preferRelativeResize="0"/>
          <p:nvPr/>
        </p:nvPicPr>
        <p:blipFill rotWithShape="1">
          <a:blip r:embed="rId2">
            <a:alphaModFix/>
          </a:blip>
          <a:srcRect l="31987" r="31990"/>
          <a:stretch/>
        </p:blipFill>
        <p:spPr>
          <a:xfrm rot="-5400000">
            <a:off x="2507537" y="-1492965"/>
            <a:ext cx="5143501" cy="8129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52"/>
          <p:cNvGrpSpPr/>
          <p:nvPr/>
        </p:nvGrpSpPr>
        <p:grpSpPr>
          <a:xfrm>
            <a:off x="5454989" y="280886"/>
            <a:ext cx="3447014" cy="1326469"/>
            <a:chOff x="6086944" y="1507535"/>
            <a:chExt cx="1929047" cy="742330"/>
          </a:xfrm>
        </p:grpSpPr>
        <p:sp>
          <p:nvSpPr>
            <p:cNvPr id="27" name="Google Shape;27;p52"/>
            <p:cNvSpPr/>
            <p:nvPr/>
          </p:nvSpPr>
          <p:spPr>
            <a:xfrm>
              <a:off x="6086944" y="1861348"/>
              <a:ext cx="251981" cy="270015"/>
            </a:xfrm>
            <a:custGeom>
              <a:avLst/>
              <a:gdLst/>
              <a:ahLst/>
              <a:cxnLst/>
              <a:rect l="l" t="t" r="r" b="b"/>
              <a:pathLst>
                <a:path w="251981" h="270015" extrusionOk="0">
                  <a:moveTo>
                    <a:pt x="183719" y="197221"/>
                  </a:moveTo>
                  <a:cubicBezTo>
                    <a:pt x="183719" y="187064"/>
                    <a:pt x="179505" y="179446"/>
                    <a:pt x="170235" y="173521"/>
                  </a:cubicBezTo>
                  <a:cubicBezTo>
                    <a:pt x="160965" y="168442"/>
                    <a:pt x="144953" y="162517"/>
                    <a:pt x="121356" y="156592"/>
                  </a:cubicBezTo>
                  <a:cubicBezTo>
                    <a:pt x="97759" y="150667"/>
                    <a:pt x="79218" y="144742"/>
                    <a:pt x="65734" y="138817"/>
                  </a:cubicBezTo>
                  <a:cubicBezTo>
                    <a:pt x="28653" y="122734"/>
                    <a:pt x="10113" y="100727"/>
                    <a:pt x="10113" y="73641"/>
                  </a:cubicBezTo>
                  <a:cubicBezTo>
                    <a:pt x="10113" y="46554"/>
                    <a:pt x="15169" y="46554"/>
                    <a:pt x="25282" y="35551"/>
                  </a:cubicBezTo>
                  <a:cubicBezTo>
                    <a:pt x="35395" y="24547"/>
                    <a:pt x="49722" y="16082"/>
                    <a:pt x="68263" y="9311"/>
                  </a:cubicBezTo>
                  <a:cubicBezTo>
                    <a:pt x="86803" y="3386"/>
                    <a:pt x="107872" y="0"/>
                    <a:pt x="131469" y="0"/>
                  </a:cubicBezTo>
                  <a:cubicBezTo>
                    <a:pt x="155065" y="0"/>
                    <a:pt x="175291" y="3386"/>
                    <a:pt x="193832" y="10157"/>
                  </a:cubicBezTo>
                  <a:cubicBezTo>
                    <a:pt x="212372" y="16929"/>
                    <a:pt x="226699" y="26240"/>
                    <a:pt x="236812" y="38936"/>
                  </a:cubicBezTo>
                  <a:cubicBezTo>
                    <a:pt x="246925" y="51633"/>
                    <a:pt x="251981" y="65176"/>
                    <a:pt x="251981" y="81259"/>
                  </a:cubicBezTo>
                  <a:lnTo>
                    <a:pt x="184562" y="81259"/>
                  </a:lnTo>
                  <a:cubicBezTo>
                    <a:pt x="184562" y="69408"/>
                    <a:pt x="179505" y="60097"/>
                    <a:pt x="170235" y="53326"/>
                  </a:cubicBezTo>
                  <a:cubicBezTo>
                    <a:pt x="160965" y="46554"/>
                    <a:pt x="147481" y="43169"/>
                    <a:pt x="130626" y="43169"/>
                  </a:cubicBezTo>
                  <a:cubicBezTo>
                    <a:pt x="113771" y="43169"/>
                    <a:pt x="101130" y="45708"/>
                    <a:pt x="91859" y="51633"/>
                  </a:cubicBezTo>
                  <a:cubicBezTo>
                    <a:pt x="82589" y="57558"/>
                    <a:pt x="78375" y="64330"/>
                    <a:pt x="78375" y="73641"/>
                  </a:cubicBezTo>
                  <a:cubicBezTo>
                    <a:pt x="78375" y="82951"/>
                    <a:pt x="83432" y="89723"/>
                    <a:pt x="94388" y="94802"/>
                  </a:cubicBezTo>
                  <a:cubicBezTo>
                    <a:pt x="105343" y="100727"/>
                    <a:pt x="120513" y="105805"/>
                    <a:pt x="141582" y="110884"/>
                  </a:cubicBezTo>
                  <a:cubicBezTo>
                    <a:pt x="180348" y="120195"/>
                    <a:pt x="208159" y="132045"/>
                    <a:pt x="225014" y="145588"/>
                  </a:cubicBezTo>
                  <a:cubicBezTo>
                    <a:pt x="241868" y="159131"/>
                    <a:pt x="251139" y="176060"/>
                    <a:pt x="251139" y="197221"/>
                  </a:cubicBezTo>
                  <a:cubicBezTo>
                    <a:pt x="251139" y="218382"/>
                    <a:pt x="240183" y="237851"/>
                    <a:pt x="219114" y="250547"/>
                  </a:cubicBezTo>
                  <a:cubicBezTo>
                    <a:pt x="198046" y="263244"/>
                    <a:pt x="168549" y="270015"/>
                    <a:pt x="132311" y="270015"/>
                  </a:cubicBezTo>
                  <a:cubicBezTo>
                    <a:pt x="96073" y="270015"/>
                    <a:pt x="84275" y="266630"/>
                    <a:pt x="63206" y="259012"/>
                  </a:cubicBezTo>
                  <a:cubicBezTo>
                    <a:pt x="42137" y="251394"/>
                    <a:pt x="26968" y="241236"/>
                    <a:pt x="16012" y="228540"/>
                  </a:cubicBezTo>
                  <a:cubicBezTo>
                    <a:pt x="5056" y="215843"/>
                    <a:pt x="0" y="200607"/>
                    <a:pt x="0" y="183678"/>
                  </a:cubicBezTo>
                  <a:lnTo>
                    <a:pt x="67420" y="183678"/>
                  </a:lnTo>
                  <a:cubicBezTo>
                    <a:pt x="67420" y="212457"/>
                    <a:pt x="89331" y="226847"/>
                    <a:pt x="132311" y="226847"/>
                  </a:cubicBezTo>
                  <a:cubicBezTo>
                    <a:pt x="175291" y="226847"/>
                    <a:pt x="160965" y="224307"/>
                    <a:pt x="170235" y="219229"/>
                  </a:cubicBezTo>
                  <a:cubicBezTo>
                    <a:pt x="179505" y="214150"/>
                    <a:pt x="183719" y="206532"/>
                    <a:pt x="183719" y="197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52"/>
            <p:cNvSpPr/>
            <p:nvPr/>
          </p:nvSpPr>
          <p:spPr>
            <a:xfrm>
              <a:off x="6376006" y="1864734"/>
              <a:ext cx="250295" cy="263243"/>
            </a:xfrm>
            <a:custGeom>
              <a:avLst/>
              <a:gdLst/>
              <a:ahLst/>
              <a:cxnLst/>
              <a:rect l="l" t="t" r="r" b="b"/>
              <a:pathLst>
                <a:path w="250295" h="263243" extrusionOk="0">
                  <a:moveTo>
                    <a:pt x="67420" y="170982"/>
                  </a:moveTo>
                  <a:lnTo>
                    <a:pt x="67420" y="263244"/>
                  </a:lnTo>
                  <a:lnTo>
                    <a:pt x="0" y="263244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86"/>
                    <a:pt x="192146" y="11004"/>
                  </a:cubicBezTo>
                  <a:cubicBezTo>
                    <a:pt x="210687" y="18622"/>
                    <a:pt x="225014" y="28779"/>
                    <a:pt x="235126" y="41476"/>
                  </a:cubicBezTo>
                  <a:cubicBezTo>
                    <a:pt x="245239" y="55019"/>
                    <a:pt x="250296" y="70255"/>
                    <a:pt x="250296" y="87184"/>
                  </a:cubicBezTo>
                  <a:cubicBezTo>
                    <a:pt x="250296" y="112577"/>
                    <a:pt x="239340" y="132892"/>
                    <a:pt x="217429" y="148128"/>
                  </a:cubicBezTo>
                  <a:cubicBezTo>
                    <a:pt x="195517" y="163364"/>
                    <a:pt x="165178" y="170135"/>
                    <a:pt x="126412" y="170135"/>
                  </a:cubicBezTo>
                  <a:lnTo>
                    <a:pt x="67420" y="170135"/>
                  </a:lnTo>
                  <a:close/>
                  <a:moveTo>
                    <a:pt x="67420" y="126966"/>
                  </a:moveTo>
                  <a:lnTo>
                    <a:pt x="127255" y="126966"/>
                  </a:lnTo>
                  <a:cubicBezTo>
                    <a:pt x="144953" y="126966"/>
                    <a:pt x="158436" y="123581"/>
                    <a:pt x="167707" y="116809"/>
                  </a:cubicBezTo>
                  <a:cubicBezTo>
                    <a:pt x="176977" y="110038"/>
                    <a:pt x="182033" y="100727"/>
                    <a:pt x="182033" y="88030"/>
                  </a:cubicBezTo>
                  <a:cubicBezTo>
                    <a:pt x="182033" y="75333"/>
                    <a:pt x="176977" y="64330"/>
                    <a:pt x="167707" y="56712"/>
                  </a:cubicBezTo>
                  <a:cubicBezTo>
                    <a:pt x="158436" y="49094"/>
                    <a:pt x="144953" y="44861"/>
                    <a:pt x="128940" y="44015"/>
                  </a:cubicBezTo>
                  <a:lnTo>
                    <a:pt x="67420" y="44015"/>
                  </a:lnTo>
                  <a:lnTo>
                    <a:pt x="67420" y="1269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2"/>
            <p:cNvSpPr/>
            <p:nvPr/>
          </p:nvSpPr>
          <p:spPr>
            <a:xfrm>
              <a:off x="6594277" y="1864734"/>
              <a:ext cx="306759" cy="263243"/>
            </a:xfrm>
            <a:custGeom>
              <a:avLst/>
              <a:gdLst/>
              <a:ahLst/>
              <a:cxnLst/>
              <a:rect l="l" t="t" r="r" b="b"/>
              <a:pathLst>
                <a:path w="306759" h="263243" extrusionOk="0">
                  <a:moveTo>
                    <a:pt x="212372" y="209071"/>
                  </a:moveTo>
                  <a:lnTo>
                    <a:pt x="94388" y="209071"/>
                  </a:lnTo>
                  <a:lnTo>
                    <a:pt x="71633" y="263244"/>
                  </a:lnTo>
                  <a:lnTo>
                    <a:pt x="0" y="263244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3244"/>
                  </a:lnTo>
                  <a:lnTo>
                    <a:pt x="235126" y="263244"/>
                  </a:lnTo>
                  <a:lnTo>
                    <a:pt x="212372" y="209071"/>
                  </a:lnTo>
                  <a:close/>
                  <a:moveTo>
                    <a:pt x="112928" y="165056"/>
                  </a:moveTo>
                  <a:lnTo>
                    <a:pt x="194675" y="165056"/>
                  </a:lnTo>
                  <a:lnTo>
                    <a:pt x="153380" y="66869"/>
                  </a:lnTo>
                  <a:lnTo>
                    <a:pt x="112928" y="1650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52"/>
            <p:cNvSpPr/>
            <p:nvPr/>
          </p:nvSpPr>
          <p:spPr>
            <a:xfrm>
              <a:off x="6928005" y="1864734"/>
              <a:ext cx="254509" cy="263243"/>
            </a:xfrm>
            <a:custGeom>
              <a:avLst/>
              <a:gdLst/>
              <a:ahLst/>
              <a:cxnLst/>
              <a:rect l="l" t="t" r="r" b="b"/>
              <a:pathLst>
                <a:path w="254509" h="263243" extrusionOk="0">
                  <a:moveTo>
                    <a:pt x="121356" y="166749"/>
                  </a:moveTo>
                  <a:lnTo>
                    <a:pt x="67420" y="166749"/>
                  </a:lnTo>
                  <a:lnTo>
                    <a:pt x="67420" y="263244"/>
                  </a:lnTo>
                  <a:lnTo>
                    <a:pt x="0" y="263244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72"/>
                    <a:pt x="210687" y="21161"/>
                  </a:cubicBezTo>
                  <a:cubicBezTo>
                    <a:pt x="231755" y="34704"/>
                    <a:pt x="241868" y="54172"/>
                    <a:pt x="241868" y="79566"/>
                  </a:cubicBezTo>
                  <a:cubicBezTo>
                    <a:pt x="241868" y="104959"/>
                    <a:pt x="236812" y="112577"/>
                    <a:pt x="227542" y="124427"/>
                  </a:cubicBezTo>
                  <a:cubicBezTo>
                    <a:pt x="218271" y="136277"/>
                    <a:pt x="203102" y="145588"/>
                    <a:pt x="183719" y="153206"/>
                  </a:cubicBezTo>
                  <a:lnTo>
                    <a:pt x="254510" y="260705"/>
                  </a:lnTo>
                  <a:lnTo>
                    <a:pt x="254510" y="263244"/>
                  </a:lnTo>
                  <a:lnTo>
                    <a:pt x="182033" y="263244"/>
                  </a:lnTo>
                  <a:lnTo>
                    <a:pt x="120513" y="166749"/>
                  </a:lnTo>
                  <a:close/>
                  <a:moveTo>
                    <a:pt x="67420" y="122734"/>
                  </a:moveTo>
                  <a:lnTo>
                    <a:pt x="122198" y="122734"/>
                  </a:lnTo>
                  <a:cubicBezTo>
                    <a:pt x="139053" y="122734"/>
                    <a:pt x="152537" y="119348"/>
                    <a:pt x="161807" y="112577"/>
                  </a:cubicBezTo>
                  <a:cubicBezTo>
                    <a:pt x="171078" y="105805"/>
                    <a:pt x="176134" y="96495"/>
                    <a:pt x="176134" y="83798"/>
                  </a:cubicBezTo>
                  <a:cubicBezTo>
                    <a:pt x="176134" y="71101"/>
                    <a:pt x="171920" y="61790"/>
                    <a:pt x="162650" y="54172"/>
                  </a:cubicBezTo>
                  <a:cubicBezTo>
                    <a:pt x="154223" y="47401"/>
                    <a:pt x="140739" y="43169"/>
                    <a:pt x="122198" y="43169"/>
                  </a:cubicBezTo>
                  <a:lnTo>
                    <a:pt x="68263" y="43169"/>
                  </a:lnTo>
                  <a:lnTo>
                    <a:pt x="68263" y="1218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2"/>
            <p:cNvSpPr/>
            <p:nvPr/>
          </p:nvSpPr>
          <p:spPr>
            <a:xfrm>
              <a:off x="7217910" y="1864734"/>
              <a:ext cx="266308" cy="263243"/>
            </a:xfrm>
            <a:custGeom>
              <a:avLst/>
              <a:gdLst/>
              <a:ahLst/>
              <a:cxnLst/>
              <a:rect l="l" t="t" r="r" b="b"/>
              <a:pathLst>
                <a:path w="266308" h="263243" extrusionOk="0">
                  <a:moveTo>
                    <a:pt x="102815" y="157438"/>
                  </a:moveTo>
                  <a:lnTo>
                    <a:pt x="67420" y="187910"/>
                  </a:lnTo>
                  <a:lnTo>
                    <a:pt x="67420" y="263244"/>
                  </a:lnTo>
                  <a:lnTo>
                    <a:pt x="0" y="263244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9348"/>
                  </a:lnTo>
                  <a:lnTo>
                    <a:pt x="96916" y="86337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6809"/>
                  </a:lnTo>
                  <a:lnTo>
                    <a:pt x="266308" y="263244"/>
                  </a:lnTo>
                  <a:lnTo>
                    <a:pt x="186247" y="263244"/>
                  </a:lnTo>
                  <a:lnTo>
                    <a:pt x="101972" y="1574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2"/>
            <p:cNvSpPr/>
            <p:nvPr/>
          </p:nvSpPr>
          <p:spPr>
            <a:xfrm>
              <a:off x="6828561" y="2198232"/>
              <a:ext cx="23596" cy="51633"/>
            </a:xfrm>
            <a:custGeom>
              <a:avLst/>
              <a:gdLst/>
              <a:ahLst/>
              <a:cxnLst/>
              <a:rect l="l" t="t" r="r" b="b"/>
              <a:pathLst>
                <a:path w="23596" h="51633" extrusionOk="0">
                  <a:moveTo>
                    <a:pt x="23597" y="28779"/>
                  </a:moveTo>
                  <a:lnTo>
                    <a:pt x="23597" y="21161"/>
                  </a:lnTo>
                  <a:cubicBezTo>
                    <a:pt x="23597" y="20315"/>
                    <a:pt x="23597" y="19468"/>
                    <a:pt x="22754" y="18622"/>
                  </a:cubicBezTo>
                  <a:lnTo>
                    <a:pt x="3371" y="0"/>
                  </a:lnTo>
                  <a:lnTo>
                    <a:pt x="0" y="3386"/>
                  </a:lnTo>
                  <a:lnTo>
                    <a:pt x="21911" y="23700"/>
                  </a:lnTo>
                  <a:lnTo>
                    <a:pt x="21911" y="27933"/>
                  </a:lnTo>
                  <a:cubicBezTo>
                    <a:pt x="21911" y="27933"/>
                    <a:pt x="0" y="48247"/>
                    <a:pt x="0" y="48247"/>
                  </a:cubicBezTo>
                  <a:lnTo>
                    <a:pt x="3371" y="51633"/>
                  </a:lnTo>
                  <a:lnTo>
                    <a:pt x="22754" y="33011"/>
                  </a:lnTo>
                  <a:cubicBezTo>
                    <a:pt x="22754" y="33011"/>
                    <a:pt x="23597" y="31318"/>
                    <a:pt x="23597" y="30472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2"/>
            <p:cNvSpPr/>
            <p:nvPr/>
          </p:nvSpPr>
          <p:spPr>
            <a:xfrm>
              <a:off x="6820134" y="2220240"/>
              <a:ext cx="31181" cy="5078"/>
            </a:xfrm>
            <a:custGeom>
              <a:avLst/>
              <a:gdLst/>
              <a:ahLst/>
              <a:cxnLst/>
              <a:rect l="l" t="t" r="r" b="b"/>
              <a:pathLst>
                <a:path w="31181" h="5078" extrusionOk="0">
                  <a:moveTo>
                    <a:pt x="0" y="5079"/>
                  </a:moveTo>
                  <a:lnTo>
                    <a:pt x="0" y="0"/>
                  </a:lnTo>
                  <a:lnTo>
                    <a:pt x="31182" y="846"/>
                  </a:lnTo>
                  <a:lnTo>
                    <a:pt x="31182" y="4232"/>
                  </a:lnTo>
                  <a:lnTo>
                    <a:pt x="0" y="5079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2"/>
            <p:cNvSpPr/>
            <p:nvPr/>
          </p:nvSpPr>
          <p:spPr>
            <a:xfrm>
              <a:off x="6423200" y="2199925"/>
              <a:ext cx="37923" cy="48247"/>
            </a:xfrm>
            <a:custGeom>
              <a:avLst/>
              <a:gdLst/>
              <a:ahLst/>
              <a:cxnLst/>
              <a:rect l="l" t="t" r="r" b="b"/>
              <a:pathLst>
                <a:path w="37923" h="48247" extrusionOk="0">
                  <a:moveTo>
                    <a:pt x="37924" y="48247"/>
                  </a:moveTo>
                  <a:lnTo>
                    <a:pt x="31182" y="48247"/>
                  </a:lnTo>
                  <a:lnTo>
                    <a:pt x="6742" y="11004"/>
                  </a:lnTo>
                  <a:lnTo>
                    <a:pt x="6742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6742" y="0"/>
                  </a:lnTo>
                  <a:lnTo>
                    <a:pt x="31182" y="37243"/>
                  </a:lnTo>
                  <a:lnTo>
                    <a:pt x="31182" y="0"/>
                  </a:lnTo>
                  <a:lnTo>
                    <a:pt x="37081" y="0"/>
                  </a:lnTo>
                  <a:lnTo>
                    <a:pt x="37081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2"/>
            <p:cNvSpPr/>
            <p:nvPr/>
          </p:nvSpPr>
          <p:spPr>
            <a:xfrm>
              <a:off x="6478821" y="2199925"/>
              <a:ext cx="30338" cy="48247"/>
            </a:xfrm>
            <a:custGeom>
              <a:avLst/>
              <a:gdLst/>
              <a:ahLst/>
              <a:cxnLst/>
              <a:rect l="l" t="t" r="r" b="b"/>
              <a:pathLst>
                <a:path w="30338" h="48247" extrusionOk="0">
                  <a:moveTo>
                    <a:pt x="26968" y="26240"/>
                  </a:moveTo>
                  <a:lnTo>
                    <a:pt x="5899" y="26240"/>
                  </a:lnTo>
                  <a:lnTo>
                    <a:pt x="5899" y="43169"/>
                  </a:lnTo>
                  <a:lnTo>
                    <a:pt x="30339" y="43169"/>
                  </a:lnTo>
                  <a:lnTo>
                    <a:pt x="30339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0339" y="0"/>
                  </a:lnTo>
                  <a:lnTo>
                    <a:pt x="30339" y="5079"/>
                  </a:lnTo>
                  <a:lnTo>
                    <a:pt x="6742" y="5079"/>
                  </a:lnTo>
                  <a:lnTo>
                    <a:pt x="6742" y="20315"/>
                  </a:lnTo>
                  <a:lnTo>
                    <a:pt x="27811" y="20315"/>
                  </a:lnTo>
                  <a:lnTo>
                    <a:pt x="27811" y="253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2"/>
            <p:cNvSpPr/>
            <p:nvPr/>
          </p:nvSpPr>
          <p:spPr>
            <a:xfrm>
              <a:off x="6519273" y="2199925"/>
              <a:ext cx="57306" cy="48247"/>
            </a:xfrm>
            <a:custGeom>
              <a:avLst/>
              <a:gdLst/>
              <a:ahLst/>
              <a:cxnLst/>
              <a:rect l="l" t="t" r="r" b="b"/>
              <a:pathLst>
                <a:path w="57306" h="48247" extrusionOk="0">
                  <a:moveTo>
                    <a:pt x="14327" y="33011"/>
                  </a:moveTo>
                  <a:lnTo>
                    <a:pt x="14327" y="39783"/>
                  </a:lnTo>
                  <a:cubicBezTo>
                    <a:pt x="15169" y="39783"/>
                    <a:pt x="16855" y="33858"/>
                    <a:pt x="16855" y="33858"/>
                  </a:cubicBezTo>
                  <a:lnTo>
                    <a:pt x="26125" y="0"/>
                  </a:lnTo>
                  <a:lnTo>
                    <a:pt x="31182" y="0"/>
                  </a:lnTo>
                  <a:lnTo>
                    <a:pt x="40452" y="33858"/>
                  </a:lnTo>
                  <a:lnTo>
                    <a:pt x="42137" y="39783"/>
                  </a:lnTo>
                  <a:lnTo>
                    <a:pt x="42137" y="33011"/>
                  </a:lnTo>
                  <a:cubicBezTo>
                    <a:pt x="42980" y="33011"/>
                    <a:pt x="50565" y="0"/>
                    <a:pt x="50565" y="0"/>
                  </a:cubicBezTo>
                  <a:lnTo>
                    <a:pt x="57307" y="0"/>
                  </a:lnTo>
                  <a:lnTo>
                    <a:pt x="45508" y="48247"/>
                  </a:lnTo>
                  <a:lnTo>
                    <a:pt x="39609" y="48247"/>
                  </a:lnTo>
                  <a:lnTo>
                    <a:pt x="29496" y="13543"/>
                  </a:lnTo>
                  <a:lnTo>
                    <a:pt x="29496" y="10157"/>
                  </a:lnTo>
                  <a:cubicBezTo>
                    <a:pt x="29496" y="10157"/>
                    <a:pt x="27811" y="13543"/>
                    <a:pt x="27811" y="13543"/>
                  </a:cubicBezTo>
                  <a:lnTo>
                    <a:pt x="17698" y="48247"/>
                  </a:lnTo>
                  <a:lnTo>
                    <a:pt x="11798" y="48247"/>
                  </a:lnTo>
                  <a:lnTo>
                    <a:pt x="0" y="0"/>
                  </a:lnTo>
                  <a:lnTo>
                    <a:pt x="6742" y="0"/>
                  </a:lnTo>
                  <a:lnTo>
                    <a:pt x="14327" y="330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2"/>
            <p:cNvSpPr/>
            <p:nvPr/>
          </p:nvSpPr>
          <p:spPr>
            <a:xfrm>
              <a:off x="6610289" y="2200771"/>
              <a:ext cx="37923" cy="48247"/>
            </a:xfrm>
            <a:custGeom>
              <a:avLst/>
              <a:gdLst/>
              <a:ahLst/>
              <a:cxnLst/>
              <a:rect l="l" t="t" r="r" b="b"/>
              <a:pathLst>
                <a:path w="37923" h="48247" extrusionOk="0">
                  <a:moveTo>
                    <a:pt x="37081" y="32165"/>
                  </a:moveTo>
                  <a:cubicBezTo>
                    <a:pt x="37081" y="37244"/>
                    <a:pt x="34553" y="41476"/>
                    <a:pt x="31182" y="44015"/>
                  </a:cubicBezTo>
                  <a:cubicBezTo>
                    <a:pt x="27811" y="46554"/>
                    <a:pt x="23597" y="48247"/>
                    <a:pt x="18540" y="48247"/>
                  </a:cubicBezTo>
                  <a:cubicBezTo>
                    <a:pt x="13484" y="48247"/>
                    <a:pt x="8427" y="46554"/>
                    <a:pt x="5057" y="42322"/>
                  </a:cubicBezTo>
                  <a:cubicBezTo>
                    <a:pt x="1686" y="38090"/>
                    <a:pt x="0" y="33011"/>
                    <a:pt x="0" y="26240"/>
                  </a:cubicBezTo>
                  <a:lnTo>
                    <a:pt x="0" y="22008"/>
                  </a:lnTo>
                  <a:cubicBezTo>
                    <a:pt x="0" y="17775"/>
                    <a:pt x="0" y="13543"/>
                    <a:pt x="2528" y="10157"/>
                  </a:cubicBezTo>
                  <a:cubicBezTo>
                    <a:pt x="5057" y="6772"/>
                    <a:pt x="6742" y="4232"/>
                    <a:pt x="9270" y="2539"/>
                  </a:cubicBezTo>
                  <a:cubicBezTo>
                    <a:pt x="11798" y="846"/>
                    <a:pt x="15169" y="0"/>
                    <a:pt x="19383" y="0"/>
                  </a:cubicBezTo>
                  <a:cubicBezTo>
                    <a:pt x="23597" y="0"/>
                    <a:pt x="28653" y="1693"/>
                    <a:pt x="32024" y="4232"/>
                  </a:cubicBezTo>
                  <a:cubicBezTo>
                    <a:pt x="35395" y="6772"/>
                    <a:pt x="37081" y="11004"/>
                    <a:pt x="37081" y="16082"/>
                  </a:cubicBezTo>
                  <a:lnTo>
                    <a:pt x="30339" y="16082"/>
                  </a:lnTo>
                  <a:cubicBezTo>
                    <a:pt x="30339" y="11850"/>
                    <a:pt x="28653" y="9311"/>
                    <a:pt x="26968" y="7618"/>
                  </a:cubicBezTo>
                  <a:cubicBezTo>
                    <a:pt x="25282" y="5925"/>
                    <a:pt x="22754" y="5079"/>
                    <a:pt x="19383" y="5079"/>
                  </a:cubicBezTo>
                  <a:cubicBezTo>
                    <a:pt x="16012" y="5079"/>
                    <a:pt x="11798" y="6772"/>
                    <a:pt x="10113" y="9311"/>
                  </a:cubicBezTo>
                  <a:cubicBezTo>
                    <a:pt x="7585" y="12697"/>
                    <a:pt x="6742" y="16929"/>
                    <a:pt x="6742" y="22008"/>
                  </a:cubicBezTo>
                  <a:lnTo>
                    <a:pt x="6742" y="27086"/>
                  </a:lnTo>
                  <a:cubicBezTo>
                    <a:pt x="6742" y="32165"/>
                    <a:pt x="7585" y="36397"/>
                    <a:pt x="10113" y="39783"/>
                  </a:cubicBezTo>
                  <a:cubicBezTo>
                    <a:pt x="12641" y="43169"/>
                    <a:pt x="15169" y="44015"/>
                    <a:pt x="19383" y="44015"/>
                  </a:cubicBezTo>
                  <a:cubicBezTo>
                    <a:pt x="23597" y="44015"/>
                    <a:pt x="25282" y="44015"/>
                    <a:pt x="27811" y="41476"/>
                  </a:cubicBezTo>
                  <a:cubicBezTo>
                    <a:pt x="30339" y="38936"/>
                    <a:pt x="31182" y="37244"/>
                    <a:pt x="31182" y="33011"/>
                  </a:cubicBezTo>
                  <a:lnTo>
                    <a:pt x="37924" y="330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2"/>
            <p:cNvSpPr/>
            <p:nvPr/>
          </p:nvSpPr>
          <p:spPr>
            <a:xfrm>
              <a:off x="6660012" y="2200771"/>
              <a:ext cx="38766" cy="48247"/>
            </a:xfrm>
            <a:custGeom>
              <a:avLst/>
              <a:gdLst/>
              <a:ahLst/>
              <a:cxnLst/>
              <a:rect l="l" t="t" r="r" b="b"/>
              <a:pathLst>
                <a:path w="38766" h="48247" extrusionOk="0">
                  <a:moveTo>
                    <a:pt x="38766" y="24547"/>
                  </a:moveTo>
                  <a:cubicBezTo>
                    <a:pt x="38766" y="29626"/>
                    <a:pt x="38766" y="33011"/>
                    <a:pt x="36238" y="37244"/>
                  </a:cubicBezTo>
                  <a:cubicBezTo>
                    <a:pt x="33710" y="41476"/>
                    <a:pt x="32024" y="43169"/>
                    <a:pt x="29496" y="45708"/>
                  </a:cubicBezTo>
                  <a:cubicBezTo>
                    <a:pt x="26968" y="48247"/>
                    <a:pt x="23597" y="48247"/>
                    <a:pt x="19383" y="48247"/>
                  </a:cubicBezTo>
                  <a:cubicBezTo>
                    <a:pt x="15169" y="48247"/>
                    <a:pt x="12641" y="47401"/>
                    <a:pt x="9270" y="45708"/>
                  </a:cubicBezTo>
                  <a:cubicBezTo>
                    <a:pt x="5899" y="44015"/>
                    <a:pt x="4214" y="41476"/>
                    <a:pt x="2528" y="38090"/>
                  </a:cubicBezTo>
                  <a:cubicBezTo>
                    <a:pt x="843" y="34704"/>
                    <a:pt x="0" y="30472"/>
                    <a:pt x="0" y="26240"/>
                  </a:cubicBezTo>
                  <a:lnTo>
                    <a:pt x="0" y="22854"/>
                  </a:lnTo>
                  <a:cubicBezTo>
                    <a:pt x="0" y="18622"/>
                    <a:pt x="0" y="14390"/>
                    <a:pt x="2528" y="11004"/>
                  </a:cubicBezTo>
                  <a:cubicBezTo>
                    <a:pt x="5056" y="7618"/>
                    <a:pt x="6742" y="5079"/>
                    <a:pt x="9270" y="2539"/>
                  </a:cubicBezTo>
                  <a:cubicBezTo>
                    <a:pt x="11798" y="0"/>
                    <a:pt x="15169" y="0"/>
                    <a:pt x="19383" y="0"/>
                  </a:cubicBezTo>
                  <a:cubicBezTo>
                    <a:pt x="23597" y="0"/>
                    <a:pt x="26968" y="846"/>
                    <a:pt x="29496" y="2539"/>
                  </a:cubicBezTo>
                  <a:cubicBezTo>
                    <a:pt x="32024" y="4232"/>
                    <a:pt x="34553" y="6772"/>
                    <a:pt x="36238" y="11004"/>
                  </a:cubicBezTo>
                  <a:cubicBezTo>
                    <a:pt x="37924" y="15236"/>
                    <a:pt x="38766" y="18622"/>
                    <a:pt x="38766" y="23700"/>
                  </a:cubicBezTo>
                  <a:lnTo>
                    <a:pt x="38766" y="27086"/>
                  </a:lnTo>
                  <a:close/>
                  <a:moveTo>
                    <a:pt x="32024" y="22008"/>
                  </a:moveTo>
                  <a:cubicBezTo>
                    <a:pt x="32024" y="16082"/>
                    <a:pt x="31182" y="11850"/>
                    <a:pt x="28653" y="8464"/>
                  </a:cubicBezTo>
                  <a:cubicBezTo>
                    <a:pt x="26125" y="5079"/>
                    <a:pt x="23597" y="4232"/>
                    <a:pt x="19383" y="4232"/>
                  </a:cubicBezTo>
                  <a:cubicBezTo>
                    <a:pt x="15169" y="4232"/>
                    <a:pt x="12641" y="5925"/>
                    <a:pt x="10113" y="8464"/>
                  </a:cubicBezTo>
                  <a:cubicBezTo>
                    <a:pt x="7585" y="11004"/>
                    <a:pt x="6742" y="16082"/>
                    <a:pt x="6742" y="21161"/>
                  </a:cubicBezTo>
                  <a:lnTo>
                    <a:pt x="6742" y="24547"/>
                  </a:lnTo>
                  <a:cubicBezTo>
                    <a:pt x="6742" y="30472"/>
                    <a:pt x="7585" y="34704"/>
                    <a:pt x="10113" y="37244"/>
                  </a:cubicBezTo>
                  <a:cubicBezTo>
                    <a:pt x="12641" y="39783"/>
                    <a:pt x="16012" y="42322"/>
                    <a:pt x="19383" y="42322"/>
                  </a:cubicBezTo>
                  <a:cubicBezTo>
                    <a:pt x="22754" y="42322"/>
                    <a:pt x="26968" y="40629"/>
                    <a:pt x="28653" y="38090"/>
                  </a:cubicBezTo>
                  <a:cubicBezTo>
                    <a:pt x="30339" y="35551"/>
                    <a:pt x="32024" y="30472"/>
                    <a:pt x="32024" y="25393"/>
                  </a:cubicBezTo>
                  <a:lnTo>
                    <a:pt x="32024" y="22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52"/>
            <p:cNvSpPr/>
            <p:nvPr/>
          </p:nvSpPr>
          <p:spPr>
            <a:xfrm>
              <a:off x="6713947" y="2199925"/>
              <a:ext cx="34552" cy="48247"/>
            </a:xfrm>
            <a:custGeom>
              <a:avLst/>
              <a:gdLst/>
              <a:ahLst/>
              <a:cxnLst/>
              <a:rect l="l" t="t" r="r" b="b"/>
              <a:pathLst>
                <a:path w="34552" h="48247" extrusionOk="0">
                  <a:moveTo>
                    <a:pt x="17698" y="28779"/>
                  </a:moveTo>
                  <a:lnTo>
                    <a:pt x="6742" y="28779"/>
                  </a:lnTo>
                  <a:lnTo>
                    <a:pt x="6742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6012" y="0"/>
                  </a:lnTo>
                  <a:cubicBezTo>
                    <a:pt x="21069" y="0"/>
                    <a:pt x="25282" y="846"/>
                    <a:pt x="28653" y="3386"/>
                  </a:cubicBezTo>
                  <a:cubicBezTo>
                    <a:pt x="32024" y="5925"/>
                    <a:pt x="32867" y="9311"/>
                    <a:pt x="32867" y="14390"/>
                  </a:cubicBezTo>
                  <a:cubicBezTo>
                    <a:pt x="32867" y="19468"/>
                    <a:pt x="32867" y="20315"/>
                    <a:pt x="30339" y="22008"/>
                  </a:cubicBezTo>
                  <a:cubicBezTo>
                    <a:pt x="27811" y="23700"/>
                    <a:pt x="26125" y="26240"/>
                    <a:pt x="23597" y="27086"/>
                  </a:cubicBezTo>
                  <a:lnTo>
                    <a:pt x="34553" y="47401"/>
                  </a:lnTo>
                  <a:lnTo>
                    <a:pt x="34553" y="47401"/>
                  </a:lnTo>
                  <a:cubicBezTo>
                    <a:pt x="34553" y="47401"/>
                    <a:pt x="27811" y="47401"/>
                    <a:pt x="27811" y="47401"/>
                  </a:cubicBezTo>
                  <a:lnTo>
                    <a:pt x="17698" y="27933"/>
                  </a:lnTo>
                  <a:close/>
                  <a:moveTo>
                    <a:pt x="6742" y="23700"/>
                  </a:moveTo>
                  <a:lnTo>
                    <a:pt x="16855" y="23700"/>
                  </a:lnTo>
                  <a:cubicBezTo>
                    <a:pt x="20226" y="23700"/>
                    <a:pt x="22754" y="23700"/>
                    <a:pt x="24440" y="21161"/>
                  </a:cubicBezTo>
                  <a:cubicBezTo>
                    <a:pt x="26125" y="19468"/>
                    <a:pt x="26968" y="16929"/>
                    <a:pt x="26968" y="14390"/>
                  </a:cubicBezTo>
                  <a:cubicBezTo>
                    <a:pt x="26968" y="11850"/>
                    <a:pt x="26125" y="9311"/>
                    <a:pt x="24440" y="7618"/>
                  </a:cubicBezTo>
                  <a:cubicBezTo>
                    <a:pt x="22754" y="5925"/>
                    <a:pt x="20226" y="5079"/>
                    <a:pt x="16855" y="5079"/>
                  </a:cubicBezTo>
                  <a:lnTo>
                    <a:pt x="7585" y="5079"/>
                  </a:lnTo>
                  <a:lnTo>
                    <a:pt x="7585" y="23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52"/>
            <p:cNvSpPr/>
            <p:nvPr/>
          </p:nvSpPr>
          <p:spPr>
            <a:xfrm>
              <a:off x="6761984" y="2199925"/>
              <a:ext cx="30338" cy="48247"/>
            </a:xfrm>
            <a:custGeom>
              <a:avLst/>
              <a:gdLst/>
              <a:ahLst/>
              <a:cxnLst/>
              <a:rect l="l" t="t" r="r" b="b"/>
              <a:pathLst>
                <a:path w="30338" h="48247" extrusionOk="0">
                  <a:moveTo>
                    <a:pt x="26968" y="26240"/>
                  </a:moveTo>
                  <a:lnTo>
                    <a:pt x="5899" y="26240"/>
                  </a:lnTo>
                  <a:lnTo>
                    <a:pt x="5899" y="43169"/>
                  </a:lnTo>
                  <a:lnTo>
                    <a:pt x="30339" y="43169"/>
                  </a:lnTo>
                  <a:lnTo>
                    <a:pt x="30339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0339" y="0"/>
                  </a:lnTo>
                  <a:lnTo>
                    <a:pt x="30339" y="5079"/>
                  </a:lnTo>
                  <a:lnTo>
                    <a:pt x="6742" y="5079"/>
                  </a:lnTo>
                  <a:lnTo>
                    <a:pt x="6742" y="20315"/>
                  </a:lnTo>
                  <a:lnTo>
                    <a:pt x="27811" y="20315"/>
                  </a:lnTo>
                  <a:lnTo>
                    <a:pt x="27811" y="253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2"/>
            <p:cNvSpPr/>
            <p:nvPr/>
          </p:nvSpPr>
          <p:spPr>
            <a:xfrm>
              <a:off x="6881654" y="2199925"/>
              <a:ext cx="39609" cy="48247"/>
            </a:xfrm>
            <a:custGeom>
              <a:avLst/>
              <a:gdLst/>
              <a:ahLst/>
              <a:cxnLst/>
              <a:rect l="l" t="t" r="r" b="b"/>
              <a:pathLst>
                <a:path w="39609" h="48247" extrusionOk="0">
                  <a:moveTo>
                    <a:pt x="39609" y="48247"/>
                  </a:moveTo>
                  <a:lnTo>
                    <a:pt x="29496" y="48247"/>
                  </a:lnTo>
                  <a:lnTo>
                    <a:pt x="10113" y="16929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29496" y="32165"/>
                  </a:lnTo>
                  <a:lnTo>
                    <a:pt x="29496" y="0"/>
                  </a:lnTo>
                  <a:lnTo>
                    <a:pt x="39609" y="0"/>
                  </a:lnTo>
                  <a:lnTo>
                    <a:pt x="39609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2"/>
            <p:cNvSpPr/>
            <p:nvPr/>
          </p:nvSpPr>
          <p:spPr>
            <a:xfrm>
              <a:off x="6936433" y="2199079"/>
              <a:ext cx="32024" cy="48247"/>
            </a:xfrm>
            <a:custGeom>
              <a:avLst/>
              <a:gdLst/>
              <a:ahLst/>
              <a:cxnLst/>
              <a:rect l="l" t="t" r="r" b="b"/>
              <a:pathLst>
                <a:path w="32024" h="48247" extrusionOk="0">
                  <a:moveTo>
                    <a:pt x="28653" y="27933"/>
                  </a:moveTo>
                  <a:lnTo>
                    <a:pt x="10113" y="27933"/>
                  </a:lnTo>
                  <a:lnTo>
                    <a:pt x="10113" y="40629"/>
                  </a:lnTo>
                  <a:lnTo>
                    <a:pt x="32024" y="40629"/>
                  </a:lnTo>
                  <a:lnTo>
                    <a:pt x="32024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2024" y="0"/>
                  </a:lnTo>
                  <a:lnTo>
                    <a:pt x="32024" y="7618"/>
                  </a:lnTo>
                  <a:lnTo>
                    <a:pt x="10113" y="7618"/>
                  </a:lnTo>
                  <a:lnTo>
                    <a:pt x="10113" y="19468"/>
                  </a:lnTo>
                  <a:lnTo>
                    <a:pt x="28653" y="19468"/>
                  </a:lnTo>
                  <a:lnTo>
                    <a:pt x="28653" y="270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2"/>
            <p:cNvSpPr/>
            <p:nvPr/>
          </p:nvSpPr>
          <p:spPr>
            <a:xfrm>
              <a:off x="6976884" y="2199925"/>
              <a:ext cx="57306" cy="48247"/>
            </a:xfrm>
            <a:custGeom>
              <a:avLst/>
              <a:gdLst/>
              <a:ahLst/>
              <a:cxnLst/>
              <a:rect l="l" t="t" r="r" b="b"/>
              <a:pathLst>
                <a:path w="57306" h="48247" extrusionOk="0">
                  <a:moveTo>
                    <a:pt x="40452" y="33858"/>
                  </a:moveTo>
                  <a:lnTo>
                    <a:pt x="47194" y="0"/>
                  </a:lnTo>
                  <a:lnTo>
                    <a:pt x="57307" y="0"/>
                  </a:lnTo>
                  <a:lnTo>
                    <a:pt x="46351" y="48247"/>
                  </a:lnTo>
                  <a:lnTo>
                    <a:pt x="36238" y="48247"/>
                  </a:lnTo>
                  <a:lnTo>
                    <a:pt x="28653" y="16082"/>
                  </a:lnTo>
                  <a:lnTo>
                    <a:pt x="21069" y="48247"/>
                  </a:lnTo>
                  <a:lnTo>
                    <a:pt x="10956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16855" y="33858"/>
                  </a:lnTo>
                  <a:lnTo>
                    <a:pt x="24440" y="0"/>
                  </a:lnTo>
                  <a:lnTo>
                    <a:pt x="32867" y="0"/>
                  </a:lnTo>
                  <a:lnTo>
                    <a:pt x="40452" y="338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2"/>
            <p:cNvSpPr/>
            <p:nvPr/>
          </p:nvSpPr>
          <p:spPr>
            <a:xfrm>
              <a:off x="7066216" y="2199079"/>
              <a:ext cx="37080" cy="49940"/>
            </a:xfrm>
            <a:custGeom>
              <a:avLst/>
              <a:gdLst/>
              <a:ahLst/>
              <a:cxnLst/>
              <a:rect l="l" t="t" r="r" b="b"/>
              <a:pathLst>
                <a:path w="37080" h="49940" extrusionOk="0">
                  <a:moveTo>
                    <a:pt x="26125" y="36397"/>
                  </a:moveTo>
                  <a:cubicBezTo>
                    <a:pt x="26125" y="34704"/>
                    <a:pt x="26125" y="33011"/>
                    <a:pt x="24440" y="32165"/>
                  </a:cubicBezTo>
                  <a:cubicBezTo>
                    <a:pt x="22754" y="31318"/>
                    <a:pt x="21069" y="30472"/>
                    <a:pt x="17698" y="28779"/>
                  </a:cubicBezTo>
                  <a:cubicBezTo>
                    <a:pt x="14327" y="27086"/>
                    <a:pt x="11798" y="26240"/>
                    <a:pt x="9270" y="25393"/>
                  </a:cubicBezTo>
                  <a:cubicBezTo>
                    <a:pt x="4214" y="22854"/>
                    <a:pt x="843" y="18622"/>
                    <a:pt x="843" y="13543"/>
                  </a:cubicBezTo>
                  <a:cubicBezTo>
                    <a:pt x="843" y="8464"/>
                    <a:pt x="843" y="8464"/>
                    <a:pt x="3371" y="6772"/>
                  </a:cubicBezTo>
                  <a:cubicBezTo>
                    <a:pt x="5899" y="5079"/>
                    <a:pt x="6742" y="3386"/>
                    <a:pt x="9270" y="1693"/>
                  </a:cubicBezTo>
                  <a:cubicBezTo>
                    <a:pt x="11798" y="0"/>
                    <a:pt x="15169" y="0"/>
                    <a:pt x="18540" y="0"/>
                  </a:cubicBezTo>
                  <a:cubicBezTo>
                    <a:pt x="21911" y="0"/>
                    <a:pt x="25282" y="0"/>
                    <a:pt x="27811" y="1693"/>
                  </a:cubicBezTo>
                  <a:cubicBezTo>
                    <a:pt x="30339" y="3386"/>
                    <a:pt x="32867" y="5079"/>
                    <a:pt x="33710" y="6772"/>
                  </a:cubicBezTo>
                  <a:cubicBezTo>
                    <a:pt x="34553" y="8464"/>
                    <a:pt x="36238" y="11850"/>
                    <a:pt x="36238" y="14390"/>
                  </a:cubicBezTo>
                  <a:lnTo>
                    <a:pt x="26125" y="14390"/>
                  </a:lnTo>
                  <a:cubicBezTo>
                    <a:pt x="26125" y="11850"/>
                    <a:pt x="26125" y="10157"/>
                    <a:pt x="24440" y="9311"/>
                  </a:cubicBezTo>
                  <a:cubicBezTo>
                    <a:pt x="22754" y="8464"/>
                    <a:pt x="21069" y="7618"/>
                    <a:pt x="18540" y="7618"/>
                  </a:cubicBezTo>
                  <a:cubicBezTo>
                    <a:pt x="16012" y="7618"/>
                    <a:pt x="14327" y="7618"/>
                    <a:pt x="12641" y="9311"/>
                  </a:cubicBezTo>
                  <a:cubicBezTo>
                    <a:pt x="10956" y="11004"/>
                    <a:pt x="10956" y="11850"/>
                    <a:pt x="10956" y="13543"/>
                  </a:cubicBezTo>
                  <a:cubicBezTo>
                    <a:pt x="10956" y="15236"/>
                    <a:pt x="10956" y="16082"/>
                    <a:pt x="13484" y="17775"/>
                  </a:cubicBezTo>
                  <a:cubicBezTo>
                    <a:pt x="16012" y="19468"/>
                    <a:pt x="17698" y="19468"/>
                    <a:pt x="20226" y="21161"/>
                  </a:cubicBezTo>
                  <a:cubicBezTo>
                    <a:pt x="26125" y="22854"/>
                    <a:pt x="30339" y="24547"/>
                    <a:pt x="32867" y="27086"/>
                  </a:cubicBezTo>
                  <a:cubicBezTo>
                    <a:pt x="35395" y="29626"/>
                    <a:pt x="37081" y="33011"/>
                    <a:pt x="37081" y="36397"/>
                  </a:cubicBezTo>
                  <a:cubicBezTo>
                    <a:pt x="37081" y="39783"/>
                    <a:pt x="35395" y="44015"/>
                    <a:pt x="32024" y="46554"/>
                  </a:cubicBezTo>
                  <a:cubicBezTo>
                    <a:pt x="28653" y="49094"/>
                    <a:pt x="24440" y="49940"/>
                    <a:pt x="19383" y="49940"/>
                  </a:cubicBezTo>
                  <a:cubicBezTo>
                    <a:pt x="14327" y="49940"/>
                    <a:pt x="12641" y="49940"/>
                    <a:pt x="9270" y="48247"/>
                  </a:cubicBezTo>
                  <a:cubicBezTo>
                    <a:pt x="5899" y="46554"/>
                    <a:pt x="4214" y="44862"/>
                    <a:pt x="2528" y="42322"/>
                  </a:cubicBezTo>
                  <a:cubicBezTo>
                    <a:pt x="843" y="39783"/>
                    <a:pt x="0" y="37244"/>
                    <a:pt x="0" y="33858"/>
                  </a:cubicBezTo>
                  <a:lnTo>
                    <a:pt x="10113" y="33858"/>
                  </a:lnTo>
                  <a:cubicBezTo>
                    <a:pt x="10113" y="38936"/>
                    <a:pt x="13484" y="41476"/>
                    <a:pt x="19383" y="41476"/>
                  </a:cubicBezTo>
                  <a:cubicBezTo>
                    <a:pt x="25282" y="41476"/>
                    <a:pt x="23597" y="41476"/>
                    <a:pt x="25282" y="39783"/>
                  </a:cubicBezTo>
                  <a:cubicBezTo>
                    <a:pt x="26968" y="38090"/>
                    <a:pt x="26968" y="37244"/>
                    <a:pt x="26968" y="355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2"/>
            <p:cNvSpPr/>
            <p:nvPr/>
          </p:nvSpPr>
          <p:spPr>
            <a:xfrm>
              <a:off x="7112567" y="2199925"/>
              <a:ext cx="38766" cy="47400"/>
            </a:xfrm>
            <a:custGeom>
              <a:avLst/>
              <a:gdLst/>
              <a:ahLst/>
              <a:cxnLst/>
              <a:rect l="l" t="t" r="r" b="b"/>
              <a:pathLst>
                <a:path w="38766" h="47400" extrusionOk="0">
                  <a:moveTo>
                    <a:pt x="38766" y="7618"/>
                  </a:moveTo>
                  <a:lnTo>
                    <a:pt x="24440" y="7618"/>
                  </a:lnTo>
                  <a:lnTo>
                    <a:pt x="24440" y="47401"/>
                  </a:lnTo>
                  <a:lnTo>
                    <a:pt x="14327" y="47401"/>
                  </a:lnTo>
                  <a:lnTo>
                    <a:pt x="14327" y="7618"/>
                  </a:lnTo>
                  <a:lnTo>
                    <a:pt x="0" y="7618"/>
                  </a:lnTo>
                  <a:lnTo>
                    <a:pt x="0" y="0"/>
                  </a:lnTo>
                  <a:lnTo>
                    <a:pt x="38766" y="0"/>
                  </a:lnTo>
                  <a:lnTo>
                    <a:pt x="38766" y="76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2"/>
            <p:cNvSpPr/>
            <p:nvPr/>
          </p:nvSpPr>
          <p:spPr>
            <a:xfrm>
              <a:off x="7163132" y="2199925"/>
              <a:ext cx="36238" cy="48247"/>
            </a:xfrm>
            <a:custGeom>
              <a:avLst/>
              <a:gdLst/>
              <a:ahLst/>
              <a:cxnLst/>
              <a:rect l="l" t="t" r="r" b="b"/>
              <a:pathLst>
                <a:path w="36238" h="48247" extrusionOk="0">
                  <a:moveTo>
                    <a:pt x="17698" y="30472"/>
                  </a:moveTo>
                  <a:lnTo>
                    <a:pt x="10113" y="30472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7698" y="0"/>
                  </a:lnTo>
                  <a:cubicBezTo>
                    <a:pt x="23597" y="0"/>
                    <a:pt x="27811" y="846"/>
                    <a:pt x="31182" y="3386"/>
                  </a:cubicBezTo>
                  <a:cubicBezTo>
                    <a:pt x="34553" y="5925"/>
                    <a:pt x="35395" y="9311"/>
                    <a:pt x="35395" y="14390"/>
                  </a:cubicBezTo>
                  <a:cubicBezTo>
                    <a:pt x="35395" y="19468"/>
                    <a:pt x="35395" y="20315"/>
                    <a:pt x="32867" y="22854"/>
                  </a:cubicBezTo>
                  <a:cubicBezTo>
                    <a:pt x="30339" y="25393"/>
                    <a:pt x="29496" y="27086"/>
                    <a:pt x="26125" y="27933"/>
                  </a:cubicBezTo>
                  <a:lnTo>
                    <a:pt x="36238" y="47401"/>
                  </a:lnTo>
                  <a:lnTo>
                    <a:pt x="36238" y="47401"/>
                  </a:lnTo>
                  <a:cubicBezTo>
                    <a:pt x="36238" y="47401"/>
                    <a:pt x="25282" y="47401"/>
                    <a:pt x="25282" y="47401"/>
                  </a:cubicBezTo>
                  <a:lnTo>
                    <a:pt x="16012" y="29626"/>
                  </a:lnTo>
                  <a:close/>
                  <a:moveTo>
                    <a:pt x="10113" y="22854"/>
                  </a:moveTo>
                  <a:lnTo>
                    <a:pt x="17698" y="22854"/>
                  </a:lnTo>
                  <a:cubicBezTo>
                    <a:pt x="20226" y="22854"/>
                    <a:pt x="21911" y="22854"/>
                    <a:pt x="23597" y="21161"/>
                  </a:cubicBezTo>
                  <a:cubicBezTo>
                    <a:pt x="25282" y="19468"/>
                    <a:pt x="25282" y="17775"/>
                    <a:pt x="25282" y="16082"/>
                  </a:cubicBezTo>
                  <a:cubicBezTo>
                    <a:pt x="25282" y="14390"/>
                    <a:pt x="25282" y="11850"/>
                    <a:pt x="23597" y="11004"/>
                  </a:cubicBezTo>
                  <a:cubicBezTo>
                    <a:pt x="21911" y="10157"/>
                    <a:pt x="20226" y="9311"/>
                    <a:pt x="17698" y="9311"/>
                  </a:cubicBezTo>
                  <a:lnTo>
                    <a:pt x="10113" y="9311"/>
                  </a:lnTo>
                  <a:lnTo>
                    <a:pt x="10113" y="23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52"/>
            <p:cNvSpPr/>
            <p:nvPr/>
          </p:nvSpPr>
          <p:spPr>
            <a:xfrm>
              <a:off x="7212011" y="2199079"/>
              <a:ext cx="32024" cy="48247"/>
            </a:xfrm>
            <a:custGeom>
              <a:avLst/>
              <a:gdLst/>
              <a:ahLst/>
              <a:cxnLst/>
              <a:rect l="l" t="t" r="r" b="b"/>
              <a:pathLst>
                <a:path w="32024" h="48247" extrusionOk="0">
                  <a:moveTo>
                    <a:pt x="28653" y="27933"/>
                  </a:moveTo>
                  <a:lnTo>
                    <a:pt x="10113" y="27933"/>
                  </a:lnTo>
                  <a:lnTo>
                    <a:pt x="10113" y="40629"/>
                  </a:lnTo>
                  <a:lnTo>
                    <a:pt x="32024" y="40629"/>
                  </a:lnTo>
                  <a:lnTo>
                    <a:pt x="32024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2024" y="0"/>
                  </a:lnTo>
                  <a:lnTo>
                    <a:pt x="32024" y="7618"/>
                  </a:lnTo>
                  <a:lnTo>
                    <a:pt x="10113" y="7618"/>
                  </a:lnTo>
                  <a:lnTo>
                    <a:pt x="10113" y="19468"/>
                  </a:lnTo>
                  <a:lnTo>
                    <a:pt x="28653" y="19468"/>
                  </a:lnTo>
                  <a:lnTo>
                    <a:pt x="28653" y="270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2"/>
            <p:cNvSpPr/>
            <p:nvPr/>
          </p:nvSpPr>
          <p:spPr>
            <a:xfrm>
              <a:off x="7255834" y="2199925"/>
              <a:ext cx="39609" cy="48247"/>
            </a:xfrm>
            <a:custGeom>
              <a:avLst/>
              <a:gdLst/>
              <a:ahLst/>
              <a:cxnLst/>
              <a:rect l="l" t="t" r="r" b="b"/>
              <a:pathLst>
                <a:path w="39609" h="48247" extrusionOk="0">
                  <a:moveTo>
                    <a:pt x="39609" y="48247"/>
                  </a:moveTo>
                  <a:lnTo>
                    <a:pt x="29496" y="48247"/>
                  </a:lnTo>
                  <a:lnTo>
                    <a:pt x="10113" y="16929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29496" y="32165"/>
                  </a:lnTo>
                  <a:lnTo>
                    <a:pt x="29496" y="0"/>
                  </a:lnTo>
                  <a:lnTo>
                    <a:pt x="39609" y="0"/>
                  </a:lnTo>
                  <a:lnTo>
                    <a:pt x="39609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2"/>
            <p:cNvSpPr/>
            <p:nvPr/>
          </p:nvSpPr>
          <p:spPr>
            <a:xfrm>
              <a:off x="7308084" y="2199925"/>
              <a:ext cx="39609" cy="49093"/>
            </a:xfrm>
            <a:custGeom>
              <a:avLst/>
              <a:gdLst/>
              <a:ahLst/>
              <a:cxnLst/>
              <a:rect l="l" t="t" r="r" b="b"/>
              <a:pathLst>
                <a:path w="39609" h="49093" extrusionOk="0">
                  <a:moveTo>
                    <a:pt x="39609" y="42322"/>
                  </a:moveTo>
                  <a:cubicBezTo>
                    <a:pt x="37924" y="44861"/>
                    <a:pt x="35395" y="45708"/>
                    <a:pt x="32024" y="47401"/>
                  </a:cubicBezTo>
                  <a:cubicBezTo>
                    <a:pt x="28653" y="49094"/>
                    <a:pt x="25282" y="49094"/>
                    <a:pt x="21069" y="49094"/>
                  </a:cubicBezTo>
                  <a:cubicBezTo>
                    <a:pt x="16855" y="49094"/>
                    <a:pt x="13484" y="48247"/>
                    <a:pt x="10113" y="46554"/>
                  </a:cubicBezTo>
                  <a:cubicBezTo>
                    <a:pt x="6742" y="44861"/>
                    <a:pt x="4214" y="42322"/>
                    <a:pt x="2528" y="38936"/>
                  </a:cubicBezTo>
                  <a:cubicBezTo>
                    <a:pt x="843" y="35551"/>
                    <a:pt x="0" y="31318"/>
                    <a:pt x="0" y="27086"/>
                  </a:cubicBezTo>
                  <a:lnTo>
                    <a:pt x="0" y="23700"/>
                  </a:lnTo>
                  <a:cubicBezTo>
                    <a:pt x="0" y="18622"/>
                    <a:pt x="0" y="14390"/>
                    <a:pt x="2528" y="11004"/>
                  </a:cubicBezTo>
                  <a:cubicBezTo>
                    <a:pt x="5057" y="7618"/>
                    <a:pt x="6742" y="5079"/>
                    <a:pt x="9270" y="2539"/>
                  </a:cubicBezTo>
                  <a:cubicBezTo>
                    <a:pt x="11799" y="0"/>
                    <a:pt x="16012" y="0"/>
                    <a:pt x="20226" y="0"/>
                  </a:cubicBezTo>
                  <a:cubicBezTo>
                    <a:pt x="24440" y="0"/>
                    <a:pt x="30339" y="1693"/>
                    <a:pt x="33710" y="4232"/>
                  </a:cubicBezTo>
                  <a:cubicBezTo>
                    <a:pt x="37081" y="6772"/>
                    <a:pt x="38766" y="11004"/>
                    <a:pt x="39609" y="16082"/>
                  </a:cubicBezTo>
                  <a:lnTo>
                    <a:pt x="30339" y="16082"/>
                  </a:lnTo>
                  <a:cubicBezTo>
                    <a:pt x="30339" y="13543"/>
                    <a:pt x="28653" y="11004"/>
                    <a:pt x="27811" y="10157"/>
                  </a:cubicBezTo>
                  <a:cubicBezTo>
                    <a:pt x="26968" y="9311"/>
                    <a:pt x="24440" y="8464"/>
                    <a:pt x="21911" y="8464"/>
                  </a:cubicBezTo>
                  <a:cubicBezTo>
                    <a:pt x="19383" y="8464"/>
                    <a:pt x="16012" y="9311"/>
                    <a:pt x="14327" y="11850"/>
                  </a:cubicBezTo>
                  <a:cubicBezTo>
                    <a:pt x="12641" y="14390"/>
                    <a:pt x="11799" y="17775"/>
                    <a:pt x="11799" y="22854"/>
                  </a:cubicBezTo>
                  <a:lnTo>
                    <a:pt x="11799" y="26240"/>
                  </a:lnTo>
                  <a:cubicBezTo>
                    <a:pt x="11799" y="31318"/>
                    <a:pt x="12641" y="34704"/>
                    <a:pt x="14327" y="38090"/>
                  </a:cubicBezTo>
                  <a:cubicBezTo>
                    <a:pt x="16012" y="41476"/>
                    <a:pt x="19383" y="42322"/>
                    <a:pt x="22754" y="42322"/>
                  </a:cubicBezTo>
                  <a:cubicBezTo>
                    <a:pt x="26125" y="42322"/>
                    <a:pt x="29496" y="42322"/>
                    <a:pt x="30339" y="39783"/>
                  </a:cubicBezTo>
                  <a:lnTo>
                    <a:pt x="30339" y="31318"/>
                  </a:lnTo>
                  <a:lnTo>
                    <a:pt x="21069" y="31318"/>
                  </a:lnTo>
                  <a:lnTo>
                    <a:pt x="21069" y="23700"/>
                  </a:lnTo>
                  <a:lnTo>
                    <a:pt x="39609" y="23700"/>
                  </a:lnTo>
                  <a:lnTo>
                    <a:pt x="39609" y="431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2"/>
            <p:cNvSpPr/>
            <p:nvPr/>
          </p:nvSpPr>
          <p:spPr>
            <a:xfrm>
              <a:off x="7405627" y="2199925"/>
              <a:ext cx="39609" cy="48247"/>
            </a:xfrm>
            <a:custGeom>
              <a:avLst/>
              <a:gdLst/>
              <a:ahLst/>
              <a:cxnLst/>
              <a:rect l="l" t="t" r="r" b="b"/>
              <a:pathLst>
                <a:path w="39609" h="48247" extrusionOk="0">
                  <a:moveTo>
                    <a:pt x="39609" y="48247"/>
                  </a:moveTo>
                  <a:lnTo>
                    <a:pt x="29496" y="48247"/>
                  </a:lnTo>
                  <a:lnTo>
                    <a:pt x="29496" y="27933"/>
                  </a:lnTo>
                  <a:lnTo>
                    <a:pt x="10113" y="27933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10113" y="19468"/>
                  </a:lnTo>
                  <a:lnTo>
                    <a:pt x="29496" y="19468"/>
                  </a:lnTo>
                  <a:lnTo>
                    <a:pt x="29496" y="0"/>
                  </a:lnTo>
                  <a:lnTo>
                    <a:pt x="39609" y="0"/>
                  </a:lnTo>
                  <a:lnTo>
                    <a:pt x="39609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2"/>
            <p:cNvSpPr/>
            <p:nvPr/>
          </p:nvSpPr>
          <p:spPr>
            <a:xfrm>
              <a:off x="7354592" y="2199925"/>
              <a:ext cx="38766" cy="47400"/>
            </a:xfrm>
            <a:custGeom>
              <a:avLst/>
              <a:gdLst/>
              <a:ahLst/>
              <a:cxnLst/>
              <a:rect l="l" t="t" r="r" b="b"/>
              <a:pathLst>
                <a:path w="38766" h="47400" extrusionOk="0">
                  <a:moveTo>
                    <a:pt x="38766" y="7618"/>
                  </a:moveTo>
                  <a:lnTo>
                    <a:pt x="24440" y="7618"/>
                  </a:lnTo>
                  <a:lnTo>
                    <a:pt x="24440" y="47401"/>
                  </a:lnTo>
                  <a:lnTo>
                    <a:pt x="14327" y="47401"/>
                  </a:lnTo>
                  <a:lnTo>
                    <a:pt x="14327" y="7618"/>
                  </a:lnTo>
                  <a:lnTo>
                    <a:pt x="0" y="7618"/>
                  </a:lnTo>
                  <a:lnTo>
                    <a:pt x="0" y="0"/>
                  </a:lnTo>
                  <a:lnTo>
                    <a:pt x="38766" y="0"/>
                  </a:lnTo>
                  <a:lnTo>
                    <a:pt x="38766" y="76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2"/>
            <p:cNvSpPr/>
            <p:nvPr/>
          </p:nvSpPr>
          <p:spPr>
            <a:xfrm>
              <a:off x="7457446" y="2199079"/>
              <a:ext cx="37080" cy="49940"/>
            </a:xfrm>
            <a:custGeom>
              <a:avLst/>
              <a:gdLst/>
              <a:ahLst/>
              <a:cxnLst/>
              <a:rect l="l" t="t" r="r" b="b"/>
              <a:pathLst>
                <a:path w="37080" h="49940" extrusionOk="0">
                  <a:moveTo>
                    <a:pt x="26125" y="36397"/>
                  </a:moveTo>
                  <a:cubicBezTo>
                    <a:pt x="26125" y="34704"/>
                    <a:pt x="26125" y="33011"/>
                    <a:pt x="24440" y="32165"/>
                  </a:cubicBezTo>
                  <a:cubicBezTo>
                    <a:pt x="22754" y="31318"/>
                    <a:pt x="21069" y="30472"/>
                    <a:pt x="17698" y="28779"/>
                  </a:cubicBezTo>
                  <a:cubicBezTo>
                    <a:pt x="14327" y="27086"/>
                    <a:pt x="11798" y="26240"/>
                    <a:pt x="9270" y="25393"/>
                  </a:cubicBezTo>
                  <a:cubicBezTo>
                    <a:pt x="4214" y="22854"/>
                    <a:pt x="843" y="18622"/>
                    <a:pt x="843" y="13543"/>
                  </a:cubicBezTo>
                  <a:cubicBezTo>
                    <a:pt x="843" y="8464"/>
                    <a:pt x="843" y="8464"/>
                    <a:pt x="3371" y="6772"/>
                  </a:cubicBezTo>
                  <a:cubicBezTo>
                    <a:pt x="5899" y="5079"/>
                    <a:pt x="6742" y="3386"/>
                    <a:pt x="9270" y="1693"/>
                  </a:cubicBezTo>
                  <a:cubicBezTo>
                    <a:pt x="11798" y="0"/>
                    <a:pt x="15169" y="0"/>
                    <a:pt x="18540" y="0"/>
                  </a:cubicBezTo>
                  <a:cubicBezTo>
                    <a:pt x="21911" y="0"/>
                    <a:pt x="25282" y="0"/>
                    <a:pt x="27811" y="1693"/>
                  </a:cubicBezTo>
                  <a:cubicBezTo>
                    <a:pt x="30339" y="3386"/>
                    <a:pt x="32867" y="5079"/>
                    <a:pt x="33710" y="6772"/>
                  </a:cubicBezTo>
                  <a:cubicBezTo>
                    <a:pt x="34553" y="8464"/>
                    <a:pt x="36238" y="11850"/>
                    <a:pt x="36238" y="14390"/>
                  </a:cubicBezTo>
                  <a:lnTo>
                    <a:pt x="26125" y="14390"/>
                  </a:lnTo>
                  <a:cubicBezTo>
                    <a:pt x="26125" y="11850"/>
                    <a:pt x="26125" y="10157"/>
                    <a:pt x="24440" y="9311"/>
                  </a:cubicBezTo>
                  <a:cubicBezTo>
                    <a:pt x="22754" y="8464"/>
                    <a:pt x="21069" y="7618"/>
                    <a:pt x="18540" y="7618"/>
                  </a:cubicBezTo>
                  <a:cubicBezTo>
                    <a:pt x="16012" y="7618"/>
                    <a:pt x="14327" y="7618"/>
                    <a:pt x="12641" y="9311"/>
                  </a:cubicBezTo>
                  <a:cubicBezTo>
                    <a:pt x="10956" y="11004"/>
                    <a:pt x="10956" y="11850"/>
                    <a:pt x="10956" y="13543"/>
                  </a:cubicBezTo>
                  <a:cubicBezTo>
                    <a:pt x="10956" y="15236"/>
                    <a:pt x="10956" y="16082"/>
                    <a:pt x="13484" y="17775"/>
                  </a:cubicBezTo>
                  <a:cubicBezTo>
                    <a:pt x="16012" y="19468"/>
                    <a:pt x="17698" y="19468"/>
                    <a:pt x="20226" y="21161"/>
                  </a:cubicBezTo>
                  <a:cubicBezTo>
                    <a:pt x="26125" y="22854"/>
                    <a:pt x="30339" y="24547"/>
                    <a:pt x="32867" y="27086"/>
                  </a:cubicBezTo>
                  <a:cubicBezTo>
                    <a:pt x="35395" y="29626"/>
                    <a:pt x="37081" y="33011"/>
                    <a:pt x="37081" y="36397"/>
                  </a:cubicBezTo>
                  <a:cubicBezTo>
                    <a:pt x="37081" y="39783"/>
                    <a:pt x="35395" y="44015"/>
                    <a:pt x="32024" y="46554"/>
                  </a:cubicBezTo>
                  <a:cubicBezTo>
                    <a:pt x="28653" y="49094"/>
                    <a:pt x="24440" y="49940"/>
                    <a:pt x="19383" y="49940"/>
                  </a:cubicBezTo>
                  <a:cubicBezTo>
                    <a:pt x="14327" y="49940"/>
                    <a:pt x="12641" y="49940"/>
                    <a:pt x="9270" y="48247"/>
                  </a:cubicBezTo>
                  <a:cubicBezTo>
                    <a:pt x="5899" y="46554"/>
                    <a:pt x="4214" y="44862"/>
                    <a:pt x="2528" y="42322"/>
                  </a:cubicBezTo>
                  <a:cubicBezTo>
                    <a:pt x="843" y="39783"/>
                    <a:pt x="0" y="37244"/>
                    <a:pt x="0" y="33858"/>
                  </a:cubicBezTo>
                  <a:lnTo>
                    <a:pt x="10113" y="33858"/>
                  </a:lnTo>
                  <a:cubicBezTo>
                    <a:pt x="10113" y="38936"/>
                    <a:pt x="13484" y="41476"/>
                    <a:pt x="19383" y="41476"/>
                  </a:cubicBezTo>
                  <a:cubicBezTo>
                    <a:pt x="25282" y="41476"/>
                    <a:pt x="23597" y="41476"/>
                    <a:pt x="25282" y="39783"/>
                  </a:cubicBezTo>
                  <a:cubicBezTo>
                    <a:pt x="26968" y="38090"/>
                    <a:pt x="26968" y="37244"/>
                    <a:pt x="26968" y="355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2"/>
            <p:cNvSpPr/>
            <p:nvPr/>
          </p:nvSpPr>
          <p:spPr>
            <a:xfrm>
              <a:off x="7737042" y="1507535"/>
              <a:ext cx="40451" cy="259858"/>
            </a:xfrm>
            <a:custGeom>
              <a:avLst/>
              <a:gdLst/>
              <a:ahLst/>
              <a:cxnLst/>
              <a:rect l="l" t="t" r="r" b="b"/>
              <a:pathLst>
                <a:path w="40451" h="259858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9858"/>
                  </a:lnTo>
                  <a:lnTo>
                    <a:pt x="5899" y="259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2"/>
            <p:cNvSpPr/>
            <p:nvPr/>
          </p:nvSpPr>
          <p:spPr>
            <a:xfrm>
              <a:off x="7737042" y="1814793"/>
              <a:ext cx="40451" cy="260704"/>
            </a:xfrm>
            <a:custGeom>
              <a:avLst/>
              <a:gdLst/>
              <a:ahLst/>
              <a:cxnLst/>
              <a:rect l="l" t="t" r="r" b="b"/>
              <a:pathLst>
                <a:path w="40451" h="260704" extrusionOk="0">
                  <a:moveTo>
                    <a:pt x="40452" y="260705"/>
                  </a:moveTo>
                  <a:lnTo>
                    <a:pt x="0" y="260705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60705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2"/>
            <p:cNvSpPr/>
            <p:nvPr/>
          </p:nvSpPr>
          <p:spPr>
            <a:xfrm rot="10800000">
              <a:off x="7497702" y="1759775"/>
              <a:ext cx="292433" cy="11850"/>
            </a:xfrm>
            <a:custGeom>
              <a:avLst/>
              <a:gdLst/>
              <a:ahLst/>
              <a:cxnLst/>
              <a:rect l="l" t="t" r="r" b="b"/>
              <a:pathLst>
                <a:path w="292433" h="11850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850"/>
                  </a:lnTo>
                  <a:lnTo>
                    <a:pt x="0" y="11850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2"/>
            <p:cNvSpPr/>
            <p:nvPr/>
          </p:nvSpPr>
          <p:spPr>
            <a:xfrm rot="10800000">
              <a:off x="7723558" y="1810561"/>
              <a:ext cx="292433" cy="11850"/>
            </a:xfrm>
            <a:custGeom>
              <a:avLst/>
              <a:gdLst/>
              <a:ahLst/>
              <a:cxnLst/>
              <a:rect l="l" t="t" r="r" b="b"/>
              <a:pathLst>
                <a:path w="292433" h="11850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850"/>
                  </a:lnTo>
                  <a:lnTo>
                    <a:pt x="0" y="11850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2"/>
            <p:cNvSpPr/>
            <p:nvPr/>
          </p:nvSpPr>
          <p:spPr>
            <a:xfrm>
              <a:off x="7699119" y="1576096"/>
              <a:ext cx="270521" cy="195528"/>
            </a:xfrm>
            <a:custGeom>
              <a:avLst/>
              <a:gdLst/>
              <a:ahLst/>
              <a:cxnLst/>
              <a:rect l="l" t="t" r="r" b="b"/>
              <a:pathLst>
                <a:path w="270521" h="195528" extrusionOk="0">
                  <a:moveTo>
                    <a:pt x="244397" y="0"/>
                  </a:moveTo>
                  <a:lnTo>
                    <a:pt x="75004" y="185371"/>
                  </a:lnTo>
                  <a:lnTo>
                    <a:pt x="41295" y="185371"/>
                  </a:lnTo>
                  <a:cubicBezTo>
                    <a:pt x="41295" y="185371"/>
                    <a:pt x="39609" y="183678"/>
                    <a:pt x="39609" y="183678"/>
                  </a:cubicBezTo>
                  <a:lnTo>
                    <a:pt x="0" y="183678"/>
                  </a:lnTo>
                  <a:lnTo>
                    <a:pt x="1685" y="185371"/>
                  </a:lnTo>
                  <a:cubicBezTo>
                    <a:pt x="8427" y="192143"/>
                    <a:pt x="16855" y="195528"/>
                    <a:pt x="25282" y="195528"/>
                  </a:cubicBezTo>
                  <a:lnTo>
                    <a:pt x="91017" y="195528"/>
                  </a:lnTo>
                  <a:cubicBezTo>
                    <a:pt x="100287" y="195528"/>
                    <a:pt x="108714" y="192143"/>
                    <a:pt x="114614" y="185371"/>
                  </a:cubicBezTo>
                  <a:lnTo>
                    <a:pt x="270522" y="27086"/>
                  </a:lnTo>
                  <a:lnTo>
                    <a:pt x="243554" y="846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2"/>
            <p:cNvSpPr/>
            <p:nvPr/>
          </p:nvSpPr>
          <p:spPr>
            <a:xfrm>
              <a:off x="7544896" y="1576096"/>
              <a:ext cx="193831" cy="183678"/>
            </a:xfrm>
            <a:custGeom>
              <a:avLst/>
              <a:gdLst/>
              <a:ahLst/>
              <a:cxnLst/>
              <a:rect l="l" t="t" r="r" b="b"/>
              <a:pathLst>
                <a:path w="193831" h="183678" extrusionOk="0">
                  <a:moveTo>
                    <a:pt x="26125" y="0"/>
                  </a:moveTo>
                  <a:lnTo>
                    <a:pt x="0" y="27086"/>
                  </a:lnTo>
                  <a:lnTo>
                    <a:pt x="154223" y="183678"/>
                  </a:lnTo>
                  <a:lnTo>
                    <a:pt x="193832" y="183678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2"/>
            <p:cNvSpPr/>
            <p:nvPr/>
          </p:nvSpPr>
          <p:spPr>
            <a:xfrm>
              <a:off x="7544896" y="1810561"/>
              <a:ext cx="270521" cy="194681"/>
            </a:xfrm>
            <a:custGeom>
              <a:avLst/>
              <a:gdLst/>
              <a:ahLst/>
              <a:cxnLst/>
              <a:rect l="l" t="t" r="r" b="b"/>
              <a:pathLst>
                <a:path w="270521" h="194681" extrusionOk="0">
                  <a:moveTo>
                    <a:pt x="230913" y="11850"/>
                  </a:moveTo>
                  <a:lnTo>
                    <a:pt x="270522" y="11850"/>
                  </a:lnTo>
                  <a:lnTo>
                    <a:pt x="268836" y="10157"/>
                  </a:lnTo>
                  <a:cubicBezTo>
                    <a:pt x="262094" y="3386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86"/>
                    <a:pt x="155908" y="10157"/>
                  </a:cubicBezTo>
                  <a:lnTo>
                    <a:pt x="0" y="168442"/>
                  </a:lnTo>
                  <a:lnTo>
                    <a:pt x="26968" y="194682"/>
                  </a:lnTo>
                  <a:lnTo>
                    <a:pt x="196360" y="9311"/>
                  </a:lnTo>
                  <a:lnTo>
                    <a:pt x="230070" y="9311"/>
                  </a:lnTo>
                  <a:cubicBezTo>
                    <a:pt x="230070" y="9311"/>
                    <a:pt x="231755" y="11004"/>
                    <a:pt x="231755" y="11004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2"/>
            <p:cNvSpPr/>
            <p:nvPr/>
          </p:nvSpPr>
          <p:spPr>
            <a:xfrm>
              <a:off x="7775809" y="1822411"/>
              <a:ext cx="194674" cy="183678"/>
            </a:xfrm>
            <a:custGeom>
              <a:avLst/>
              <a:gdLst/>
              <a:ahLst/>
              <a:cxnLst/>
              <a:rect l="l" t="t" r="r" b="b"/>
              <a:pathLst>
                <a:path w="194674" h="183678" extrusionOk="0">
                  <a:moveTo>
                    <a:pt x="167707" y="183678"/>
                  </a:moveTo>
                  <a:lnTo>
                    <a:pt x="194675" y="157438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3678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52"/>
          <p:cNvSpPr/>
          <p:nvPr/>
        </p:nvSpPr>
        <p:spPr>
          <a:xfrm>
            <a:off x="0" y="2689422"/>
            <a:ext cx="4066500" cy="2454000"/>
          </a:xfrm>
          <a:prstGeom prst="rect">
            <a:avLst/>
          </a:prstGeom>
          <a:gradFill>
            <a:gsLst>
              <a:gs pos="0">
                <a:srgbClr val="5495FC"/>
              </a:gs>
              <a:gs pos="70000">
                <a:srgbClr val="0462F7"/>
              </a:gs>
              <a:gs pos="100000">
                <a:srgbClr val="0462F7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2" name="Google Shape;62;p52"/>
          <p:cNvSpPr txBox="1">
            <a:spLocks noGrp="1"/>
          </p:cNvSpPr>
          <p:nvPr>
            <p:ph type="ctrTitle"/>
          </p:nvPr>
        </p:nvSpPr>
        <p:spPr>
          <a:xfrm>
            <a:off x="468306" y="3230150"/>
            <a:ext cx="35640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edium"/>
              <a:buNone/>
              <a:defRPr sz="24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/>
          <p:nvPr/>
        </p:nvSpPr>
        <p:spPr>
          <a:xfrm>
            <a:off x="3362060" y="572683"/>
            <a:ext cx="534600" cy="530700"/>
          </a:xfrm>
          <a:prstGeom prst="rect">
            <a:avLst/>
          </a:prstGeom>
          <a:solidFill>
            <a:srgbClr val="0462F7">
              <a:alpha val="2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64" name="Google Shape;64;p52"/>
          <p:cNvCxnSpPr/>
          <p:nvPr/>
        </p:nvCxnSpPr>
        <p:spPr>
          <a:xfrm>
            <a:off x="646598" y="4263347"/>
            <a:ext cx="1956300" cy="0"/>
          </a:xfrm>
          <a:prstGeom prst="straightConnector1">
            <a:avLst/>
          </a:prstGeom>
          <a:noFill/>
          <a:ln w="12700" cap="flat" cmpd="sng">
            <a:solidFill>
              <a:srgbClr val="5495F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t" rotWithShape="0">
              <a:srgbClr val="0241A5"/>
            </a:outerShdw>
          </a:effectLst>
        </p:spPr>
      </p:cxnSp>
      <p:pic>
        <p:nvPicPr>
          <p:cNvPr id="65" name="Google Shape;65;p52"/>
          <p:cNvPicPr preferRelativeResize="0"/>
          <p:nvPr/>
        </p:nvPicPr>
        <p:blipFill rotWithShape="1">
          <a:blip r:embed="rId3">
            <a:alphaModFix/>
          </a:blip>
          <a:srcRect l="7563" r="7552"/>
          <a:stretch/>
        </p:blipFill>
        <p:spPr>
          <a:xfrm>
            <a:off x="0" y="0"/>
            <a:ext cx="4066499" cy="27276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2"/>
          <p:cNvSpPr/>
          <p:nvPr/>
        </p:nvSpPr>
        <p:spPr>
          <a:xfrm>
            <a:off x="3263082" y="434460"/>
            <a:ext cx="1114500" cy="1070100"/>
          </a:xfrm>
          <a:prstGeom prst="rect">
            <a:avLst/>
          </a:prstGeom>
          <a:solidFill>
            <a:srgbClr val="FFFFFF">
              <a:alpha val="1529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" name="Google Shape;67;p52"/>
          <p:cNvSpPr/>
          <p:nvPr/>
        </p:nvSpPr>
        <p:spPr>
          <a:xfrm>
            <a:off x="3977378" y="2619842"/>
            <a:ext cx="400200" cy="397200"/>
          </a:xfrm>
          <a:prstGeom prst="rect">
            <a:avLst/>
          </a:prstGeom>
          <a:solidFill>
            <a:srgbClr val="0462F7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" name="Google Shape;68;p52"/>
          <p:cNvSpPr/>
          <p:nvPr/>
        </p:nvSpPr>
        <p:spPr>
          <a:xfrm>
            <a:off x="3594110" y="2229089"/>
            <a:ext cx="610200" cy="606000"/>
          </a:xfrm>
          <a:prstGeom prst="rect">
            <a:avLst/>
          </a:prstGeom>
          <a:solidFill>
            <a:srgbClr val="0462F7">
              <a:alpha val="30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9" name="Google Shape;69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8589" y="3035812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2"/>
          <p:cNvSpPr/>
          <p:nvPr/>
        </p:nvSpPr>
        <p:spPr>
          <a:xfrm>
            <a:off x="9141618" y="1715344"/>
            <a:ext cx="2381" cy="1330166"/>
          </a:xfrm>
          <a:custGeom>
            <a:avLst/>
            <a:gdLst/>
            <a:ahLst/>
            <a:cxnLst/>
            <a:rect l="l" t="t" r="r" b="b"/>
            <a:pathLst>
              <a:path w="2381" h="1330166" extrusionOk="0">
                <a:moveTo>
                  <a:pt x="0" y="1324213"/>
                </a:moveTo>
                <a:lnTo>
                  <a:pt x="2381" y="1330166"/>
                </a:lnTo>
                <a:lnTo>
                  <a:pt x="2381" y="5477"/>
                </a:lnTo>
                <a:lnTo>
                  <a:pt x="0" y="0"/>
                </a:lnTo>
                <a:lnTo>
                  <a:pt x="0" y="1324213"/>
                </a:lnTo>
                <a:close/>
              </a:path>
            </a:pathLst>
          </a:custGeom>
          <a:solidFill>
            <a:srgbClr val="7DA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2"/>
          <p:cNvSpPr txBox="1">
            <a:spLocks noGrp="1"/>
          </p:cNvSpPr>
          <p:nvPr>
            <p:ph type="subTitle" idx="1"/>
          </p:nvPr>
        </p:nvSpPr>
        <p:spPr>
          <a:xfrm>
            <a:off x="468306" y="4466550"/>
            <a:ext cx="3428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3x Image_A">
  <p:cSld name="Content with 3x Image_A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5"/>
          <p:cNvSpPr>
            <a:spLocks noGrp="1"/>
          </p:cNvSpPr>
          <p:nvPr>
            <p:ph type="pic" idx="2"/>
          </p:nvPr>
        </p:nvSpPr>
        <p:spPr>
          <a:xfrm>
            <a:off x="5029057" y="0"/>
            <a:ext cx="4114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5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55"/>
          <p:cNvSpPr txBox="1">
            <a:spLocks noGrp="1"/>
          </p:cNvSpPr>
          <p:nvPr>
            <p:ph type="body" idx="1"/>
          </p:nvPr>
        </p:nvSpPr>
        <p:spPr>
          <a:xfrm>
            <a:off x="468315" y="1558649"/>
            <a:ext cx="3236400" cy="30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76" name="Google Shape;76;p55"/>
          <p:cNvSpPr txBox="1">
            <a:spLocks noGrp="1"/>
          </p:cNvSpPr>
          <p:nvPr>
            <p:ph type="subTitle" idx="3"/>
          </p:nvPr>
        </p:nvSpPr>
        <p:spPr>
          <a:xfrm>
            <a:off x="468311" y="807113"/>
            <a:ext cx="32364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55"/>
          <p:cNvSpPr txBox="1">
            <a:spLocks noGrp="1"/>
          </p:cNvSpPr>
          <p:nvPr>
            <p:ph type="title"/>
          </p:nvPr>
        </p:nvSpPr>
        <p:spPr>
          <a:xfrm>
            <a:off x="468329" y="519125"/>
            <a:ext cx="4473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5"/>
          <p:cNvSpPr>
            <a:spLocks noGrp="1"/>
          </p:cNvSpPr>
          <p:nvPr>
            <p:ph type="pic" idx="4"/>
          </p:nvPr>
        </p:nvSpPr>
        <p:spPr>
          <a:xfrm>
            <a:off x="5303500" y="1286842"/>
            <a:ext cx="2795100" cy="3493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55"/>
          <p:cNvSpPr>
            <a:spLocks noGrp="1"/>
          </p:cNvSpPr>
          <p:nvPr>
            <p:ph type="pic" idx="5"/>
          </p:nvPr>
        </p:nvSpPr>
        <p:spPr>
          <a:xfrm>
            <a:off x="5481122" y="1940343"/>
            <a:ext cx="2142300" cy="2677800"/>
          </a:xfrm>
          <a:prstGeom prst="rect">
            <a:avLst/>
          </a:prstGeom>
          <a:noFill/>
          <a:ln>
            <a:noFill/>
          </a:ln>
        </p:spPr>
      </p:sp>
      <p:pic>
        <p:nvPicPr>
          <p:cNvPr id="80" name="Google Shape;8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55"/>
          <p:cNvGrpSpPr/>
          <p:nvPr/>
        </p:nvGrpSpPr>
        <p:grpSpPr>
          <a:xfrm>
            <a:off x="7571555" y="109066"/>
            <a:ext cx="1395087" cy="441585"/>
            <a:chOff x="5991694" y="1720305"/>
            <a:chExt cx="1929047" cy="618207"/>
          </a:xfrm>
        </p:grpSpPr>
        <p:sp>
          <p:nvSpPr>
            <p:cNvPr id="82" name="Google Shape;82;p55"/>
            <p:cNvSpPr/>
            <p:nvPr/>
          </p:nvSpPr>
          <p:spPr>
            <a:xfrm>
              <a:off x="5991694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5"/>
            <p:cNvSpPr/>
            <p:nvPr/>
          </p:nvSpPr>
          <p:spPr>
            <a:xfrm>
              <a:off x="6280756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5"/>
            <p:cNvSpPr/>
            <p:nvPr/>
          </p:nvSpPr>
          <p:spPr>
            <a:xfrm>
              <a:off x="6499027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5"/>
            <p:cNvSpPr/>
            <p:nvPr/>
          </p:nvSpPr>
          <p:spPr>
            <a:xfrm>
              <a:off x="6832755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5"/>
            <p:cNvSpPr/>
            <p:nvPr/>
          </p:nvSpPr>
          <p:spPr>
            <a:xfrm>
              <a:off x="7122660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5"/>
            <p:cNvSpPr/>
            <p:nvPr/>
          </p:nvSpPr>
          <p:spPr>
            <a:xfrm>
              <a:off x="7641792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5"/>
            <p:cNvSpPr/>
            <p:nvPr/>
          </p:nvSpPr>
          <p:spPr>
            <a:xfrm>
              <a:off x="7641792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5"/>
            <p:cNvSpPr/>
            <p:nvPr/>
          </p:nvSpPr>
          <p:spPr>
            <a:xfrm rot="10800000">
              <a:off x="7402452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5"/>
            <p:cNvSpPr/>
            <p:nvPr/>
          </p:nvSpPr>
          <p:spPr>
            <a:xfrm rot="10800000">
              <a:off x="7628308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5"/>
            <p:cNvSpPr/>
            <p:nvPr/>
          </p:nvSpPr>
          <p:spPr>
            <a:xfrm>
              <a:off x="7603869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5"/>
            <p:cNvSpPr/>
            <p:nvPr/>
          </p:nvSpPr>
          <p:spPr>
            <a:xfrm>
              <a:off x="7449646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5"/>
            <p:cNvSpPr/>
            <p:nvPr/>
          </p:nvSpPr>
          <p:spPr>
            <a:xfrm>
              <a:off x="7449646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5"/>
            <p:cNvSpPr/>
            <p:nvPr/>
          </p:nvSpPr>
          <p:spPr>
            <a:xfrm>
              <a:off x="7680559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1">
  <p:cSld name="Text 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6"/>
          <p:cNvSpPr txBox="1">
            <a:spLocks noGrp="1"/>
          </p:cNvSpPr>
          <p:nvPr>
            <p:ph type="title"/>
          </p:nvPr>
        </p:nvSpPr>
        <p:spPr>
          <a:xfrm>
            <a:off x="710514" y="141685"/>
            <a:ext cx="6211227" cy="4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72000" rIns="18000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7" name="Google Shape;97;p56"/>
          <p:cNvCxnSpPr/>
          <p:nvPr/>
        </p:nvCxnSpPr>
        <p:spPr>
          <a:xfrm>
            <a:off x="413036" y="4878740"/>
            <a:ext cx="0" cy="1485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56"/>
          <p:cNvSpPr txBox="1">
            <a:spLocks noGrp="1"/>
          </p:cNvSpPr>
          <p:nvPr>
            <p:ph type="body" idx="1"/>
          </p:nvPr>
        </p:nvSpPr>
        <p:spPr>
          <a:xfrm>
            <a:off x="171741" y="897966"/>
            <a:ext cx="8802000" cy="3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72000" rIns="18000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56"/>
          <p:cNvCxnSpPr/>
          <p:nvPr/>
        </p:nvCxnSpPr>
        <p:spPr>
          <a:xfrm>
            <a:off x="0" y="636374"/>
            <a:ext cx="9144000" cy="0"/>
          </a:xfrm>
          <a:prstGeom prst="straightConnector1">
            <a:avLst/>
          </a:prstGeom>
          <a:noFill/>
          <a:ln w="9525" cap="flat" cmpd="sng">
            <a:solidFill>
              <a:srgbClr val="4D90F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3"/>
          <p:cNvSpPr txBox="1">
            <a:spLocks noGrp="1"/>
          </p:cNvSpPr>
          <p:nvPr>
            <p:ph type="title"/>
          </p:nvPr>
        </p:nvSpPr>
        <p:spPr>
          <a:xfrm>
            <a:off x="252000" y="19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3"/>
          <p:cNvSpPr txBox="1">
            <a:spLocks noGrp="1"/>
          </p:cNvSpPr>
          <p:nvPr>
            <p:ph type="sldNum" idx="12"/>
          </p:nvPr>
        </p:nvSpPr>
        <p:spPr>
          <a:xfrm>
            <a:off x="175800" y="48642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accent3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7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5" name="Google Shape;105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7"/>
          <p:cNvSpPr txBox="1">
            <a:spLocks noGrp="1"/>
          </p:cNvSpPr>
          <p:nvPr>
            <p:ph type="ctrTitle"/>
          </p:nvPr>
        </p:nvSpPr>
        <p:spPr>
          <a:xfrm>
            <a:off x="1806000" y="2272350"/>
            <a:ext cx="55320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Medium"/>
              <a:buNone/>
              <a:defRPr sz="21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107" name="Google Shape;107;p57"/>
          <p:cNvSpPr txBox="1"/>
          <p:nvPr/>
        </p:nvSpPr>
        <p:spPr>
          <a:xfrm>
            <a:off x="0" y="-534925"/>
            <a:ext cx="7980300" cy="3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Notice : Images need to be sent to back manually. Logos need to be placed on top of the images.</a:t>
            </a:r>
            <a:endParaRPr sz="1400" b="0" i="0" u="none" strike="noStrike" cap="non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108" name="Google Shape;108;p57"/>
          <p:cNvGrpSpPr/>
          <p:nvPr/>
        </p:nvGrpSpPr>
        <p:grpSpPr>
          <a:xfrm>
            <a:off x="7571555" y="109066"/>
            <a:ext cx="1395087" cy="441585"/>
            <a:chOff x="5991694" y="1720305"/>
            <a:chExt cx="1929047" cy="618207"/>
          </a:xfrm>
        </p:grpSpPr>
        <p:sp>
          <p:nvSpPr>
            <p:cNvPr id="109" name="Google Shape;109;p57"/>
            <p:cNvSpPr/>
            <p:nvPr/>
          </p:nvSpPr>
          <p:spPr>
            <a:xfrm>
              <a:off x="5991694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7"/>
            <p:cNvSpPr/>
            <p:nvPr/>
          </p:nvSpPr>
          <p:spPr>
            <a:xfrm>
              <a:off x="6280756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7"/>
            <p:cNvSpPr/>
            <p:nvPr/>
          </p:nvSpPr>
          <p:spPr>
            <a:xfrm>
              <a:off x="6499027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7"/>
            <p:cNvSpPr/>
            <p:nvPr/>
          </p:nvSpPr>
          <p:spPr>
            <a:xfrm>
              <a:off x="6832755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57"/>
            <p:cNvSpPr/>
            <p:nvPr/>
          </p:nvSpPr>
          <p:spPr>
            <a:xfrm>
              <a:off x="7122660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7"/>
            <p:cNvSpPr/>
            <p:nvPr/>
          </p:nvSpPr>
          <p:spPr>
            <a:xfrm>
              <a:off x="7641792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7"/>
            <p:cNvSpPr/>
            <p:nvPr/>
          </p:nvSpPr>
          <p:spPr>
            <a:xfrm>
              <a:off x="7641792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7"/>
            <p:cNvSpPr/>
            <p:nvPr/>
          </p:nvSpPr>
          <p:spPr>
            <a:xfrm rot="10800000">
              <a:off x="7402452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7"/>
            <p:cNvSpPr/>
            <p:nvPr/>
          </p:nvSpPr>
          <p:spPr>
            <a:xfrm rot="10800000">
              <a:off x="7628308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7"/>
            <p:cNvSpPr/>
            <p:nvPr/>
          </p:nvSpPr>
          <p:spPr>
            <a:xfrm>
              <a:off x="7603869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7"/>
            <p:cNvSpPr/>
            <p:nvPr/>
          </p:nvSpPr>
          <p:spPr>
            <a:xfrm>
              <a:off x="7449646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7"/>
            <p:cNvSpPr/>
            <p:nvPr/>
          </p:nvSpPr>
          <p:spPr>
            <a:xfrm>
              <a:off x="7449646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7"/>
            <p:cNvSpPr/>
            <p:nvPr/>
          </p:nvSpPr>
          <p:spPr>
            <a:xfrm>
              <a:off x="7680559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4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4"/>
          <p:cNvSpPr txBox="1">
            <a:spLocks noGrp="1"/>
          </p:cNvSpPr>
          <p:nvPr>
            <p:ph type="subTitle" idx="1"/>
          </p:nvPr>
        </p:nvSpPr>
        <p:spPr>
          <a:xfrm>
            <a:off x="468312" y="807113"/>
            <a:ext cx="60702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5" name="Google Shape;125;p54"/>
          <p:cNvSpPr txBox="1">
            <a:spLocks noGrp="1"/>
          </p:cNvSpPr>
          <p:nvPr>
            <p:ph type="title"/>
          </p:nvPr>
        </p:nvSpPr>
        <p:spPr>
          <a:xfrm>
            <a:off x="468314" y="366713"/>
            <a:ext cx="8207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chart">
  <p:cSld name="Title with char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5"/>
          <p:cNvSpPr txBox="1">
            <a:spLocks noGrp="1"/>
          </p:cNvSpPr>
          <p:nvPr>
            <p:ph type="body" idx="1"/>
          </p:nvPr>
        </p:nvSpPr>
        <p:spPr>
          <a:xfrm>
            <a:off x="252000" y="1440001"/>
            <a:ext cx="273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28" name="Google Shape;128;p75"/>
          <p:cNvSpPr txBox="1">
            <a:spLocks noGrp="1"/>
          </p:cNvSpPr>
          <p:nvPr>
            <p:ph type="sldNum" idx="12"/>
          </p:nvPr>
        </p:nvSpPr>
        <p:spPr>
          <a:xfrm>
            <a:off x="194950" y="4962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75"/>
          <p:cNvSpPr txBox="1">
            <a:spLocks noGrp="1"/>
          </p:cNvSpPr>
          <p:nvPr>
            <p:ph type="title"/>
          </p:nvPr>
        </p:nvSpPr>
        <p:spPr>
          <a:xfrm>
            <a:off x="252000" y="198000"/>
            <a:ext cx="6480000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5"/>
          <p:cNvSpPr txBox="1">
            <a:spLocks noGrp="1"/>
          </p:cNvSpPr>
          <p:nvPr>
            <p:ph type="body" idx="2"/>
          </p:nvPr>
        </p:nvSpPr>
        <p:spPr>
          <a:xfrm>
            <a:off x="3132000" y="1440001"/>
            <a:ext cx="5760000" cy="3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venir"/>
              <a:buNone/>
              <a:defRPr/>
            </a:lvl1pPr>
            <a:lvl2pPr marL="914400" lvl="1" indent="-3429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75"/>
          <p:cNvSpPr txBox="1">
            <a:spLocks noGrp="1"/>
          </p:cNvSpPr>
          <p:nvPr>
            <p:ph type="body" idx="3"/>
          </p:nvPr>
        </p:nvSpPr>
        <p:spPr>
          <a:xfrm>
            <a:off x="252000" y="3407025"/>
            <a:ext cx="2736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Image_A">
  <p:cSld name="Title Slide with Image_A_1">
    <p:bg>
      <p:bgPr>
        <a:solidFill>
          <a:schemeClr val="accent3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8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34" name="Google Shape;134;p58"/>
          <p:cNvSpPr>
            <a:spLocks noGrp="1"/>
          </p:cNvSpPr>
          <p:nvPr>
            <p:ph type="pic" idx="3"/>
          </p:nvPr>
        </p:nvSpPr>
        <p:spPr>
          <a:xfrm>
            <a:off x="3029075" y="676072"/>
            <a:ext cx="5646600" cy="37914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5" name="Google Shape;135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8"/>
          <p:cNvSpPr/>
          <p:nvPr/>
        </p:nvSpPr>
        <p:spPr>
          <a:xfrm>
            <a:off x="5283504" y="2453982"/>
            <a:ext cx="3179700" cy="1792800"/>
          </a:xfrm>
          <a:prstGeom prst="rect">
            <a:avLst/>
          </a:prstGeom>
          <a:solidFill>
            <a:srgbClr val="EEEEEE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58"/>
          <p:cNvSpPr txBox="1">
            <a:spLocks noGrp="1"/>
          </p:cNvSpPr>
          <p:nvPr>
            <p:ph type="ctrTitle"/>
          </p:nvPr>
        </p:nvSpPr>
        <p:spPr>
          <a:xfrm>
            <a:off x="5460274" y="2453982"/>
            <a:ext cx="28263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58"/>
          <p:cNvSpPr txBox="1">
            <a:spLocks noGrp="1"/>
          </p:cNvSpPr>
          <p:nvPr>
            <p:ph type="subTitle" idx="1"/>
          </p:nvPr>
        </p:nvSpPr>
        <p:spPr>
          <a:xfrm>
            <a:off x="5460274" y="3508767"/>
            <a:ext cx="28263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58"/>
          <p:cNvSpPr txBox="1"/>
          <p:nvPr/>
        </p:nvSpPr>
        <p:spPr>
          <a:xfrm>
            <a:off x="0" y="-534925"/>
            <a:ext cx="7980300" cy="3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Notice : Images need to be sent to back manually. Logos need to be placed on top of the images.</a:t>
            </a:r>
            <a:endParaRPr sz="1400" b="0" i="0" u="none" strike="noStrike" cap="non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Image_B">
  <p:cSld name="Title Slide with Image_B_1">
    <p:bg>
      <p:bgPr>
        <a:solidFill>
          <a:schemeClr val="accent3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9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59"/>
          <p:cNvSpPr>
            <a:spLocks noGrp="1"/>
          </p:cNvSpPr>
          <p:nvPr>
            <p:ph type="pic" idx="3"/>
          </p:nvPr>
        </p:nvSpPr>
        <p:spPr>
          <a:xfrm>
            <a:off x="1548600" y="867995"/>
            <a:ext cx="6046800" cy="34074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3" name="Google Shape;143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9"/>
          <p:cNvSpPr txBox="1">
            <a:spLocks noGrp="1"/>
          </p:cNvSpPr>
          <p:nvPr>
            <p:ph type="ctrTitle"/>
          </p:nvPr>
        </p:nvSpPr>
        <p:spPr>
          <a:xfrm>
            <a:off x="2037806" y="2453982"/>
            <a:ext cx="50685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59"/>
          <p:cNvSpPr txBox="1">
            <a:spLocks noGrp="1"/>
          </p:cNvSpPr>
          <p:nvPr>
            <p:ph type="subTitle" idx="1"/>
          </p:nvPr>
        </p:nvSpPr>
        <p:spPr>
          <a:xfrm>
            <a:off x="2037806" y="3508767"/>
            <a:ext cx="50685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59"/>
          <p:cNvSpPr txBox="1"/>
          <p:nvPr/>
        </p:nvSpPr>
        <p:spPr>
          <a:xfrm>
            <a:off x="0" y="-534925"/>
            <a:ext cx="7980300" cy="3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Notice : Images need to be sent to back manually. Logos need to be placed on top of the images.</a:t>
            </a:r>
            <a:endParaRPr sz="1400" b="0" i="0" u="none" strike="noStrike" cap="non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ith Image_A">
  <p:cSld name="Section Header with Image_A">
    <p:bg>
      <p:bgPr>
        <a:solidFill>
          <a:schemeClr val="dk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0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9" name="Google Shape;149;p60"/>
          <p:cNvSpPr/>
          <p:nvPr/>
        </p:nvSpPr>
        <p:spPr>
          <a:xfrm>
            <a:off x="9141618" y="1715344"/>
            <a:ext cx="2381" cy="1330166"/>
          </a:xfrm>
          <a:custGeom>
            <a:avLst/>
            <a:gdLst/>
            <a:ahLst/>
            <a:cxnLst/>
            <a:rect l="l" t="t" r="r" b="b"/>
            <a:pathLst>
              <a:path w="2381" h="1330166" extrusionOk="0">
                <a:moveTo>
                  <a:pt x="0" y="1324213"/>
                </a:moveTo>
                <a:lnTo>
                  <a:pt x="2381" y="1330166"/>
                </a:lnTo>
                <a:lnTo>
                  <a:pt x="2381" y="5477"/>
                </a:lnTo>
                <a:lnTo>
                  <a:pt x="0" y="0"/>
                </a:lnTo>
                <a:lnTo>
                  <a:pt x="0" y="1324213"/>
                </a:lnTo>
                <a:close/>
              </a:path>
            </a:pathLst>
          </a:custGeom>
          <a:solidFill>
            <a:srgbClr val="7DAC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0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60"/>
          <p:cNvSpPr txBox="1">
            <a:spLocks noGrp="1"/>
          </p:cNvSpPr>
          <p:nvPr>
            <p:ph type="ctrTitle"/>
          </p:nvPr>
        </p:nvSpPr>
        <p:spPr>
          <a:xfrm>
            <a:off x="468312" y="3129700"/>
            <a:ext cx="67809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Medium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60"/>
          <p:cNvSpPr txBox="1">
            <a:spLocks noGrp="1"/>
          </p:cNvSpPr>
          <p:nvPr>
            <p:ph type="subTitle" idx="1"/>
          </p:nvPr>
        </p:nvSpPr>
        <p:spPr>
          <a:xfrm>
            <a:off x="468312" y="4184485"/>
            <a:ext cx="67809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53" name="Google Shape;153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0"/>
          <p:cNvSpPr txBox="1">
            <a:spLocks noGrp="1"/>
          </p:cNvSpPr>
          <p:nvPr>
            <p:ph type="subTitle" idx="3"/>
          </p:nvPr>
        </p:nvSpPr>
        <p:spPr>
          <a:xfrm>
            <a:off x="468325" y="874800"/>
            <a:ext cx="1724400" cy="15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5" name="Google Shape;155;p60"/>
          <p:cNvSpPr txBox="1"/>
          <p:nvPr/>
        </p:nvSpPr>
        <p:spPr>
          <a:xfrm>
            <a:off x="0" y="-534925"/>
            <a:ext cx="7980300" cy="3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Notice : Images need to be sent to back manually. Logos need to be placed on top of the images.</a:t>
            </a:r>
            <a:endParaRPr sz="1400" b="0" i="0" u="none" strike="noStrike" cap="non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156" name="Google Shape;156;p60"/>
          <p:cNvGrpSpPr/>
          <p:nvPr/>
        </p:nvGrpSpPr>
        <p:grpSpPr>
          <a:xfrm>
            <a:off x="7571555" y="109066"/>
            <a:ext cx="1395087" cy="441585"/>
            <a:chOff x="5991694" y="1720305"/>
            <a:chExt cx="1929047" cy="618207"/>
          </a:xfrm>
        </p:grpSpPr>
        <p:sp>
          <p:nvSpPr>
            <p:cNvPr id="157" name="Google Shape;157;p60"/>
            <p:cNvSpPr/>
            <p:nvPr/>
          </p:nvSpPr>
          <p:spPr>
            <a:xfrm>
              <a:off x="5991694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0"/>
            <p:cNvSpPr/>
            <p:nvPr/>
          </p:nvSpPr>
          <p:spPr>
            <a:xfrm>
              <a:off x="6280756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0"/>
            <p:cNvSpPr/>
            <p:nvPr/>
          </p:nvSpPr>
          <p:spPr>
            <a:xfrm>
              <a:off x="6499027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60"/>
            <p:cNvSpPr/>
            <p:nvPr/>
          </p:nvSpPr>
          <p:spPr>
            <a:xfrm>
              <a:off x="6832755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0"/>
            <p:cNvSpPr/>
            <p:nvPr/>
          </p:nvSpPr>
          <p:spPr>
            <a:xfrm>
              <a:off x="7122660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0"/>
            <p:cNvSpPr/>
            <p:nvPr/>
          </p:nvSpPr>
          <p:spPr>
            <a:xfrm>
              <a:off x="7641792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0"/>
            <p:cNvSpPr/>
            <p:nvPr/>
          </p:nvSpPr>
          <p:spPr>
            <a:xfrm>
              <a:off x="7641792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0"/>
            <p:cNvSpPr/>
            <p:nvPr/>
          </p:nvSpPr>
          <p:spPr>
            <a:xfrm rot="10800000">
              <a:off x="7402452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0"/>
            <p:cNvSpPr/>
            <p:nvPr/>
          </p:nvSpPr>
          <p:spPr>
            <a:xfrm rot="10800000">
              <a:off x="7628308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0"/>
            <p:cNvSpPr/>
            <p:nvPr/>
          </p:nvSpPr>
          <p:spPr>
            <a:xfrm>
              <a:off x="7603869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0"/>
            <p:cNvSpPr/>
            <p:nvPr/>
          </p:nvSpPr>
          <p:spPr>
            <a:xfrm>
              <a:off x="7449646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0"/>
            <p:cNvSpPr/>
            <p:nvPr/>
          </p:nvSpPr>
          <p:spPr>
            <a:xfrm>
              <a:off x="7449646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0"/>
            <p:cNvSpPr/>
            <p:nvPr/>
          </p:nvSpPr>
          <p:spPr>
            <a:xfrm>
              <a:off x="7680559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with Image_B">
  <p:cSld name="Section Header with Image_B">
    <p:bg>
      <p:bgPr>
        <a:solidFill>
          <a:schemeClr val="accen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1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61"/>
          <p:cNvSpPr/>
          <p:nvPr/>
        </p:nvSpPr>
        <p:spPr>
          <a:xfrm>
            <a:off x="0" y="737700"/>
            <a:ext cx="7431900" cy="366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61"/>
          <p:cNvSpPr>
            <a:spLocks noGrp="1"/>
          </p:cNvSpPr>
          <p:nvPr>
            <p:ph type="pic" idx="2"/>
          </p:nvPr>
        </p:nvSpPr>
        <p:spPr>
          <a:xfrm>
            <a:off x="0" y="1208700"/>
            <a:ext cx="4846800" cy="2726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1"/>
          <p:cNvSpPr txBox="1">
            <a:spLocks noGrp="1"/>
          </p:cNvSpPr>
          <p:nvPr>
            <p:ph type="ctrTitle"/>
          </p:nvPr>
        </p:nvSpPr>
        <p:spPr>
          <a:xfrm>
            <a:off x="5338354" y="2995749"/>
            <a:ext cx="16896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Medium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5" name="Google Shape;175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1"/>
          <p:cNvSpPr txBox="1">
            <a:spLocks noGrp="1"/>
          </p:cNvSpPr>
          <p:nvPr>
            <p:ph type="subTitle" idx="1"/>
          </p:nvPr>
        </p:nvSpPr>
        <p:spPr>
          <a:xfrm>
            <a:off x="5338350" y="1428075"/>
            <a:ext cx="16896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Roboto"/>
              <a:buNone/>
              <a:defRPr sz="6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2"/>
          <p:cNvSpPr txBox="1">
            <a:spLocks noGrp="1"/>
          </p:cNvSpPr>
          <p:nvPr>
            <p:ph type="body" idx="1"/>
          </p:nvPr>
        </p:nvSpPr>
        <p:spPr>
          <a:xfrm>
            <a:off x="468313" y="1680589"/>
            <a:ext cx="8207400" cy="29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79" name="Google Shape;179;p62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62"/>
          <p:cNvSpPr txBox="1">
            <a:spLocks noGrp="1"/>
          </p:cNvSpPr>
          <p:nvPr>
            <p:ph type="subTitle" idx="2"/>
          </p:nvPr>
        </p:nvSpPr>
        <p:spPr>
          <a:xfrm>
            <a:off x="468312" y="807113"/>
            <a:ext cx="60702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Medium"/>
              <a:buNone/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62"/>
          <p:cNvSpPr txBox="1">
            <a:spLocks noGrp="1"/>
          </p:cNvSpPr>
          <p:nvPr>
            <p:ph type="title"/>
          </p:nvPr>
        </p:nvSpPr>
        <p:spPr>
          <a:xfrm>
            <a:off x="468314" y="366713"/>
            <a:ext cx="8207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3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4" name="Google Shape;184;p63"/>
          <p:cNvSpPr/>
          <p:nvPr/>
        </p:nvSpPr>
        <p:spPr>
          <a:xfrm>
            <a:off x="0" y="0"/>
            <a:ext cx="6896700" cy="371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5" name="Google Shape;185;p63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6" name="Google Shape;186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3"/>
          <p:cNvSpPr txBox="1">
            <a:spLocks noGrp="1"/>
          </p:cNvSpPr>
          <p:nvPr>
            <p:ph type="body" idx="1"/>
          </p:nvPr>
        </p:nvSpPr>
        <p:spPr>
          <a:xfrm>
            <a:off x="468315" y="1558650"/>
            <a:ext cx="2605200" cy="17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188" name="Google Shape;188;p63"/>
          <p:cNvSpPr txBox="1">
            <a:spLocks noGrp="1"/>
          </p:cNvSpPr>
          <p:nvPr>
            <p:ph type="body" idx="3"/>
          </p:nvPr>
        </p:nvSpPr>
        <p:spPr>
          <a:xfrm>
            <a:off x="3307800" y="1558650"/>
            <a:ext cx="2605200" cy="17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189" name="Google Shape;189;p63"/>
          <p:cNvSpPr txBox="1">
            <a:spLocks noGrp="1"/>
          </p:cNvSpPr>
          <p:nvPr>
            <p:ph type="subTitle" idx="4"/>
          </p:nvPr>
        </p:nvSpPr>
        <p:spPr>
          <a:xfrm>
            <a:off x="468311" y="883313"/>
            <a:ext cx="54447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miBold"/>
              <a:buNone/>
              <a:defRPr sz="2000">
                <a:latin typeface="Roboto SemiBold"/>
                <a:ea typeface="Roboto SemiBold"/>
                <a:cs typeface="Roboto SemiBold"/>
                <a:sym typeface="Roboto SemiBold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miBold"/>
              <a:buNone/>
              <a:defRPr sz="1800">
                <a:latin typeface="Roboto SemiBold"/>
                <a:ea typeface="Roboto SemiBold"/>
                <a:cs typeface="Roboto SemiBold"/>
                <a:sym typeface="Roboto SemiBold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9pPr>
          </a:lstStyle>
          <a:p>
            <a:endParaRPr/>
          </a:p>
        </p:txBody>
      </p:sp>
      <p:sp>
        <p:nvSpPr>
          <p:cNvPr id="190" name="Google Shape;190;p63"/>
          <p:cNvSpPr txBox="1">
            <a:spLocks noGrp="1"/>
          </p:cNvSpPr>
          <p:nvPr>
            <p:ph type="title"/>
          </p:nvPr>
        </p:nvSpPr>
        <p:spPr>
          <a:xfrm>
            <a:off x="468314" y="519113"/>
            <a:ext cx="54447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63"/>
          <p:cNvGrpSpPr/>
          <p:nvPr/>
        </p:nvGrpSpPr>
        <p:grpSpPr>
          <a:xfrm>
            <a:off x="7571555" y="109066"/>
            <a:ext cx="1395087" cy="441585"/>
            <a:chOff x="5991694" y="1720305"/>
            <a:chExt cx="1929047" cy="618207"/>
          </a:xfrm>
        </p:grpSpPr>
        <p:sp>
          <p:nvSpPr>
            <p:cNvPr id="192" name="Google Shape;192;p63"/>
            <p:cNvSpPr/>
            <p:nvPr/>
          </p:nvSpPr>
          <p:spPr>
            <a:xfrm>
              <a:off x="5991694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3"/>
            <p:cNvSpPr/>
            <p:nvPr/>
          </p:nvSpPr>
          <p:spPr>
            <a:xfrm>
              <a:off x="6280756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3"/>
            <p:cNvSpPr/>
            <p:nvPr/>
          </p:nvSpPr>
          <p:spPr>
            <a:xfrm>
              <a:off x="6499027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3"/>
            <p:cNvSpPr/>
            <p:nvPr/>
          </p:nvSpPr>
          <p:spPr>
            <a:xfrm>
              <a:off x="6832755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3"/>
            <p:cNvSpPr/>
            <p:nvPr/>
          </p:nvSpPr>
          <p:spPr>
            <a:xfrm>
              <a:off x="7122660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3"/>
            <p:cNvSpPr/>
            <p:nvPr/>
          </p:nvSpPr>
          <p:spPr>
            <a:xfrm>
              <a:off x="7641792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3"/>
            <p:cNvSpPr/>
            <p:nvPr/>
          </p:nvSpPr>
          <p:spPr>
            <a:xfrm>
              <a:off x="7641792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3"/>
            <p:cNvSpPr/>
            <p:nvPr/>
          </p:nvSpPr>
          <p:spPr>
            <a:xfrm rot="10800000">
              <a:off x="7402452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3"/>
            <p:cNvSpPr/>
            <p:nvPr/>
          </p:nvSpPr>
          <p:spPr>
            <a:xfrm rot="10800000">
              <a:off x="7628308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3"/>
            <p:cNvSpPr/>
            <p:nvPr/>
          </p:nvSpPr>
          <p:spPr>
            <a:xfrm>
              <a:off x="7603869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63"/>
            <p:cNvSpPr/>
            <p:nvPr/>
          </p:nvSpPr>
          <p:spPr>
            <a:xfrm>
              <a:off x="7449646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63"/>
            <p:cNvSpPr/>
            <p:nvPr/>
          </p:nvSpPr>
          <p:spPr>
            <a:xfrm>
              <a:off x="7449646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3"/>
            <p:cNvSpPr/>
            <p:nvPr/>
          </p:nvSpPr>
          <p:spPr>
            <a:xfrm>
              <a:off x="7680559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3x Image_B">
  <p:cSld name="Content with 3x Image_B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4"/>
          <p:cNvSpPr>
            <a:spLocks noGrp="1"/>
          </p:cNvSpPr>
          <p:nvPr>
            <p:ph type="pic" idx="2"/>
          </p:nvPr>
        </p:nvSpPr>
        <p:spPr>
          <a:xfrm>
            <a:off x="5906023" y="807113"/>
            <a:ext cx="3028200" cy="20526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64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64"/>
          <p:cNvSpPr txBox="1">
            <a:spLocks noGrp="1"/>
          </p:cNvSpPr>
          <p:nvPr>
            <p:ph type="body" idx="1"/>
          </p:nvPr>
        </p:nvSpPr>
        <p:spPr>
          <a:xfrm>
            <a:off x="468315" y="1558649"/>
            <a:ext cx="3236400" cy="30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09" name="Google Shape;209;p64"/>
          <p:cNvSpPr txBox="1">
            <a:spLocks noGrp="1"/>
          </p:cNvSpPr>
          <p:nvPr>
            <p:ph type="subTitle" idx="3"/>
          </p:nvPr>
        </p:nvSpPr>
        <p:spPr>
          <a:xfrm>
            <a:off x="468312" y="807113"/>
            <a:ext cx="32364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miBold"/>
              <a:buNone/>
              <a:defRPr sz="2000">
                <a:latin typeface="Roboto SemiBold"/>
                <a:ea typeface="Roboto SemiBold"/>
                <a:cs typeface="Roboto SemiBold"/>
                <a:sym typeface="Roboto SemiBold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SemiBold"/>
              <a:buNone/>
              <a:defRPr sz="1800">
                <a:latin typeface="Roboto SemiBold"/>
                <a:ea typeface="Roboto SemiBold"/>
                <a:cs typeface="Roboto SemiBold"/>
                <a:sym typeface="Roboto SemiBold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9pPr>
          </a:lstStyle>
          <a:p>
            <a:endParaRPr/>
          </a:p>
        </p:txBody>
      </p:sp>
      <p:sp>
        <p:nvSpPr>
          <p:cNvPr id="210" name="Google Shape;210;p64"/>
          <p:cNvSpPr txBox="1">
            <a:spLocks noGrp="1"/>
          </p:cNvSpPr>
          <p:nvPr>
            <p:ph type="title"/>
          </p:nvPr>
        </p:nvSpPr>
        <p:spPr>
          <a:xfrm>
            <a:off x="468332" y="519125"/>
            <a:ext cx="5172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64"/>
          <p:cNvSpPr>
            <a:spLocks noGrp="1"/>
          </p:cNvSpPr>
          <p:nvPr>
            <p:ph type="pic" idx="4"/>
          </p:nvPr>
        </p:nvSpPr>
        <p:spPr>
          <a:xfrm>
            <a:off x="5028624" y="1248724"/>
            <a:ext cx="3028200" cy="20526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64"/>
          <p:cNvSpPr>
            <a:spLocks noGrp="1"/>
          </p:cNvSpPr>
          <p:nvPr>
            <p:ph type="pic" idx="5"/>
          </p:nvPr>
        </p:nvSpPr>
        <p:spPr>
          <a:xfrm>
            <a:off x="4158412" y="2571750"/>
            <a:ext cx="3028200" cy="205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3x Image_C">
  <p:cSld name="Content with 3x Image_C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5"/>
          <p:cNvSpPr txBox="1">
            <a:spLocks noGrp="1"/>
          </p:cNvSpPr>
          <p:nvPr>
            <p:ph type="body" idx="1"/>
          </p:nvPr>
        </p:nvSpPr>
        <p:spPr>
          <a:xfrm>
            <a:off x="4708899" y="1954474"/>
            <a:ext cx="36621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15" name="Google Shape;215;p65"/>
          <p:cNvSpPr>
            <a:spLocks noGrp="1"/>
          </p:cNvSpPr>
          <p:nvPr>
            <p:ph type="pic" idx="2"/>
          </p:nvPr>
        </p:nvSpPr>
        <p:spPr>
          <a:xfrm>
            <a:off x="0" y="0"/>
            <a:ext cx="2914200" cy="51324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65"/>
          <p:cNvSpPr>
            <a:spLocks noGrp="1"/>
          </p:cNvSpPr>
          <p:nvPr>
            <p:ph type="pic" idx="3"/>
          </p:nvPr>
        </p:nvSpPr>
        <p:spPr>
          <a:xfrm>
            <a:off x="1058500" y="534424"/>
            <a:ext cx="2313600" cy="40752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65"/>
          <p:cNvSpPr>
            <a:spLocks noGrp="1"/>
          </p:cNvSpPr>
          <p:nvPr>
            <p:ph type="pic" idx="4"/>
          </p:nvPr>
        </p:nvSpPr>
        <p:spPr>
          <a:xfrm>
            <a:off x="2132226" y="979887"/>
            <a:ext cx="1808100" cy="31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65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65"/>
          <p:cNvSpPr txBox="1">
            <a:spLocks noGrp="1"/>
          </p:cNvSpPr>
          <p:nvPr>
            <p:ph type="subTitle" idx="5"/>
          </p:nvPr>
        </p:nvSpPr>
        <p:spPr>
          <a:xfrm>
            <a:off x="4708895" y="1267226"/>
            <a:ext cx="36621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0" name="Google Shape;220;p65"/>
          <p:cNvSpPr txBox="1">
            <a:spLocks noGrp="1"/>
          </p:cNvSpPr>
          <p:nvPr>
            <p:ph type="title"/>
          </p:nvPr>
        </p:nvSpPr>
        <p:spPr>
          <a:xfrm>
            <a:off x="4708900" y="979225"/>
            <a:ext cx="4061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 Half">
  <p:cSld name="Image and Content Half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6"/>
          <p:cNvSpPr>
            <a:spLocks noGrp="1"/>
          </p:cNvSpPr>
          <p:nvPr>
            <p:ph type="pic" idx="2"/>
          </p:nvPr>
        </p:nvSpPr>
        <p:spPr>
          <a:xfrm>
            <a:off x="0" y="0"/>
            <a:ext cx="4320600" cy="5132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66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66"/>
          <p:cNvSpPr txBox="1">
            <a:spLocks noGrp="1"/>
          </p:cNvSpPr>
          <p:nvPr>
            <p:ph type="body" idx="1"/>
          </p:nvPr>
        </p:nvSpPr>
        <p:spPr>
          <a:xfrm>
            <a:off x="4708899" y="1954474"/>
            <a:ext cx="36621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25" name="Google Shape;225;p66"/>
          <p:cNvSpPr txBox="1">
            <a:spLocks noGrp="1"/>
          </p:cNvSpPr>
          <p:nvPr>
            <p:ph type="subTitle" idx="3"/>
          </p:nvPr>
        </p:nvSpPr>
        <p:spPr>
          <a:xfrm>
            <a:off x="4708895" y="1267226"/>
            <a:ext cx="36621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6" name="Google Shape;226;p66"/>
          <p:cNvSpPr txBox="1">
            <a:spLocks noGrp="1"/>
          </p:cNvSpPr>
          <p:nvPr>
            <p:ph type="title"/>
          </p:nvPr>
        </p:nvSpPr>
        <p:spPr>
          <a:xfrm>
            <a:off x="4708900" y="979225"/>
            <a:ext cx="40611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and Image">
  <p:cSld name="2 Column and Imag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7"/>
          <p:cNvSpPr>
            <a:spLocks noGrp="1"/>
          </p:cNvSpPr>
          <p:nvPr>
            <p:ph type="pic" idx="2"/>
          </p:nvPr>
        </p:nvSpPr>
        <p:spPr>
          <a:xfrm>
            <a:off x="6964600" y="0"/>
            <a:ext cx="2179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67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67"/>
          <p:cNvSpPr txBox="1">
            <a:spLocks noGrp="1"/>
          </p:cNvSpPr>
          <p:nvPr>
            <p:ph type="body" idx="1"/>
          </p:nvPr>
        </p:nvSpPr>
        <p:spPr>
          <a:xfrm>
            <a:off x="468315" y="1558650"/>
            <a:ext cx="2896500" cy="30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31" name="Google Shape;231;p67"/>
          <p:cNvSpPr txBox="1">
            <a:spLocks noGrp="1"/>
          </p:cNvSpPr>
          <p:nvPr>
            <p:ph type="body" idx="3"/>
          </p:nvPr>
        </p:nvSpPr>
        <p:spPr>
          <a:xfrm>
            <a:off x="3704735" y="1558650"/>
            <a:ext cx="2896500" cy="30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32" name="Google Shape;232;p67"/>
          <p:cNvSpPr txBox="1">
            <a:spLocks noGrp="1"/>
          </p:cNvSpPr>
          <p:nvPr>
            <p:ph type="subTitle" idx="4"/>
          </p:nvPr>
        </p:nvSpPr>
        <p:spPr>
          <a:xfrm>
            <a:off x="468311" y="807113"/>
            <a:ext cx="61329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3" name="Google Shape;233;p67"/>
          <p:cNvSpPr txBox="1">
            <a:spLocks noGrp="1"/>
          </p:cNvSpPr>
          <p:nvPr>
            <p:ph type="title"/>
          </p:nvPr>
        </p:nvSpPr>
        <p:spPr>
          <a:xfrm>
            <a:off x="468313" y="519113"/>
            <a:ext cx="6132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4" name="Google Shape;234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67"/>
          <p:cNvGrpSpPr/>
          <p:nvPr/>
        </p:nvGrpSpPr>
        <p:grpSpPr>
          <a:xfrm>
            <a:off x="7571555" y="109066"/>
            <a:ext cx="1395087" cy="441585"/>
            <a:chOff x="5991694" y="1720305"/>
            <a:chExt cx="1929047" cy="618207"/>
          </a:xfrm>
        </p:grpSpPr>
        <p:sp>
          <p:nvSpPr>
            <p:cNvPr id="236" name="Google Shape;236;p67"/>
            <p:cNvSpPr/>
            <p:nvPr/>
          </p:nvSpPr>
          <p:spPr>
            <a:xfrm>
              <a:off x="5991694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7"/>
            <p:cNvSpPr/>
            <p:nvPr/>
          </p:nvSpPr>
          <p:spPr>
            <a:xfrm>
              <a:off x="6280756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7"/>
            <p:cNvSpPr/>
            <p:nvPr/>
          </p:nvSpPr>
          <p:spPr>
            <a:xfrm>
              <a:off x="6499027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7"/>
            <p:cNvSpPr/>
            <p:nvPr/>
          </p:nvSpPr>
          <p:spPr>
            <a:xfrm>
              <a:off x="6832755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7"/>
            <p:cNvSpPr/>
            <p:nvPr/>
          </p:nvSpPr>
          <p:spPr>
            <a:xfrm>
              <a:off x="7122660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7"/>
            <p:cNvSpPr/>
            <p:nvPr/>
          </p:nvSpPr>
          <p:spPr>
            <a:xfrm>
              <a:off x="7641792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7"/>
            <p:cNvSpPr/>
            <p:nvPr/>
          </p:nvSpPr>
          <p:spPr>
            <a:xfrm>
              <a:off x="7641792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7"/>
            <p:cNvSpPr/>
            <p:nvPr/>
          </p:nvSpPr>
          <p:spPr>
            <a:xfrm rot="10800000">
              <a:off x="7402452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7"/>
            <p:cNvSpPr/>
            <p:nvPr/>
          </p:nvSpPr>
          <p:spPr>
            <a:xfrm rot="10800000">
              <a:off x="7628308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7"/>
            <p:cNvSpPr/>
            <p:nvPr/>
          </p:nvSpPr>
          <p:spPr>
            <a:xfrm>
              <a:off x="7603869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7"/>
            <p:cNvSpPr/>
            <p:nvPr/>
          </p:nvSpPr>
          <p:spPr>
            <a:xfrm>
              <a:off x="7449646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7"/>
            <p:cNvSpPr/>
            <p:nvPr/>
          </p:nvSpPr>
          <p:spPr>
            <a:xfrm>
              <a:off x="7449646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7"/>
            <p:cNvSpPr/>
            <p:nvPr/>
          </p:nvSpPr>
          <p:spPr>
            <a:xfrm>
              <a:off x="7680559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Third Content">
  <p:cSld name="One-Third Conten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8"/>
          <p:cNvSpPr/>
          <p:nvPr/>
        </p:nvSpPr>
        <p:spPr>
          <a:xfrm>
            <a:off x="0" y="-4175"/>
            <a:ext cx="3483000" cy="5143500"/>
          </a:xfrm>
          <a:prstGeom prst="rect">
            <a:avLst/>
          </a:prstGeom>
          <a:solidFill>
            <a:srgbClr val="5495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68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68"/>
          <p:cNvSpPr txBox="1">
            <a:spLocks noGrp="1"/>
          </p:cNvSpPr>
          <p:nvPr>
            <p:ph type="body" idx="1"/>
          </p:nvPr>
        </p:nvSpPr>
        <p:spPr>
          <a:xfrm>
            <a:off x="3951315" y="1558649"/>
            <a:ext cx="47244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53" name="Google Shape;253;p68"/>
          <p:cNvSpPr txBox="1">
            <a:spLocks noGrp="1"/>
          </p:cNvSpPr>
          <p:nvPr>
            <p:ph type="subTitle" idx="2"/>
          </p:nvPr>
        </p:nvSpPr>
        <p:spPr>
          <a:xfrm>
            <a:off x="468312" y="2452848"/>
            <a:ext cx="25536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SemiBold"/>
              <a:buNone/>
              <a:defRPr sz="1600">
                <a:solidFill>
                  <a:schemeClr val="lt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4" name="Google Shape;254;p68"/>
          <p:cNvSpPr txBox="1">
            <a:spLocks noGrp="1"/>
          </p:cNvSpPr>
          <p:nvPr>
            <p:ph type="title"/>
          </p:nvPr>
        </p:nvSpPr>
        <p:spPr>
          <a:xfrm>
            <a:off x="468315" y="1555248"/>
            <a:ext cx="25536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x Column and Table">
  <p:cSld name="3x Column and Table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9"/>
          <p:cNvSpPr/>
          <p:nvPr/>
        </p:nvSpPr>
        <p:spPr>
          <a:xfrm>
            <a:off x="0" y="2615774"/>
            <a:ext cx="9144000" cy="2527800"/>
          </a:xfrm>
          <a:prstGeom prst="rect">
            <a:avLst/>
          </a:prstGeom>
          <a:solidFill>
            <a:srgbClr val="5495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69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69"/>
          <p:cNvCxnSpPr/>
          <p:nvPr/>
        </p:nvCxnSpPr>
        <p:spPr>
          <a:xfrm rot="10800000">
            <a:off x="5879874" y="1361275"/>
            <a:ext cx="0" cy="67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69"/>
          <p:cNvSpPr txBox="1">
            <a:spLocks noGrp="1"/>
          </p:cNvSpPr>
          <p:nvPr>
            <p:ph type="body" idx="1"/>
          </p:nvPr>
        </p:nvSpPr>
        <p:spPr>
          <a:xfrm>
            <a:off x="468365" y="1372751"/>
            <a:ext cx="2605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261" name="Google Shape;261;p69"/>
          <p:cNvSpPr txBox="1">
            <a:spLocks noGrp="1"/>
          </p:cNvSpPr>
          <p:nvPr>
            <p:ph type="body" idx="2"/>
          </p:nvPr>
        </p:nvSpPr>
        <p:spPr>
          <a:xfrm>
            <a:off x="3269390" y="1372751"/>
            <a:ext cx="2605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262" name="Google Shape;262;p69"/>
          <p:cNvSpPr txBox="1">
            <a:spLocks noGrp="1"/>
          </p:cNvSpPr>
          <p:nvPr>
            <p:ph type="body" idx="3"/>
          </p:nvPr>
        </p:nvSpPr>
        <p:spPr>
          <a:xfrm>
            <a:off x="6070415" y="1372751"/>
            <a:ext cx="2605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63" name="Google Shape;263;p69"/>
          <p:cNvSpPr txBox="1">
            <a:spLocks noGrp="1"/>
          </p:cNvSpPr>
          <p:nvPr>
            <p:ph type="subTitle" idx="4"/>
          </p:nvPr>
        </p:nvSpPr>
        <p:spPr>
          <a:xfrm>
            <a:off x="468311" y="807113"/>
            <a:ext cx="54063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4" name="Google Shape;264;p69"/>
          <p:cNvSpPr txBox="1">
            <a:spLocks noGrp="1"/>
          </p:cNvSpPr>
          <p:nvPr>
            <p:ph type="title"/>
          </p:nvPr>
        </p:nvSpPr>
        <p:spPr>
          <a:xfrm>
            <a:off x="468314" y="366713"/>
            <a:ext cx="8207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69"/>
          <p:cNvSpPr txBox="1">
            <a:spLocks noGrp="1"/>
          </p:cNvSpPr>
          <p:nvPr>
            <p:ph type="body" idx="5"/>
          </p:nvPr>
        </p:nvSpPr>
        <p:spPr>
          <a:xfrm>
            <a:off x="468313" y="3100425"/>
            <a:ext cx="82113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and Content">
  <p:cSld name="Chart and Conten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0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70"/>
          <p:cNvSpPr/>
          <p:nvPr/>
        </p:nvSpPr>
        <p:spPr>
          <a:xfrm>
            <a:off x="5661000" y="-1"/>
            <a:ext cx="3483000" cy="5143500"/>
          </a:xfrm>
          <a:prstGeom prst="rect">
            <a:avLst/>
          </a:prstGeom>
          <a:solidFill>
            <a:srgbClr val="5495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70"/>
          <p:cNvSpPr txBox="1">
            <a:spLocks noGrp="1"/>
          </p:cNvSpPr>
          <p:nvPr>
            <p:ph type="body" idx="1"/>
          </p:nvPr>
        </p:nvSpPr>
        <p:spPr>
          <a:xfrm>
            <a:off x="6112284" y="1558649"/>
            <a:ext cx="2577000" cy="30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70" name="Google Shape;270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0"/>
          <p:cNvSpPr txBox="1">
            <a:spLocks noGrp="1"/>
          </p:cNvSpPr>
          <p:nvPr>
            <p:ph type="subTitle" idx="2"/>
          </p:nvPr>
        </p:nvSpPr>
        <p:spPr>
          <a:xfrm>
            <a:off x="468311" y="807113"/>
            <a:ext cx="47379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SemiBold"/>
              <a:buNone/>
              <a:defRPr sz="1600">
                <a:latin typeface="Roboto SemiBold"/>
                <a:ea typeface="Roboto SemiBold"/>
                <a:cs typeface="Roboto SemiBold"/>
                <a:sym typeface="Roboto SemiBold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2" name="Google Shape;272;p70"/>
          <p:cNvSpPr txBox="1">
            <a:spLocks noGrp="1"/>
          </p:cNvSpPr>
          <p:nvPr>
            <p:ph type="title"/>
          </p:nvPr>
        </p:nvSpPr>
        <p:spPr>
          <a:xfrm>
            <a:off x="468313" y="519113"/>
            <a:ext cx="47379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70"/>
          <p:cNvSpPr txBox="1">
            <a:spLocks noGrp="1"/>
          </p:cNvSpPr>
          <p:nvPr>
            <p:ph type="body" idx="3"/>
          </p:nvPr>
        </p:nvSpPr>
        <p:spPr>
          <a:xfrm>
            <a:off x="468330" y="1558650"/>
            <a:ext cx="4737900" cy="30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74" name="Google Shape;274;p70"/>
          <p:cNvSpPr txBox="1"/>
          <p:nvPr/>
        </p:nvSpPr>
        <p:spPr>
          <a:xfrm>
            <a:off x="0" y="-534925"/>
            <a:ext cx="7980300" cy="3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 Notice : Charts are used from “insert” option and colors are updated manually.</a:t>
            </a:r>
            <a:endParaRPr sz="1400" b="0" i="0" u="none" strike="noStrike" cap="none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275" name="Google Shape;275;p70"/>
          <p:cNvGrpSpPr/>
          <p:nvPr/>
        </p:nvGrpSpPr>
        <p:grpSpPr>
          <a:xfrm>
            <a:off x="7571555" y="109066"/>
            <a:ext cx="1395087" cy="441585"/>
            <a:chOff x="5991694" y="1720305"/>
            <a:chExt cx="1929047" cy="618207"/>
          </a:xfrm>
        </p:grpSpPr>
        <p:sp>
          <p:nvSpPr>
            <p:cNvPr id="276" name="Google Shape;276;p70"/>
            <p:cNvSpPr/>
            <p:nvPr/>
          </p:nvSpPr>
          <p:spPr>
            <a:xfrm>
              <a:off x="5991694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0"/>
            <p:cNvSpPr/>
            <p:nvPr/>
          </p:nvSpPr>
          <p:spPr>
            <a:xfrm>
              <a:off x="6280756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0"/>
            <p:cNvSpPr/>
            <p:nvPr/>
          </p:nvSpPr>
          <p:spPr>
            <a:xfrm>
              <a:off x="6499027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0"/>
            <p:cNvSpPr/>
            <p:nvPr/>
          </p:nvSpPr>
          <p:spPr>
            <a:xfrm>
              <a:off x="6832755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0"/>
            <p:cNvSpPr/>
            <p:nvPr/>
          </p:nvSpPr>
          <p:spPr>
            <a:xfrm>
              <a:off x="7122660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0"/>
            <p:cNvSpPr/>
            <p:nvPr/>
          </p:nvSpPr>
          <p:spPr>
            <a:xfrm>
              <a:off x="7641792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0"/>
            <p:cNvSpPr/>
            <p:nvPr/>
          </p:nvSpPr>
          <p:spPr>
            <a:xfrm>
              <a:off x="7641792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0"/>
            <p:cNvSpPr/>
            <p:nvPr/>
          </p:nvSpPr>
          <p:spPr>
            <a:xfrm rot="10800000">
              <a:off x="7402452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0"/>
            <p:cNvSpPr/>
            <p:nvPr/>
          </p:nvSpPr>
          <p:spPr>
            <a:xfrm rot="10800000">
              <a:off x="7628308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0"/>
            <p:cNvSpPr/>
            <p:nvPr/>
          </p:nvSpPr>
          <p:spPr>
            <a:xfrm>
              <a:off x="7603869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0"/>
            <p:cNvSpPr/>
            <p:nvPr/>
          </p:nvSpPr>
          <p:spPr>
            <a:xfrm>
              <a:off x="7449646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0"/>
            <p:cNvSpPr/>
            <p:nvPr/>
          </p:nvSpPr>
          <p:spPr>
            <a:xfrm>
              <a:off x="7449646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0"/>
            <p:cNvSpPr/>
            <p:nvPr/>
          </p:nvSpPr>
          <p:spPr>
            <a:xfrm>
              <a:off x="7680559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1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71"/>
          <p:cNvSpPr txBox="1">
            <a:spLocks noGrp="1"/>
          </p:cNvSpPr>
          <p:nvPr>
            <p:ph type="body" idx="1"/>
          </p:nvPr>
        </p:nvSpPr>
        <p:spPr>
          <a:xfrm>
            <a:off x="468313" y="1636440"/>
            <a:ext cx="1795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71"/>
          <p:cNvSpPr txBox="1">
            <a:spLocks noGrp="1"/>
          </p:cNvSpPr>
          <p:nvPr>
            <p:ph type="body" idx="2"/>
          </p:nvPr>
        </p:nvSpPr>
        <p:spPr>
          <a:xfrm>
            <a:off x="2605466" y="1636440"/>
            <a:ext cx="1795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71"/>
          <p:cNvSpPr txBox="1">
            <a:spLocks noGrp="1"/>
          </p:cNvSpPr>
          <p:nvPr>
            <p:ph type="body" idx="3"/>
          </p:nvPr>
        </p:nvSpPr>
        <p:spPr>
          <a:xfrm>
            <a:off x="4742619" y="1636440"/>
            <a:ext cx="1795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71"/>
          <p:cNvSpPr txBox="1">
            <a:spLocks noGrp="1"/>
          </p:cNvSpPr>
          <p:nvPr>
            <p:ph type="body" idx="4"/>
          </p:nvPr>
        </p:nvSpPr>
        <p:spPr>
          <a:xfrm>
            <a:off x="6879773" y="1636440"/>
            <a:ext cx="1795800" cy="2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sz="1100">
                <a:solidFill>
                  <a:schemeClr val="accen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71"/>
          <p:cNvSpPr txBox="1">
            <a:spLocks noGrp="1"/>
          </p:cNvSpPr>
          <p:nvPr>
            <p:ph type="body" idx="5"/>
          </p:nvPr>
        </p:nvSpPr>
        <p:spPr>
          <a:xfrm>
            <a:off x="468313" y="2106702"/>
            <a:ext cx="1795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296" name="Google Shape;296;p71"/>
          <p:cNvSpPr txBox="1">
            <a:spLocks noGrp="1"/>
          </p:cNvSpPr>
          <p:nvPr>
            <p:ph type="body" idx="6"/>
          </p:nvPr>
        </p:nvSpPr>
        <p:spPr>
          <a:xfrm>
            <a:off x="2605466" y="2106702"/>
            <a:ext cx="1795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297" name="Google Shape;297;p71"/>
          <p:cNvSpPr txBox="1">
            <a:spLocks noGrp="1"/>
          </p:cNvSpPr>
          <p:nvPr>
            <p:ph type="body" idx="7"/>
          </p:nvPr>
        </p:nvSpPr>
        <p:spPr>
          <a:xfrm>
            <a:off x="4742619" y="2106702"/>
            <a:ext cx="1795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298" name="Google Shape;298;p71"/>
          <p:cNvSpPr txBox="1">
            <a:spLocks noGrp="1"/>
          </p:cNvSpPr>
          <p:nvPr>
            <p:ph type="body" idx="8"/>
          </p:nvPr>
        </p:nvSpPr>
        <p:spPr>
          <a:xfrm>
            <a:off x="6879773" y="2106702"/>
            <a:ext cx="1795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solidFill>
                  <a:schemeClr val="dk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sp>
        <p:nvSpPr>
          <p:cNvPr id="299" name="Google Shape;299;p71"/>
          <p:cNvSpPr txBox="1">
            <a:spLocks noGrp="1"/>
          </p:cNvSpPr>
          <p:nvPr>
            <p:ph type="body" idx="9"/>
          </p:nvPr>
        </p:nvSpPr>
        <p:spPr>
          <a:xfrm>
            <a:off x="4946469" y="3419510"/>
            <a:ext cx="37293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>
                <a:solidFill>
                  <a:schemeClr val="accent1"/>
                </a:solidFill>
              </a:defRPr>
            </a:lvl1pPr>
            <a:lvl2pPr marL="914400" lvl="1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4pPr>
            <a:lvl5pPr marL="2286000" lvl="4" indent="-29845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•"/>
              <a:defRPr sz="1100">
                <a:solidFill>
                  <a:schemeClr val="accent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>
            <a:endParaRPr/>
          </a:p>
        </p:txBody>
      </p:sp>
      <p:cxnSp>
        <p:nvCxnSpPr>
          <p:cNvPr id="300" name="Google Shape;300;p71"/>
          <p:cNvCxnSpPr/>
          <p:nvPr/>
        </p:nvCxnSpPr>
        <p:spPr>
          <a:xfrm rot="10800000">
            <a:off x="4742619" y="3419510"/>
            <a:ext cx="0" cy="677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p71"/>
          <p:cNvSpPr txBox="1">
            <a:spLocks noGrp="1"/>
          </p:cNvSpPr>
          <p:nvPr>
            <p:ph type="subTitle" idx="13"/>
          </p:nvPr>
        </p:nvSpPr>
        <p:spPr>
          <a:xfrm>
            <a:off x="468312" y="807113"/>
            <a:ext cx="60702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2" name="Google Shape;302;p71"/>
          <p:cNvSpPr txBox="1">
            <a:spLocks noGrp="1"/>
          </p:cNvSpPr>
          <p:nvPr>
            <p:ph type="title"/>
          </p:nvPr>
        </p:nvSpPr>
        <p:spPr>
          <a:xfrm>
            <a:off x="468314" y="366713"/>
            <a:ext cx="8207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mmary ">
  <p:cSld name="Summary ">
    <p:bg>
      <p:bgPr>
        <a:solidFill>
          <a:schemeClr val="accent1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2"/>
          <p:cNvSpPr>
            <a:spLocks noGrp="1"/>
          </p:cNvSpPr>
          <p:nvPr>
            <p:ph type="pic" idx="2"/>
          </p:nvPr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05" name="Google Shape;305;p72"/>
          <p:cNvSpPr/>
          <p:nvPr/>
        </p:nvSpPr>
        <p:spPr>
          <a:xfrm>
            <a:off x="0" y="838075"/>
            <a:ext cx="5982300" cy="33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6" name="Google Shape;306;p72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7" name="Google Shape;307;p72"/>
          <p:cNvGrpSpPr/>
          <p:nvPr/>
        </p:nvGrpSpPr>
        <p:grpSpPr>
          <a:xfrm>
            <a:off x="0" y="-142745"/>
            <a:ext cx="3633257" cy="65100"/>
            <a:chOff x="0" y="-244475"/>
            <a:chExt cx="3633257" cy="65100"/>
          </a:xfrm>
        </p:grpSpPr>
        <p:sp>
          <p:nvSpPr>
            <p:cNvPr id="308" name="Google Shape;308;p72"/>
            <p:cNvSpPr/>
            <p:nvPr/>
          </p:nvSpPr>
          <p:spPr>
            <a:xfrm>
              <a:off x="0" y="-244475"/>
              <a:ext cx="272100" cy="65100"/>
            </a:xfrm>
            <a:prstGeom prst="rect">
              <a:avLst/>
            </a:prstGeom>
            <a:solidFill>
              <a:srgbClr val="5495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72"/>
            <p:cNvSpPr/>
            <p:nvPr/>
          </p:nvSpPr>
          <p:spPr>
            <a:xfrm>
              <a:off x="305560" y="-244475"/>
              <a:ext cx="272100" cy="65100"/>
            </a:xfrm>
            <a:prstGeom prst="rect">
              <a:avLst/>
            </a:prstGeom>
            <a:solidFill>
              <a:srgbClr val="7DAC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72"/>
            <p:cNvSpPr/>
            <p:nvPr/>
          </p:nvSpPr>
          <p:spPr>
            <a:xfrm>
              <a:off x="611119" y="-244475"/>
              <a:ext cx="272100" cy="65100"/>
            </a:xfrm>
            <a:prstGeom prst="rect">
              <a:avLst/>
            </a:prstGeom>
            <a:solidFill>
              <a:srgbClr val="A6CCE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72"/>
            <p:cNvSpPr/>
            <p:nvPr/>
          </p:nvSpPr>
          <p:spPr>
            <a:xfrm>
              <a:off x="916679" y="-244475"/>
              <a:ext cx="272100" cy="65100"/>
            </a:xfrm>
            <a:prstGeom prst="rect">
              <a:avLst/>
            </a:prstGeom>
            <a:solidFill>
              <a:srgbClr val="FF6D6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72"/>
            <p:cNvSpPr/>
            <p:nvPr/>
          </p:nvSpPr>
          <p:spPr>
            <a:xfrm>
              <a:off x="1222239" y="-244475"/>
              <a:ext cx="272100" cy="65100"/>
            </a:xfrm>
            <a:prstGeom prst="rect">
              <a:avLst/>
            </a:prstGeom>
            <a:solidFill>
              <a:srgbClr val="F3908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2"/>
            <p:cNvSpPr/>
            <p:nvPr/>
          </p:nvSpPr>
          <p:spPr>
            <a:xfrm>
              <a:off x="1527798" y="-244475"/>
              <a:ext cx="272100" cy="65100"/>
            </a:xfrm>
            <a:prstGeom prst="rect">
              <a:avLst/>
            </a:prstGeom>
            <a:solidFill>
              <a:srgbClr val="E6B2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2"/>
            <p:cNvSpPr/>
            <p:nvPr/>
          </p:nvSpPr>
          <p:spPr>
            <a:xfrm>
              <a:off x="1833358" y="-244475"/>
              <a:ext cx="272100" cy="65100"/>
            </a:xfrm>
            <a:prstGeom prst="rect">
              <a:avLst/>
            </a:prstGeom>
            <a:solidFill>
              <a:srgbClr val="4F235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2"/>
            <p:cNvSpPr/>
            <p:nvPr/>
          </p:nvSpPr>
          <p:spPr>
            <a:xfrm>
              <a:off x="2138918" y="-244475"/>
              <a:ext cx="272100" cy="65100"/>
            </a:xfrm>
            <a:prstGeom prst="rect">
              <a:avLst/>
            </a:prstGeom>
            <a:solidFill>
              <a:srgbClr val="6039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72"/>
            <p:cNvSpPr/>
            <p:nvPr/>
          </p:nvSpPr>
          <p:spPr>
            <a:xfrm>
              <a:off x="2444478" y="-244475"/>
              <a:ext cx="272100" cy="65100"/>
            </a:xfrm>
            <a:prstGeom prst="rect">
              <a:avLst/>
            </a:prstGeom>
            <a:solidFill>
              <a:srgbClr val="724F7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72"/>
            <p:cNvSpPr/>
            <p:nvPr/>
          </p:nvSpPr>
          <p:spPr>
            <a:xfrm>
              <a:off x="2750037" y="-244475"/>
              <a:ext cx="272100" cy="65100"/>
            </a:xfrm>
            <a:prstGeom prst="rect">
              <a:avLst/>
            </a:prstGeom>
            <a:solidFill>
              <a:srgbClr val="37986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2"/>
            <p:cNvSpPr/>
            <p:nvPr/>
          </p:nvSpPr>
          <p:spPr>
            <a:xfrm>
              <a:off x="3055597" y="-244475"/>
              <a:ext cx="272100" cy="65100"/>
            </a:xfrm>
            <a:prstGeom prst="rect">
              <a:avLst/>
            </a:pr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2"/>
            <p:cNvSpPr/>
            <p:nvPr/>
          </p:nvSpPr>
          <p:spPr>
            <a:xfrm>
              <a:off x="3361157" y="-244475"/>
              <a:ext cx="272100" cy="65100"/>
            </a:xfrm>
            <a:prstGeom prst="rect">
              <a:avLst/>
            </a:prstGeom>
            <a:solidFill>
              <a:srgbClr val="7DB68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72"/>
          <p:cNvSpPr txBox="1">
            <a:spLocks noGrp="1"/>
          </p:cNvSpPr>
          <p:nvPr>
            <p:ph type="title"/>
          </p:nvPr>
        </p:nvSpPr>
        <p:spPr>
          <a:xfrm>
            <a:off x="468314" y="1413354"/>
            <a:ext cx="20238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Medium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1" name="Google Shape;321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72"/>
          <p:cNvSpPr txBox="1">
            <a:spLocks noGrp="1"/>
          </p:cNvSpPr>
          <p:nvPr>
            <p:ph type="body" idx="1"/>
          </p:nvPr>
        </p:nvSpPr>
        <p:spPr>
          <a:xfrm>
            <a:off x="2778732" y="1413353"/>
            <a:ext cx="690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3" name="Google Shape;323;p72"/>
          <p:cNvSpPr txBox="1">
            <a:spLocks noGrp="1"/>
          </p:cNvSpPr>
          <p:nvPr>
            <p:ph type="body" idx="3"/>
          </p:nvPr>
        </p:nvSpPr>
        <p:spPr>
          <a:xfrm>
            <a:off x="3633278" y="1410000"/>
            <a:ext cx="18873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4" name="Google Shape;324;p72"/>
          <p:cNvSpPr txBox="1">
            <a:spLocks noGrp="1"/>
          </p:cNvSpPr>
          <p:nvPr>
            <p:ph type="body" idx="4"/>
          </p:nvPr>
        </p:nvSpPr>
        <p:spPr>
          <a:xfrm>
            <a:off x="3633278" y="1589249"/>
            <a:ext cx="1887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5" name="Google Shape;325;p72"/>
          <p:cNvSpPr txBox="1">
            <a:spLocks noGrp="1"/>
          </p:cNvSpPr>
          <p:nvPr>
            <p:ph type="body" idx="5"/>
          </p:nvPr>
        </p:nvSpPr>
        <p:spPr>
          <a:xfrm>
            <a:off x="2778732" y="1909458"/>
            <a:ext cx="690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72"/>
          <p:cNvSpPr txBox="1">
            <a:spLocks noGrp="1"/>
          </p:cNvSpPr>
          <p:nvPr>
            <p:ph type="body" idx="6"/>
          </p:nvPr>
        </p:nvSpPr>
        <p:spPr>
          <a:xfrm>
            <a:off x="3633278" y="1908766"/>
            <a:ext cx="18873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72"/>
          <p:cNvSpPr txBox="1">
            <a:spLocks noGrp="1"/>
          </p:cNvSpPr>
          <p:nvPr>
            <p:ph type="body" idx="7"/>
          </p:nvPr>
        </p:nvSpPr>
        <p:spPr>
          <a:xfrm>
            <a:off x="3633278" y="2088015"/>
            <a:ext cx="1887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72"/>
          <p:cNvSpPr txBox="1">
            <a:spLocks noGrp="1"/>
          </p:cNvSpPr>
          <p:nvPr>
            <p:ph type="body" idx="8"/>
          </p:nvPr>
        </p:nvSpPr>
        <p:spPr>
          <a:xfrm>
            <a:off x="2778732" y="2405563"/>
            <a:ext cx="690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72"/>
          <p:cNvSpPr txBox="1">
            <a:spLocks noGrp="1"/>
          </p:cNvSpPr>
          <p:nvPr>
            <p:ph type="body" idx="9"/>
          </p:nvPr>
        </p:nvSpPr>
        <p:spPr>
          <a:xfrm>
            <a:off x="3633278" y="2405563"/>
            <a:ext cx="18873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0" name="Google Shape;330;p72"/>
          <p:cNvSpPr txBox="1">
            <a:spLocks noGrp="1"/>
          </p:cNvSpPr>
          <p:nvPr>
            <p:ph type="body" idx="13"/>
          </p:nvPr>
        </p:nvSpPr>
        <p:spPr>
          <a:xfrm>
            <a:off x="3633278" y="2584812"/>
            <a:ext cx="1887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72"/>
          <p:cNvSpPr txBox="1">
            <a:spLocks noGrp="1"/>
          </p:cNvSpPr>
          <p:nvPr>
            <p:ph type="body" idx="14"/>
          </p:nvPr>
        </p:nvSpPr>
        <p:spPr>
          <a:xfrm>
            <a:off x="2778732" y="2901668"/>
            <a:ext cx="690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72"/>
          <p:cNvSpPr txBox="1">
            <a:spLocks noGrp="1"/>
          </p:cNvSpPr>
          <p:nvPr>
            <p:ph type="body" idx="15"/>
          </p:nvPr>
        </p:nvSpPr>
        <p:spPr>
          <a:xfrm>
            <a:off x="3633278" y="2901453"/>
            <a:ext cx="18873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72"/>
          <p:cNvSpPr txBox="1">
            <a:spLocks noGrp="1"/>
          </p:cNvSpPr>
          <p:nvPr>
            <p:ph type="body" idx="16"/>
          </p:nvPr>
        </p:nvSpPr>
        <p:spPr>
          <a:xfrm>
            <a:off x="3633278" y="3080702"/>
            <a:ext cx="1887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72"/>
          <p:cNvSpPr txBox="1">
            <a:spLocks noGrp="1"/>
          </p:cNvSpPr>
          <p:nvPr>
            <p:ph type="body" idx="17"/>
          </p:nvPr>
        </p:nvSpPr>
        <p:spPr>
          <a:xfrm>
            <a:off x="2778732" y="3397774"/>
            <a:ext cx="690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72"/>
          <p:cNvSpPr txBox="1">
            <a:spLocks noGrp="1"/>
          </p:cNvSpPr>
          <p:nvPr>
            <p:ph type="body" idx="18"/>
          </p:nvPr>
        </p:nvSpPr>
        <p:spPr>
          <a:xfrm>
            <a:off x="3633278" y="3397774"/>
            <a:ext cx="1887300" cy="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72"/>
          <p:cNvSpPr txBox="1">
            <a:spLocks noGrp="1"/>
          </p:cNvSpPr>
          <p:nvPr>
            <p:ph type="body" idx="19"/>
          </p:nvPr>
        </p:nvSpPr>
        <p:spPr>
          <a:xfrm>
            <a:off x="3633278" y="3577023"/>
            <a:ext cx="1887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7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7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4"/>
          <p:cNvSpPr txBox="1">
            <a:spLocks noGrp="1"/>
          </p:cNvSpPr>
          <p:nvPr>
            <p:ph type="sldNum" idx="12"/>
          </p:nvPr>
        </p:nvSpPr>
        <p:spPr>
          <a:xfrm>
            <a:off x="194950" y="4962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5A5A5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74"/>
          <p:cNvSpPr/>
          <p:nvPr/>
        </p:nvSpPr>
        <p:spPr>
          <a:xfrm>
            <a:off x="8006576" y="141249"/>
            <a:ext cx="973800" cy="86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 type="obj">
  <p:cSld name="OBJECT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">
  <p:cSld name="4_Title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7"/>
          <p:cNvSpPr txBox="1">
            <a:spLocks noGrp="1"/>
          </p:cNvSpPr>
          <p:nvPr>
            <p:ph type="title"/>
          </p:nvPr>
        </p:nvSpPr>
        <p:spPr>
          <a:xfrm>
            <a:off x="450000" y="830619"/>
            <a:ext cx="82440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77"/>
          <p:cNvSpPr txBox="1">
            <a:spLocks noGrp="1"/>
          </p:cNvSpPr>
          <p:nvPr>
            <p:ph type="ftr" idx="11"/>
          </p:nvPr>
        </p:nvSpPr>
        <p:spPr>
          <a:xfrm>
            <a:off x="144066" y="146385"/>
            <a:ext cx="6912600" cy="1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7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>
            <a:spLocks noGrp="1"/>
          </p:cNvSpPr>
          <p:nvPr>
            <p:ph type="title"/>
          </p:nvPr>
        </p:nvSpPr>
        <p:spPr>
          <a:xfrm>
            <a:off x="468314" y="366713"/>
            <a:ext cx="8207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Roboto Light"/>
              <a:buNone/>
              <a:defRPr sz="26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1"/>
          <p:cNvSpPr txBox="1">
            <a:spLocks noGrp="1"/>
          </p:cNvSpPr>
          <p:nvPr>
            <p:ph type="body" idx="1"/>
          </p:nvPr>
        </p:nvSpPr>
        <p:spPr>
          <a:xfrm>
            <a:off x="468313" y="906717"/>
            <a:ext cx="8207400" cy="3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8" name="Google Shape;8;p51"/>
          <p:cNvSpPr txBox="1">
            <a:spLocks noGrp="1"/>
          </p:cNvSpPr>
          <p:nvPr>
            <p:ph type="sldNum" idx="12"/>
          </p:nvPr>
        </p:nvSpPr>
        <p:spPr>
          <a:xfrm>
            <a:off x="468314" y="4728125"/>
            <a:ext cx="4128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51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51"/>
          <p:cNvGrpSpPr/>
          <p:nvPr/>
        </p:nvGrpSpPr>
        <p:grpSpPr>
          <a:xfrm>
            <a:off x="7501620" y="198159"/>
            <a:ext cx="1382548" cy="415806"/>
            <a:chOff x="1427489" y="1720305"/>
            <a:chExt cx="1929047" cy="618207"/>
          </a:xfrm>
        </p:grpSpPr>
        <p:sp>
          <p:nvSpPr>
            <p:cNvPr id="11" name="Google Shape;11;p51"/>
            <p:cNvSpPr/>
            <p:nvPr/>
          </p:nvSpPr>
          <p:spPr>
            <a:xfrm>
              <a:off x="1427489" y="2070930"/>
              <a:ext cx="251981" cy="267582"/>
            </a:xfrm>
            <a:custGeom>
              <a:avLst/>
              <a:gdLst/>
              <a:ahLst/>
              <a:cxnLst/>
              <a:rect l="l" t="t" r="r" b="b"/>
              <a:pathLst>
                <a:path w="251981" h="267582" extrusionOk="0">
                  <a:moveTo>
                    <a:pt x="183719" y="195444"/>
                  </a:moveTo>
                  <a:cubicBezTo>
                    <a:pt x="183719" y="185379"/>
                    <a:pt x="179505" y="177829"/>
                    <a:pt x="170235" y="171958"/>
                  </a:cubicBezTo>
                  <a:cubicBezTo>
                    <a:pt x="160965" y="166925"/>
                    <a:pt x="144953" y="161053"/>
                    <a:pt x="121356" y="155181"/>
                  </a:cubicBezTo>
                  <a:cubicBezTo>
                    <a:pt x="97759" y="149310"/>
                    <a:pt x="79218" y="143438"/>
                    <a:pt x="65734" y="137566"/>
                  </a:cubicBezTo>
                  <a:cubicBezTo>
                    <a:pt x="28653" y="121629"/>
                    <a:pt x="10113" y="99819"/>
                    <a:pt x="10113" y="72977"/>
                  </a:cubicBezTo>
                  <a:cubicBezTo>
                    <a:pt x="10113" y="46135"/>
                    <a:pt x="15169" y="46135"/>
                    <a:pt x="25282" y="35230"/>
                  </a:cubicBezTo>
                  <a:cubicBezTo>
                    <a:pt x="35395" y="24326"/>
                    <a:pt x="49722" y="15938"/>
                    <a:pt x="68263" y="9227"/>
                  </a:cubicBezTo>
                  <a:cubicBezTo>
                    <a:pt x="86803" y="3355"/>
                    <a:pt x="107872" y="0"/>
                    <a:pt x="131469" y="0"/>
                  </a:cubicBezTo>
                  <a:cubicBezTo>
                    <a:pt x="155065" y="0"/>
                    <a:pt x="175291" y="3355"/>
                    <a:pt x="193832" y="10066"/>
                  </a:cubicBezTo>
                  <a:cubicBezTo>
                    <a:pt x="212372" y="16776"/>
                    <a:pt x="226699" y="26003"/>
                    <a:pt x="236812" y="38586"/>
                  </a:cubicBezTo>
                  <a:cubicBezTo>
                    <a:pt x="246925" y="51168"/>
                    <a:pt x="251981" y="64589"/>
                    <a:pt x="251981" y="80527"/>
                  </a:cubicBezTo>
                  <a:lnTo>
                    <a:pt x="184562" y="80527"/>
                  </a:lnTo>
                  <a:cubicBezTo>
                    <a:pt x="184562" y="68783"/>
                    <a:pt x="179505" y="59556"/>
                    <a:pt x="170235" y="52846"/>
                  </a:cubicBezTo>
                  <a:cubicBezTo>
                    <a:pt x="160965" y="46135"/>
                    <a:pt x="147481" y="42780"/>
                    <a:pt x="130626" y="42780"/>
                  </a:cubicBezTo>
                  <a:cubicBezTo>
                    <a:pt x="113771" y="42780"/>
                    <a:pt x="101130" y="45296"/>
                    <a:pt x="91859" y="51168"/>
                  </a:cubicBezTo>
                  <a:cubicBezTo>
                    <a:pt x="82589" y="57040"/>
                    <a:pt x="78375" y="63750"/>
                    <a:pt x="78375" y="72977"/>
                  </a:cubicBezTo>
                  <a:cubicBezTo>
                    <a:pt x="78375" y="82204"/>
                    <a:pt x="83432" y="88915"/>
                    <a:pt x="94388" y="93948"/>
                  </a:cubicBezTo>
                  <a:cubicBezTo>
                    <a:pt x="105343" y="99819"/>
                    <a:pt x="120513" y="104852"/>
                    <a:pt x="141582" y="109885"/>
                  </a:cubicBezTo>
                  <a:cubicBezTo>
                    <a:pt x="180348" y="119112"/>
                    <a:pt x="208159" y="130856"/>
                    <a:pt x="225014" y="144277"/>
                  </a:cubicBezTo>
                  <a:cubicBezTo>
                    <a:pt x="241868" y="157698"/>
                    <a:pt x="251139" y="174474"/>
                    <a:pt x="251139" y="195444"/>
                  </a:cubicBezTo>
                  <a:cubicBezTo>
                    <a:pt x="251139" y="216415"/>
                    <a:pt x="240183" y="235708"/>
                    <a:pt x="219114" y="248290"/>
                  </a:cubicBezTo>
                  <a:cubicBezTo>
                    <a:pt x="198046" y="260872"/>
                    <a:pt x="168549" y="267583"/>
                    <a:pt x="132311" y="267583"/>
                  </a:cubicBezTo>
                  <a:cubicBezTo>
                    <a:pt x="96073" y="267583"/>
                    <a:pt x="84275" y="264228"/>
                    <a:pt x="63206" y="256678"/>
                  </a:cubicBezTo>
                  <a:cubicBezTo>
                    <a:pt x="42137" y="249129"/>
                    <a:pt x="26968" y="239063"/>
                    <a:pt x="16012" y="226481"/>
                  </a:cubicBezTo>
                  <a:cubicBezTo>
                    <a:pt x="5056" y="213899"/>
                    <a:pt x="0" y="198800"/>
                    <a:pt x="0" y="182023"/>
                  </a:cubicBezTo>
                  <a:lnTo>
                    <a:pt x="67420" y="182023"/>
                  </a:lnTo>
                  <a:cubicBezTo>
                    <a:pt x="67420" y="210543"/>
                    <a:pt x="89331" y="224803"/>
                    <a:pt x="132311" y="224803"/>
                  </a:cubicBezTo>
                  <a:cubicBezTo>
                    <a:pt x="175291" y="224803"/>
                    <a:pt x="160965" y="222287"/>
                    <a:pt x="170235" y="217254"/>
                  </a:cubicBezTo>
                  <a:cubicBezTo>
                    <a:pt x="179505" y="212221"/>
                    <a:pt x="183719" y="204671"/>
                    <a:pt x="183719" y="195444"/>
                  </a:cubicBezTo>
                  <a:close/>
                </a:path>
              </a:pathLst>
            </a:custGeom>
            <a:solidFill>
              <a:srgbClr val="10112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1"/>
            <p:cNvSpPr/>
            <p:nvPr/>
          </p:nvSpPr>
          <p:spPr>
            <a:xfrm>
              <a:off x="1716551" y="2074286"/>
              <a:ext cx="250295" cy="260872"/>
            </a:xfrm>
            <a:custGeom>
              <a:avLst/>
              <a:gdLst/>
              <a:ahLst/>
              <a:cxnLst/>
              <a:rect l="l" t="t" r="r" b="b"/>
              <a:pathLst>
                <a:path w="250295" h="260872" extrusionOk="0">
                  <a:moveTo>
                    <a:pt x="67420" y="169441"/>
                  </a:move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55"/>
                    <a:pt x="192146" y="10905"/>
                  </a:cubicBezTo>
                  <a:cubicBezTo>
                    <a:pt x="210687" y="18454"/>
                    <a:pt x="225014" y="28520"/>
                    <a:pt x="235126" y="41102"/>
                  </a:cubicBezTo>
                  <a:cubicBezTo>
                    <a:pt x="245239" y="54523"/>
                    <a:pt x="250296" y="69622"/>
                    <a:pt x="250296" y="86398"/>
                  </a:cubicBezTo>
                  <a:cubicBezTo>
                    <a:pt x="250296" y="111563"/>
                    <a:pt x="239340" y="131694"/>
                    <a:pt x="217429" y="146793"/>
                  </a:cubicBezTo>
                  <a:cubicBezTo>
                    <a:pt x="195517" y="161892"/>
                    <a:pt x="165178" y="168602"/>
                    <a:pt x="126412" y="168602"/>
                  </a:cubicBezTo>
                  <a:lnTo>
                    <a:pt x="67420" y="168602"/>
                  </a:lnTo>
                  <a:close/>
                  <a:moveTo>
                    <a:pt x="67420" y="125823"/>
                  </a:moveTo>
                  <a:lnTo>
                    <a:pt x="127255" y="125823"/>
                  </a:lnTo>
                  <a:cubicBezTo>
                    <a:pt x="144953" y="125823"/>
                    <a:pt x="158436" y="122467"/>
                    <a:pt x="167707" y="115757"/>
                  </a:cubicBezTo>
                  <a:cubicBezTo>
                    <a:pt x="176977" y="109046"/>
                    <a:pt x="182033" y="99819"/>
                    <a:pt x="182033" y="87237"/>
                  </a:cubicBezTo>
                  <a:cubicBezTo>
                    <a:pt x="182033" y="74655"/>
                    <a:pt x="176977" y="63750"/>
                    <a:pt x="167707" y="56201"/>
                  </a:cubicBezTo>
                  <a:cubicBezTo>
                    <a:pt x="158436" y="48651"/>
                    <a:pt x="144953" y="44457"/>
                    <a:pt x="128940" y="43619"/>
                  </a:cubicBezTo>
                  <a:lnTo>
                    <a:pt x="67420" y="43619"/>
                  </a:lnTo>
                  <a:lnTo>
                    <a:pt x="67420" y="125823"/>
                  </a:lnTo>
                  <a:close/>
                </a:path>
              </a:pathLst>
            </a:custGeom>
            <a:solidFill>
              <a:srgbClr val="10112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1"/>
            <p:cNvSpPr/>
            <p:nvPr/>
          </p:nvSpPr>
          <p:spPr>
            <a:xfrm>
              <a:off x="1934822" y="2074286"/>
              <a:ext cx="306759" cy="260872"/>
            </a:xfrm>
            <a:custGeom>
              <a:avLst/>
              <a:gdLst/>
              <a:ahLst/>
              <a:cxnLst/>
              <a:rect l="l" t="t" r="r" b="b"/>
              <a:pathLst>
                <a:path w="306759" h="260872" extrusionOk="0">
                  <a:moveTo>
                    <a:pt x="212372" y="207188"/>
                  </a:moveTo>
                  <a:lnTo>
                    <a:pt x="94388" y="207188"/>
                  </a:lnTo>
                  <a:lnTo>
                    <a:pt x="71633" y="260872"/>
                  </a:lnTo>
                  <a:lnTo>
                    <a:pt x="0" y="260872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0872"/>
                  </a:lnTo>
                  <a:lnTo>
                    <a:pt x="235126" y="260872"/>
                  </a:lnTo>
                  <a:lnTo>
                    <a:pt x="212372" y="207188"/>
                  </a:lnTo>
                  <a:close/>
                  <a:moveTo>
                    <a:pt x="112928" y="163569"/>
                  </a:moveTo>
                  <a:lnTo>
                    <a:pt x="194675" y="163569"/>
                  </a:lnTo>
                  <a:lnTo>
                    <a:pt x="153380" y="66267"/>
                  </a:lnTo>
                  <a:lnTo>
                    <a:pt x="112928" y="163569"/>
                  </a:lnTo>
                  <a:close/>
                </a:path>
              </a:pathLst>
            </a:custGeom>
            <a:solidFill>
              <a:srgbClr val="10112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1"/>
            <p:cNvSpPr/>
            <p:nvPr/>
          </p:nvSpPr>
          <p:spPr>
            <a:xfrm>
              <a:off x="2268550" y="2074286"/>
              <a:ext cx="254509" cy="260872"/>
            </a:xfrm>
            <a:custGeom>
              <a:avLst/>
              <a:gdLst/>
              <a:ahLst/>
              <a:cxnLst/>
              <a:rect l="l" t="t" r="r" b="b"/>
              <a:pathLst>
                <a:path w="254509" h="260872" extrusionOk="0">
                  <a:moveTo>
                    <a:pt x="121356" y="165247"/>
                  </a:moveTo>
                  <a:lnTo>
                    <a:pt x="67420" y="165247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11"/>
                    <a:pt x="210687" y="20970"/>
                  </a:cubicBezTo>
                  <a:cubicBezTo>
                    <a:pt x="231755" y="34392"/>
                    <a:pt x="241868" y="53684"/>
                    <a:pt x="241868" y="78849"/>
                  </a:cubicBezTo>
                  <a:cubicBezTo>
                    <a:pt x="241868" y="104013"/>
                    <a:pt x="236812" y="111563"/>
                    <a:pt x="227542" y="123306"/>
                  </a:cubicBezTo>
                  <a:cubicBezTo>
                    <a:pt x="218271" y="135050"/>
                    <a:pt x="203102" y="144277"/>
                    <a:pt x="183719" y="151826"/>
                  </a:cubicBezTo>
                  <a:lnTo>
                    <a:pt x="254510" y="258356"/>
                  </a:lnTo>
                  <a:lnTo>
                    <a:pt x="254510" y="260872"/>
                  </a:lnTo>
                  <a:lnTo>
                    <a:pt x="182033" y="260872"/>
                  </a:lnTo>
                  <a:lnTo>
                    <a:pt x="120513" y="165247"/>
                  </a:lnTo>
                  <a:close/>
                  <a:moveTo>
                    <a:pt x="67420" y="121629"/>
                  </a:moveTo>
                  <a:lnTo>
                    <a:pt x="122198" y="121629"/>
                  </a:lnTo>
                  <a:cubicBezTo>
                    <a:pt x="139053" y="121629"/>
                    <a:pt x="152537" y="118273"/>
                    <a:pt x="161807" y="111563"/>
                  </a:cubicBezTo>
                  <a:cubicBezTo>
                    <a:pt x="171078" y="104852"/>
                    <a:pt x="176134" y="95625"/>
                    <a:pt x="176134" y="83043"/>
                  </a:cubicBezTo>
                  <a:cubicBezTo>
                    <a:pt x="176134" y="70461"/>
                    <a:pt x="171920" y="61234"/>
                    <a:pt x="162650" y="53684"/>
                  </a:cubicBezTo>
                  <a:cubicBezTo>
                    <a:pt x="154223" y="46974"/>
                    <a:pt x="140739" y="42780"/>
                    <a:pt x="122198" y="42780"/>
                  </a:cubicBezTo>
                  <a:lnTo>
                    <a:pt x="68263" y="42780"/>
                  </a:lnTo>
                  <a:lnTo>
                    <a:pt x="68263" y="120790"/>
                  </a:lnTo>
                  <a:close/>
                </a:path>
              </a:pathLst>
            </a:custGeom>
            <a:solidFill>
              <a:srgbClr val="10112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1"/>
            <p:cNvSpPr/>
            <p:nvPr/>
          </p:nvSpPr>
          <p:spPr>
            <a:xfrm>
              <a:off x="2558455" y="2074286"/>
              <a:ext cx="266308" cy="260872"/>
            </a:xfrm>
            <a:custGeom>
              <a:avLst/>
              <a:gdLst/>
              <a:ahLst/>
              <a:cxnLst/>
              <a:rect l="l" t="t" r="r" b="b"/>
              <a:pathLst>
                <a:path w="266308" h="260872" extrusionOk="0">
                  <a:moveTo>
                    <a:pt x="102815" y="156020"/>
                  </a:moveTo>
                  <a:lnTo>
                    <a:pt x="67420" y="186218"/>
                  </a:lnTo>
                  <a:lnTo>
                    <a:pt x="67420" y="260872"/>
                  </a:lnTo>
                  <a:lnTo>
                    <a:pt x="0" y="260872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8273"/>
                  </a:lnTo>
                  <a:lnTo>
                    <a:pt x="96916" y="85559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5757"/>
                  </a:lnTo>
                  <a:lnTo>
                    <a:pt x="266308" y="260872"/>
                  </a:lnTo>
                  <a:lnTo>
                    <a:pt x="186247" y="260872"/>
                  </a:lnTo>
                  <a:lnTo>
                    <a:pt x="101972" y="156020"/>
                  </a:lnTo>
                  <a:close/>
                </a:path>
              </a:pathLst>
            </a:custGeom>
            <a:solidFill>
              <a:srgbClr val="10112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1"/>
            <p:cNvSpPr/>
            <p:nvPr/>
          </p:nvSpPr>
          <p:spPr>
            <a:xfrm>
              <a:off x="3077587" y="1720305"/>
              <a:ext cx="40451" cy="257516"/>
            </a:xfrm>
            <a:custGeom>
              <a:avLst/>
              <a:gdLst/>
              <a:ahLst/>
              <a:cxnLst/>
              <a:rect l="l" t="t" r="r" b="b"/>
              <a:pathLst>
                <a:path w="40451" h="257516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7517"/>
                  </a:lnTo>
                  <a:lnTo>
                    <a:pt x="5899" y="257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1"/>
            <p:cNvSpPr/>
            <p:nvPr/>
          </p:nvSpPr>
          <p:spPr>
            <a:xfrm>
              <a:off x="3077587" y="2024795"/>
              <a:ext cx="40451" cy="258355"/>
            </a:xfrm>
            <a:custGeom>
              <a:avLst/>
              <a:gdLst/>
              <a:ahLst/>
              <a:cxnLst/>
              <a:rect l="l" t="t" r="r" b="b"/>
              <a:pathLst>
                <a:path w="40451" h="258355" extrusionOk="0">
                  <a:moveTo>
                    <a:pt x="40452" y="258356"/>
                  </a:moveTo>
                  <a:lnTo>
                    <a:pt x="0" y="258356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58356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1"/>
            <p:cNvSpPr/>
            <p:nvPr/>
          </p:nvSpPr>
          <p:spPr>
            <a:xfrm rot="10800000">
              <a:off x="2838247" y="1970272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1"/>
            <p:cNvSpPr/>
            <p:nvPr/>
          </p:nvSpPr>
          <p:spPr>
            <a:xfrm rot="10800000">
              <a:off x="3064103" y="2020601"/>
              <a:ext cx="292433" cy="11743"/>
            </a:xfrm>
            <a:custGeom>
              <a:avLst/>
              <a:gdLst/>
              <a:ahLst/>
              <a:cxnLst/>
              <a:rect l="l" t="t" r="r" b="b"/>
              <a:pathLst>
                <a:path w="292433" h="11743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743"/>
                  </a:lnTo>
                  <a:lnTo>
                    <a:pt x="0" y="11743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1"/>
            <p:cNvSpPr/>
            <p:nvPr/>
          </p:nvSpPr>
          <p:spPr>
            <a:xfrm>
              <a:off x="3039664" y="1788249"/>
              <a:ext cx="270521" cy="193766"/>
            </a:xfrm>
            <a:custGeom>
              <a:avLst/>
              <a:gdLst/>
              <a:ahLst/>
              <a:cxnLst/>
              <a:rect l="l" t="t" r="r" b="b"/>
              <a:pathLst>
                <a:path w="270521" h="193766" extrusionOk="0">
                  <a:moveTo>
                    <a:pt x="244397" y="0"/>
                  </a:moveTo>
                  <a:lnTo>
                    <a:pt x="75004" y="183701"/>
                  </a:lnTo>
                  <a:lnTo>
                    <a:pt x="41295" y="183701"/>
                  </a:lnTo>
                  <a:cubicBezTo>
                    <a:pt x="41295" y="183701"/>
                    <a:pt x="39609" y="182023"/>
                    <a:pt x="39609" y="182023"/>
                  </a:cubicBezTo>
                  <a:lnTo>
                    <a:pt x="0" y="182023"/>
                  </a:lnTo>
                  <a:lnTo>
                    <a:pt x="1685" y="183701"/>
                  </a:lnTo>
                  <a:cubicBezTo>
                    <a:pt x="8427" y="190412"/>
                    <a:pt x="16855" y="193767"/>
                    <a:pt x="25282" y="193767"/>
                  </a:cubicBezTo>
                  <a:lnTo>
                    <a:pt x="91017" y="193767"/>
                  </a:lnTo>
                  <a:cubicBezTo>
                    <a:pt x="100287" y="193767"/>
                    <a:pt x="108714" y="190412"/>
                    <a:pt x="114614" y="183701"/>
                  </a:cubicBezTo>
                  <a:lnTo>
                    <a:pt x="270522" y="26842"/>
                  </a:lnTo>
                  <a:lnTo>
                    <a:pt x="243554" y="839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1"/>
            <p:cNvSpPr/>
            <p:nvPr/>
          </p:nvSpPr>
          <p:spPr>
            <a:xfrm>
              <a:off x="2885441" y="1788249"/>
              <a:ext cx="193831" cy="182023"/>
            </a:xfrm>
            <a:custGeom>
              <a:avLst/>
              <a:gdLst/>
              <a:ahLst/>
              <a:cxnLst/>
              <a:rect l="l" t="t" r="r" b="b"/>
              <a:pathLst>
                <a:path w="193831" h="182023" extrusionOk="0">
                  <a:moveTo>
                    <a:pt x="26125" y="0"/>
                  </a:moveTo>
                  <a:lnTo>
                    <a:pt x="0" y="26842"/>
                  </a:lnTo>
                  <a:lnTo>
                    <a:pt x="154223" y="182023"/>
                  </a:lnTo>
                  <a:lnTo>
                    <a:pt x="193832" y="182023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1"/>
            <p:cNvSpPr/>
            <p:nvPr/>
          </p:nvSpPr>
          <p:spPr>
            <a:xfrm>
              <a:off x="2885441" y="2020601"/>
              <a:ext cx="270521" cy="192928"/>
            </a:xfrm>
            <a:custGeom>
              <a:avLst/>
              <a:gdLst/>
              <a:ahLst/>
              <a:cxnLst/>
              <a:rect l="l" t="t" r="r" b="b"/>
              <a:pathLst>
                <a:path w="270521" h="192928" extrusionOk="0">
                  <a:moveTo>
                    <a:pt x="230913" y="11743"/>
                  </a:moveTo>
                  <a:lnTo>
                    <a:pt x="270522" y="11743"/>
                  </a:lnTo>
                  <a:lnTo>
                    <a:pt x="268836" y="10066"/>
                  </a:lnTo>
                  <a:cubicBezTo>
                    <a:pt x="262094" y="3355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55"/>
                    <a:pt x="155908" y="10066"/>
                  </a:cubicBezTo>
                  <a:lnTo>
                    <a:pt x="0" y="166925"/>
                  </a:lnTo>
                  <a:lnTo>
                    <a:pt x="26968" y="192928"/>
                  </a:lnTo>
                  <a:lnTo>
                    <a:pt x="196360" y="9227"/>
                  </a:lnTo>
                  <a:lnTo>
                    <a:pt x="230070" y="9227"/>
                  </a:lnTo>
                  <a:cubicBezTo>
                    <a:pt x="230070" y="9227"/>
                    <a:pt x="231755" y="10905"/>
                    <a:pt x="231755" y="10905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1"/>
            <p:cNvSpPr/>
            <p:nvPr/>
          </p:nvSpPr>
          <p:spPr>
            <a:xfrm>
              <a:off x="3116354" y="2032345"/>
              <a:ext cx="194674" cy="182023"/>
            </a:xfrm>
            <a:custGeom>
              <a:avLst/>
              <a:gdLst/>
              <a:ahLst/>
              <a:cxnLst/>
              <a:rect l="l" t="t" r="r" b="b"/>
              <a:pathLst>
                <a:path w="194674" h="182023" extrusionOk="0">
                  <a:moveTo>
                    <a:pt x="167707" y="182023"/>
                  </a:moveTo>
                  <a:lnTo>
                    <a:pt x="194675" y="156020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2023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95">
          <p15:clr>
            <a:srgbClr val="A4A3A4"/>
          </p15:clr>
        </p15:guide>
        <p15:guide id="2" pos="5465">
          <p15:clr>
            <a:srgbClr val="A4A3A4"/>
          </p15:clr>
        </p15:guide>
        <p15:guide id="3">
          <p15:clr>
            <a:srgbClr val="F26B43"/>
          </p15:clr>
        </p15:guide>
        <p15:guide id="4" pos="5760">
          <p15:clr>
            <a:srgbClr val="F26B43"/>
          </p15:clr>
        </p15:guide>
        <p15:guide id="5" orient="horz" pos="3072">
          <p15:clr>
            <a:srgbClr val="A4A3A4"/>
          </p15:clr>
        </p15:guide>
        <p15:guide id="6" orient="horz" pos="327">
          <p15:clr>
            <a:srgbClr val="A4A3A4"/>
          </p15:clr>
        </p15:guide>
        <p15:guide id="7" orient="horz" pos="2913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"/>
          <p:cNvSpPr txBox="1">
            <a:spLocks noGrp="1"/>
          </p:cNvSpPr>
          <p:nvPr>
            <p:ph type="ctrTitle"/>
          </p:nvPr>
        </p:nvSpPr>
        <p:spPr>
          <a:xfrm>
            <a:off x="468306" y="3357250"/>
            <a:ext cx="35640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400" dirty="0">
                <a:solidFill>
                  <a:schemeClr val="lt2"/>
                </a:solidFill>
              </a:rPr>
              <a:t>Imagine Design Workshop </a:t>
            </a:r>
            <a:br>
              <a:rPr lang="en-US" sz="1400" dirty="0">
                <a:solidFill>
                  <a:schemeClr val="lt1"/>
                </a:solidFill>
              </a:rPr>
            </a:br>
            <a:r>
              <a:rPr lang="en-US" sz="1400" b="1" dirty="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Plan to Produce</a:t>
            </a:r>
            <a:r>
              <a:rPr lang="en-US" sz="1400" dirty="0">
                <a:solidFill>
                  <a:schemeClr val="lt2"/>
                </a:solidFill>
              </a:rPr>
              <a:t> | </a:t>
            </a:r>
            <a:r>
              <a:rPr lang="en-US" sz="1400" dirty="0">
                <a:solidFill>
                  <a:schemeClr val="lt1"/>
                </a:solidFill>
              </a:rPr>
              <a:t>Energy Production cycle demo</a:t>
            </a:r>
            <a:br>
              <a:rPr lang="en-US" sz="1400" dirty="0">
                <a:solidFill>
                  <a:schemeClr val="lt1"/>
                </a:solidFill>
              </a:rPr>
            </a:br>
            <a:br>
              <a:rPr lang="en-US" sz="1400" dirty="0">
                <a:solidFill>
                  <a:schemeClr val="lt1"/>
                </a:solidFill>
              </a:rPr>
            </a:br>
            <a:endParaRPr sz="1400" dirty="0">
              <a:solidFill>
                <a:schemeClr val="lt2"/>
              </a:solidFill>
            </a:endParaRPr>
          </a:p>
        </p:txBody>
      </p:sp>
      <p:sp>
        <p:nvSpPr>
          <p:cNvPr id="353" name="Google Shape;353;p1"/>
          <p:cNvSpPr txBox="1">
            <a:spLocks noGrp="1"/>
          </p:cNvSpPr>
          <p:nvPr>
            <p:ph type="subTitle" idx="1"/>
          </p:nvPr>
        </p:nvSpPr>
        <p:spPr>
          <a:xfrm>
            <a:off x="468306" y="4466550"/>
            <a:ext cx="3428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 dirty="0"/>
              <a:t>29/08/2025</a:t>
            </a:r>
            <a:endParaRPr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" name="Google Shape;359;g37939d10a63_0_4"/>
          <p:cNvGraphicFramePr/>
          <p:nvPr>
            <p:extLst>
              <p:ext uri="{D42A27DB-BD31-4B8C-83A1-F6EECF244321}">
                <p14:modId xmlns:p14="http://schemas.microsoft.com/office/powerpoint/2010/main" val="2741196412"/>
              </p:ext>
            </p:extLst>
          </p:nvPr>
        </p:nvGraphicFramePr>
        <p:xfrm>
          <a:off x="468324" y="884679"/>
          <a:ext cx="7470800" cy="958635"/>
        </p:xfrm>
        <a:graphic>
          <a:graphicData uri="http://schemas.openxmlformats.org/drawingml/2006/table">
            <a:tbl>
              <a:tblPr firstRow="1" bandRow="1">
                <a:noFill/>
                <a:tableStyleId>{16D66ADF-5204-4EAD-9262-810E1AC5909A}</a:tableStyleId>
              </a:tblPr>
              <a:tblGrid>
                <a:gridCol w="73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dirty="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Sr. No</a:t>
                      </a:r>
                    </a:p>
                  </a:txBody>
                  <a:tcPr marL="68600" marR="68600" marT="34300" marB="343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Topic</a:t>
                      </a:r>
                      <a:endParaRPr lang="en-US" sz="1500" b="0" u="none" strike="noStrike" cap="none">
                        <a:solidFill>
                          <a:schemeClr val="lt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lt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Presented by </a:t>
                      </a:r>
                      <a:endParaRPr lang="en-US" sz="1800" b="0" dirty="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51425" marR="51425" marT="27000" marB="270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Energy production cycle </a:t>
                      </a:r>
                    </a:p>
                  </a:txBody>
                  <a:tcPr marL="51425" marR="51425" marT="27000" marB="270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952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Juan Pablo Bernal Nino</a:t>
                      </a:r>
                    </a:p>
                  </a:txBody>
                  <a:tcPr marL="51425" marR="51425" marT="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0" name="Google Shape;360;g37939d10a63_0_4"/>
          <p:cNvSpPr/>
          <p:nvPr/>
        </p:nvSpPr>
        <p:spPr>
          <a:xfrm>
            <a:off x="3833741" y="1539102"/>
            <a:ext cx="34200" cy="342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7939d10a63_0_4"/>
          <p:cNvSpPr txBox="1">
            <a:spLocks noGrp="1"/>
          </p:cNvSpPr>
          <p:nvPr>
            <p:ph type="title"/>
          </p:nvPr>
        </p:nvSpPr>
        <p:spPr>
          <a:xfrm>
            <a:off x="410625" y="369925"/>
            <a:ext cx="6321300" cy="43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939d10a63_0_359"/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br>
              <a:rPr lang="en-US" sz="2400" dirty="0"/>
            </a:br>
            <a:endParaRPr sz="2400" dirty="0"/>
          </a:p>
        </p:txBody>
      </p:sp>
      <p:sp>
        <p:nvSpPr>
          <p:cNvPr id="367" name="Google Shape;367;g37939d10a63_0_359"/>
          <p:cNvSpPr txBox="1"/>
          <p:nvPr/>
        </p:nvSpPr>
        <p:spPr>
          <a:xfrm>
            <a:off x="194725" y="986375"/>
            <a:ext cx="7810500" cy="28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sz="1800" b="1" dirty="0">
                <a:solidFill>
                  <a:schemeClr val="dk1"/>
                </a:solidFill>
              </a:rPr>
              <a:t>BOM structure</a:t>
            </a:r>
          </a:p>
          <a:p>
            <a:pPr marL="3683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endParaRPr lang="en-US" sz="1200" dirty="0">
              <a:solidFill>
                <a:schemeClr val="dk1"/>
              </a:solidFill>
            </a:endParaRPr>
          </a:p>
          <a:p>
            <a:pPr marL="139700" lvl="0">
              <a:buClr>
                <a:schemeClr val="dk1"/>
              </a:buClr>
              <a:buSzPts val="1400"/>
            </a:pPr>
            <a:r>
              <a:rPr lang="en-US" sz="1200" dirty="0"/>
              <a:t>A Bill of Materials (BOM) is a comprehensive list of raw materials, components, and assemblies required to build or manufacture a product. In the context of energy production, the BOM is divided into sections for energy and normal products, each with specific headers and components.</a:t>
            </a:r>
          </a:p>
          <a:p>
            <a:pPr marL="139700" lvl="0">
              <a:buClr>
                <a:schemeClr val="dk1"/>
              </a:buClr>
              <a:buSzPts val="1400"/>
            </a:pP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46FA0-1A34-136B-BB91-9382EE01F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0" y="2264154"/>
            <a:ext cx="5701512" cy="247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7939d10a63_0_372"/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endParaRPr sz="2400" dirty="0"/>
          </a:p>
        </p:txBody>
      </p:sp>
      <p:sp>
        <p:nvSpPr>
          <p:cNvPr id="379" name="Google Shape;379;g37939d10a63_0_372"/>
          <p:cNvSpPr txBox="1"/>
          <p:nvPr/>
        </p:nvSpPr>
        <p:spPr>
          <a:xfrm>
            <a:off x="194725" y="986375"/>
            <a:ext cx="7810500" cy="28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+mn-lt"/>
                <a:ea typeface="Roboto Light"/>
                <a:cs typeface="Roboto Light"/>
                <a:sym typeface="Roboto Light"/>
              </a:rPr>
              <a:t>Normal Soda Ash Production BOM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r>
              <a:rPr lang="en-US" sz="1200" b="1" dirty="0"/>
              <a:t>BOM 1 Header - Soda Ash:</a:t>
            </a:r>
            <a:r>
              <a:rPr lang="en-US" sz="1200" dirty="0"/>
              <a:t> A normal product.</a:t>
            </a:r>
          </a:p>
          <a:p>
            <a:endParaRPr lang="en-US" sz="1200" dirty="0"/>
          </a:p>
          <a:p>
            <a:r>
              <a:rPr lang="en-US" sz="1200" b="1" dirty="0"/>
              <a:t>Components:</a:t>
            </a:r>
            <a:endParaRPr lang="en-US" sz="1200" dirty="0"/>
          </a:p>
          <a:p>
            <a:pPr lvl="1"/>
            <a:r>
              <a:rPr lang="en-US" sz="1200" b="1" dirty="0"/>
              <a:t>Lime:</a:t>
            </a:r>
            <a:r>
              <a:rPr lang="en-US" sz="1200" dirty="0"/>
              <a:t> Normal input.</a:t>
            </a:r>
          </a:p>
          <a:p>
            <a:pPr lvl="1"/>
            <a:r>
              <a:rPr lang="en-US" sz="1200" b="1" dirty="0"/>
              <a:t>Other Raw Material (SALT):</a:t>
            </a:r>
            <a:r>
              <a:rPr lang="en-US" sz="1200" dirty="0"/>
              <a:t> Normal input.</a:t>
            </a:r>
          </a:p>
          <a:p>
            <a:pPr lvl="1"/>
            <a:r>
              <a:rPr lang="en-US" sz="1200" b="1" dirty="0"/>
              <a:t>Steam:</a:t>
            </a:r>
            <a:r>
              <a:rPr lang="en-US" sz="1200" dirty="0"/>
              <a:t> </a:t>
            </a:r>
            <a:r>
              <a:rPr lang="en-US" sz="1200" b="1" dirty="0"/>
              <a:t>Byproduct</a:t>
            </a:r>
            <a:r>
              <a:rPr lang="en-US" sz="1200" dirty="0"/>
              <a:t>, indicating it is produced incidentally during the manufacturing process</a:t>
            </a:r>
          </a:p>
          <a:p>
            <a:pPr lvl="1"/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r>
              <a:rPr lang="en-US" sz="1200" b="1" dirty="0"/>
              <a:t>Co-product:</a:t>
            </a:r>
            <a:r>
              <a:rPr lang="en-US" sz="1200" dirty="0"/>
              <a:t> Items like steam and electricity are produced simultaneously with other products, highlighting their role in energy generation or manufacturing processes.</a:t>
            </a:r>
          </a:p>
          <a:p>
            <a:endParaRPr lang="en-US" sz="1200" dirty="0"/>
          </a:p>
          <a:p>
            <a:r>
              <a:rPr lang="en-US" sz="1200" b="1" dirty="0"/>
              <a:t>Normal Inputs:</a:t>
            </a:r>
            <a:r>
              <a:rPr lang="en-US" sz="1200" dirty="0"/>
              <a:t> Materials such as Pet Coke, Coal, Biomass, and Lime are standard inputs necessary for the production process.</a:t>
            </a:r>
          </a:p>
          <a:p>
            <a:endParaRPr lang="en-US" sz="1200" dirty="0"/>
          </a:p>
          <a:p>
            <a:r>
              <a:rPr lang="en-US" sz="1200" b="1" dirty="0"/>
              <a:t>Byproducts:</a:t>
            </a:r>
            <a:r>
              <a:rPr lang="en-US" sz="1200" dirty="0"/>
              <a:t> Steam is identified as a byproduct in the normal product BOM, which can be utilized or sold separately.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939d10a63_0_367"/>
          <p:cNvSpPr txBox="1">
            <a:spLocks noGrp="1"/>
          </p:cNvSpPr>
          <p:nvPr>
            <p:ph type="title"/>
          </p:nvPr>
        </p:nvSpPr>
        <p:spPr>
          <a:xfrm>
            <a:off x="155121" y="114135"/>
            <a:ext cx="6322093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endParaRPr sz="2400" dirty="0"/>
          </a:p>
        </p:txBody>
      </p:sp>
      <p:sp>
        <p:nvSpPr>
          <p:cNvPr id="373" name="Google Shape;373;g37939d10a63_0_367"/>
          <p:cNvSpPr txBox="1"/>
          <p:nvPr/>
        </p:nvSpPr>
        <p:spPr>
          <a:xfrm>
            <a:off x="266014" y="636815"/>
            <a:ext cx="7810500" cy="439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Roboto Light"/>
                <a:cs typeface="Roboto Light"/>
                <a:sym typeface="Roboto Light"/>
              </a:rPr>
              <a:t>Energy BOM structure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Roboto Light"/>
                <a:cs typeface="Roboto Light"/>
                <a:sym typeface="Roboto Light"/>
              </a:rPr>
              <a:t>Energy can be produced with multiple combination of components. Here we have created 2 BOM for production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BOM 1 Header - Steam: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Coproduced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item, indicating it is produced alongside other products.</a:t>
            </a:r>
          </a:p>
          <a:p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Components: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Electricity: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Also a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Coproduced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item.</a:t>
            </a: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Pet Coke: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Normal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suggesting it's a standard input.</a:t>
            </a: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Steam: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Normal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indicating typical usage.</a:t>
            </a: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Gas: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Pipeline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showing a different method of supply.</a:t>
            </a:r>
          </a:p>
          <a:p>
            <a:pPr lvl="1"/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Roboto Light"/>
              <a:cs typeface="Roboto Light"/>
              <a:sym typeface="Roboto Light"/>
            </a:endParaRPr>
          </a:p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2. BOM 2 Header - Steam: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Again, a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Coproduced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item.</a:t>
            </a:r>
          </a:p>
          <a:p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Components: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Electricity: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Coproduced.</a:t>
            </a: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Coal: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Normal input.</a:t>
            </a: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Biomass: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Normal input.</a:t>
            </a:r>
          </a:p>
          <a:p>
            <a:pPr lvl="1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Steam: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Normal usage.</a:t>
            </a:r>
          </a:p>
          <a:p>
            <a:pPr lvl="1"/>
            <a:endParaRPr lang="en-US" sz="1200" dirty="0">
              <a:latin typeface="+mn-lt"/>
            </a:endParaRPr>
          </a:p>
          <a:p>
            <a:pPr lvl="1"/>
            <a:endParaRPr lang="en-US" sz="12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E7485583-A58B-3A86-73D0-6AAE3A005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6BA95AA4-711D-B5C5-241E-ACC4CC71A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A4E5D4E5-A20E-4808-6C82-B45501D16DE0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Soda Ash BOM: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99254-23C6-0851-C166-7B17DA82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165171"/>
            <a:ext cx="6979009" cy="3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3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/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/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Energy BOM in SAP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Alternative BOM 1: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CF6254-8BD4-984F-F4D1-6AAE355DD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543865"/>
            <a:ext cx="6670871" cy="31549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05D2588C-A322-0F3D-392F-161CA698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7C17CCCC-9E58-3A49-91BB-3C57A692C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50EF3CE0-4343-F419-B44A-F8820FCD7D4C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Energy BOM in SAP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Alternative BOM 2: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1C2B2D-AE33-112A-F60E-8710FA461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481275"/>
            <a:ext cx="6869572" cy="316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2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0B8D75F9-30EC-6527-12A4-CACA9DD6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423E0711-90C3-4E85-6FC1-3F9DE4177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5BE65E80-7093-E3B8-E3CD-2359BB9C5727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Soda Ash Process Order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9DF0B-19D1-3875-5200-394B5C9AB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039736"/>
            <a:ext cx="5777904" cy="37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6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CFBEAE4C-A414-6C0D-30B9-F7526C76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907D4471-5239-70DE-04C2-C4E845AB5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FE8E800E-3314-C8AD-F259-EDCB7D45BE52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Auto Batch Determination for components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F71454-514E-78EA-D817-86E95DA3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8" y="1139283"/>
            <a:ext cx="7603440" cy="301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62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6954FBA1-884D-4EBB-D8E6-17F5BBE2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88E3A353-E27E-C3BB-ABAC-EE1BCCF2B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74CAA379-5886-D5B8-5EA9-7EC7BC678206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Final Confirmation of Order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E82270-76C9-6817-A50B-D4F6A1F71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026305"/>
            <a:ext cx="5423586" cy="38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60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5E09678C-2329-1E06-E147-91AB322C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8D18780F-1361-40A0-843A-DC4A436F35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5E4BFE53-6A72-211B-4EBC-F38C634352BF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Auto Goods Movement for Consumption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05BCD4-618C-3498-6D22-1AF670D8C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175100"/>
            <a:ext cx="7416615" cy="354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7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B769F15D-C9A8-40FA-437A-E7FD82A7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50D3B27C-83E1-6C4C-9276-038E0F597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BD478F92-F5AF-731B-8629-0F0BE4A21EF0}"/>
              </a:ext>
            </a:extLst>
          </p:cNvPr>
          <p:cNvSpPr txBox="1"/>
          <p:nvPr/>
        </p:nvSpPr>
        <p:spPr>
          <a:xfrm>
            <a:off x="194725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Goods Movement posted for Consumption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Steam is produced as By-product with movement type 531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B82D9-061A-D342-EFC0-4CD03CE54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5" y="1774326"/>
            <a:ext cx="7982360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42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1C28B951-2C42-8DF7-853F-57F4BA21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39046B4B-CE4C-14B4-9536-4F6B3FC44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51D4F522-4A8C-2E9B-9763-640745EF591F}"/>
              </a:ext>
            </a:extLst>
          </p:cNvPr>
          <p:cNvSpPr txBox="1"/>
          <p:nvPr/>
        </p:nvSpPr>
        <p:spPr>
          <a:xfrm>
            <a:off x="201982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Goods Receipt Posted: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10D49-98B3-F063-E39B-C082718A9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8" y="1313769"/>
            <a:ext cx="7715647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51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2888E76F-52A3-CE32-EBAC-25F674F8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5EFDF6F4-68D9-3720-B45D-B325FCE0B5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286F4C22-F126-6258-1910-4FBEFC656B9D}"/>
              </a:ext>
            </a:extLst>
          </p:cNvPr>
          <p:cNvSpPr txBox="1"/>
          <p:nvPr/>
        </p:nvSpPr>
        <p:spPr>
          <a:xfrm>
            <a:off x="201982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Process order for Energy: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5CCCA-7C04-B2E7-7E8F-0FBD16F89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037691"/>
            <a:ext cx="5938843" cy="38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73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6B3EA7A1-DB3A-2816-DC6C-3FE52D4F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D8EE6F31-0AC3-E0DE-CE45-4EB328283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3714555D-A0E1-E95B-7CAD-18D5515D28C6}"/>
              </a:ext>
            </a:extLst>
          </p:cNvPr>
          <p:cNvSpPr txBox="1"/>
          <p:nvPr/>
        </p:nvSpPr>
        <p:spPr>
          <a:xfrm>
            <a:off x="201982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Batch determination of components: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62221-282D-DC2A-C05D-75119BF11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062425"/>
            <a:ext cx="7474620" cy="341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54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45EB3EC5-2266-68E6-6963-A450EB10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995710F8-2D30-1C83-0018-291FC7E98F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D8A9DD96-9C82-6E52-0994-920674F9B142}"/>
              </a:ext>
            </a:extLst>
          </p:cNvPr>
          <p:cNvSpPr txBox="1"/>
          <p:nvPr/>
        </p:nvSpPr>
        <p:spPr>
          <a:xfrm>
            <a:off x="201982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Final Confirmation of process order: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4C75F-D342-0A69-CFF4-6CCC641B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032755"/>
            <a:ext cx="5133300" cy="385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17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36043BEA-D41B-63CA-B887-D64D8651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445FD721-9ABD-D8A8-75FC-E998F0294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567FDF4D-143C-9A5E-9DC6-C66EBABCCDA3}"/>
              </a:ext>
            </a:extLst>
          </p:cNvPr>
          <p:cNvSpPr txBox="1"/>
          <p:nvPr/>
        </p:nvSpPr>
        <p:spPr>
          <a:xfrm>
            <a:off x="201982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Auto Goods movement (GR/GI) taking place at the time of Confirmation: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29C2C-7F97-04F8-A98F-B5DF7A10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4" y="1115228"/>
            <a:ext cx="6358810" cy="345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70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1B2584B9-C814-668D-7169-EB7D5B62B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939d10a63_0_377">
            <a:extLst>
              <a:ext uri="{FF2B5EF4-FFF2-40B4-BE49-F238E27FC236}">
                <a16:creationId xmlns:a16="http://schemas.microsoft.com/office/drawing/2014/main" id="{9B8A3CA5-2A08-06F6-AAC7-5864E6DB3A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014" y="114135"/>
            <a:ext cx="6211200" cy="405000"/>
          </a:xfrm>
          <a:prstGeom prst="rect">
            <a:avLst/>
          </a:prstGeom>
        </p:spPr>
        <p:txBody>
          <a:bodyPr spcFirstLastPara="1" wrap="square" lIns="180000" tIns="72000" rIns="18000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Energy Production Cycle</a:t>
            </a:r>
            <a:br>
              <a:rPr lang="en-US" sz="2400" dirty="0"/>
            </a:br>
            <a:endParaRPr sz="2400" dirty="0"/>
          </a:p>
        </p:txBody>
      </p:sp>
      <p:sp>
        <p:nvSpPr>
          <p:cNvPr id="385" name="Google Shape;385;g37939d10a63_0_377">
            <a:extLst>
              <a:ext uri="{FF2B5EF4-FFF2-40B4-BE49-F238E27FC236}">
                <a16:creationId xmlns:a16="http://schemas.microsoft.com/office/drawing/2014/main" id="{50B1B0D7-6D23-AF50-4014-ABA1DFF9FC2D}"/>
              </a:ext>
            </a:extLst>
          </p:cNvPr>
          <p:cNvSpPr txBox="1"/>
          <p:nvPr/>
        </p:nvSpPr>
        <p:spPr>
          <a:xfrm>
            <a:off x="209239" y="663459"/>
            <a:ext cx="7810500" cy="3154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Auto Goods movement (GR/GI) posted for process order: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2B78B7-3901-2E44-59A4-9BC6881BB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39" y="1300337"/>
            <a:ext cx="7931558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93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5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602" b="602"/>
          <a:stretch/>
        </p:blipFill>
        <p:spPr>
          <a:xfrm>
            <a:off x="0" y="1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0"/>
          <p:cNvSpPr txBox="1">
            <a:spLocks noGrp="1"/>
          </p:cNvSpPr>
          <p:nvPr>
            <p:ph type="ctrTitle"/>
          </p:nvPr>
        </p:nvSpPr>
        <p:spPr>
          <a:xfrm>
            <a:off x="1806000" y="2272350"/>
            <a:ext cx="55320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Thank you</a:t>
            </a:r>
            <a:endParaRPr/>
          </a:p>
        </p:txBody>
      </p:sp>
      <p:grpSp>
        <p:nvGrpSpPr>
          <p:cNvPr id="466" name="Google Shape;466;p50"/>
          <p:cNvGrpSpPr/>
          <p:nvPr/>
        </p:nvGrpSpPr>
        <p:grpSpPr>
          <a:xfrm>
            <a:off x="5785119" y="227477"/>
            <a:ext cx="3114446" cy="1198492"/>
            <a:chOff x="6086944" y="1507535"/>
            <a:chExt cx="1929047" cy="742330"/>
          </a:xfrm>
        </p:grpSpPr>
        <p:sp>
          <p:nvSpPr>
            <p:cNvPr id="467" name="Google Shape;467;p50"/>
            <p:cNvSpPr/>
            <p:nvPr/>
          </p:nvSpPr>
          <p:spPr>
            <a:xfrm>
              <a:off x="6086944" y="1861348"/>
              <a:ext cx="251981" cy="270015"/>
            </a:xfrm>
            <a:custGeom>
              <a:avLst/>
              <a:gdLst/>
              <a:ahLst/>
              <a:cxnLst/>
              <a:rect l="l" t="t" r="r" b="b"/>
              <a:pathLst>
                <a:path w="251981" h="270015" extrusionOk="0">
                  <a:moveTo>
                    <a:pt x="183719" y="197221"/>
                  </a:moveTo>
                  <a:cubicBezTo>
                    <a:pt x="183719" y="187064"/>
                    <a:pt x="179505" y="179446"/>
                    <a:pt x="170235" y="173521"/>
                  </a:cubicBezTo>
                  <a:cubicBezTo>
                    <a:pt x="160965" y="168442"/>
                    <a:pt x="144953" y="162517"/>
                    <a:pt x="121356" y="156592"/>
                  </a:cubicBezTo>
                  <a:cubicBezTo>
                    <a:pt x="97759" y="150667"/>
                    <a:pt x="79218" y="144742"/>
                    <a:pt x="65734" y="138817"/>
                  </a:cubicBezTo>
                  <a:cubicBezTo>
                    <a:pt x="28653" y="122734"/>
                    <a:pt x="10113" y="100727"/>
                    <a:pt x="10113" y="73641"/>
                  </a:cubicBezTo>
                  <a:cubicBezTo>
                    <a:pt x="10113" y="46554"/>
                    <a:pt x="15169" y="46554"/>
                    <a:pt x="25282" y="35551"/>
                  </a:cubicBezTo>
                  <a:cubicBezTo>
                    <a:pt x="35395" y="24547"/>
                    <a:pt x="49722" y="16082"/>
                    <a:pt x="68263" y="9311"/>
                  </a:cubicBezTo>
                  <a:cubicBezTo>
                    <a:pt x="86803" y="3386"/>
                    <a:pt x="107872" y="0"/>
                    <a:pt x="131469" y="0"/>
                  </a:cubicBezTo>
                  <a:cubicBezTo>
                    <a:pt x="155065" y="0"/>
                    <a:pt x="175291" y="3386"/>
                    <a:pt x="193832" y="10157"/>
                  </a:cubicBezTo>
                  <a:cubicBezTo>
                    <a:pt x="212372" y="16929"/>
                    <a:pt x="226699" y="26240"/>
                    <a:pt x="236812" y="38936"/>
                  </a:cubicBezTo>
                  <a:cubicBezTo>
                    <a:pt x="246925" y="51633"/>
                    <a:pt x="251981" y="65176"/>
                    <a:pt x="251981" y="81259"/>
                  </a:cubicBezTo>
                  <a:lnTo>
                    <a:pt x="184562" y="81259"/>
                  </a:lnTo>
                  <a:cubicBezTo>
                    <a:pt x="184562" y="69408"/>
                    <a:pt x="179505" y="60097"/>
                    <a:pt x="170235" y="53326"/>
                  </a:cubicBezTo>
                  <a:cubicBezTo>
                    <a:pt x="160965" y="46554"/>
                    <a:pt x="147481" y="43169"/>
                    <a:pt x="130626" y="43169"/>
                  </a:cubicBezTo>
                  <a:cubicBezTo>
                    <a:pt x="113771" y="43169"/>
                    <a:pt x="101130" y="45708"/>
                    <a:pt x="91859" y="51633"/>
                  </a:cubicBezTo>
                  <a:cubicBezTo>
                    <a:pt x="82589" y="57558"/>
                    <a:pt x="78375" y="64330"/>
                    <a:pt x="78375" y="73641"/>
                  </a:cubicBezTo>
                  <a:cubicBezTo>
                    <a:pt x="78375" y="82951"/>
                    <a:pt x="83432" y="89723"/>
                    <a:pt x="94388" y="94802"/>
                  </a:cubicBezTo>
                  <a:cubicBezTo>
                    <a:pt x="105343" y="100727"/>
                    <a:pt x="120513" y="105805"/>
                    <a:pt x="141582" y="110884"/>
                  </a:cubicBezTo>
                  <a:cubicBezTo>
                    <a:pt x="180348" y="120195"/>
                    <a:pt x="208159" y="132045"/>
                    <a:pt x="225014" y="145588"/>
                  </a:cubicBezTo>
                  <a:cubicBezTo>
                    <a:pt x="241868" y="159131"/>
                    <a:pt x="251139" y="176060"/>
                    <a:pt x="251139" y="197221"/>
                  </a:cubicBezTo>
                  <a:cubicBezTo>
                    <a:pt x="251139" y="218382"/>
                    <a:pt x="240183" y="237851"/>
                    <a:pt x="219114" y="250547"/>
                  </a:cubicBezTo>
                  <a:cubicBezTo>
                    <a:pt x="198046" y="263244"/>
                    <a:pt x="168549" y="270015"/>
                    <a:pt x="132311" y="270015"/>
                  </a:cubicBezTo>
                  <a:cubicBezTo>
                    <a:pt x="96073" y="270015"/>
                    <a:pt x="84275" y="266630"/>
                    <a:pt x="63206" y="259012"/>
                  </a:cubicBezTo>
                  <a:cubicBezTo>
                    <a:pt x="42137" y="251394"/>
                    <a:pt x="26968" y="241236"/>
                    <a:pt x="16012" y="228540"/>
                  </a:cubicBezTo>
                  <a:cubicBezTo>
                    <a:pt x="5056" y="215843"/>
                    <a:pt x="0" y="200607"/>
                    <a:pt x="0" y="183678"/>
                  </a:cubicBezTo>
                  <a:lnTo>
                    <a:pt x="67420" y="183678"/>
                  </a:lnTo>
                  <a:cubicBezTo>
                    <a:pt x="67420" y="212457"/>
                    <a:pt x="89331" y="226847"/>
                    <a:pt x="132311" y="226847"/>
                  </a:cubicBezTo>
                  <a:cubicBezTo>
                    <a:pt x="175291" y="226847"/>
                    <a:pt x="160965" y="224307"/>
                    <a:pt x="170235" y="219229"/>
                  </a:cubicBezTo>
                  <a:cubicBezTo>
                    <a:pt x="179505" y="214150"/>
                    <a:pt x="183719" y="206532"/>
                    <a:pt x="183719" y="1972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0"/>
            <p:cNvSpPr/>
            <p:nvPr/>
          </p:nvSpPr>
          <p:spPr>
            <a:xfrm>
              <a:off x="6376006" y="1864734"/>
              <a:ext cx="250295" cy="263243"/>
            </a:xfrm>
            <a:custGeom>
              <a:avLst/>
              <a:gdLst/>
              <a:ahLst/>
              <a:cxnLst/>
              <a:rect l="l" t="t" r="r" b="b"/>
              <a:pathLst>
                <a:path w="250295" h="263243" extrusionOk="0">
                  <a:moveTo>
                    <a:pt x="67420" y="170982"/>
                  </a:moveTo>
                  <a:lnTo>
                    <a:pt x="67420" y="263244"/>
                  </a:lnTo>
                  <a:lnTo>
                    <a:pt x="0" y="263244"/>
                  </a:lnTo>
                  <a:lnTo>
                    <a:pt x="0" y="0"/>
                  </a:lnTo>
                  <a:lnTo>
                    <a:pt x="127255" y="0"/>
                  </a:lnTo>
                  <a:cubicBezTo>
                    <a:pt x="151694" y="0"/>
                    <a:pt x="173606" y="3386"/>
                    <a:pt x="192146" y="11004"/>
                  </a:cubicBezTo>
                  <a:cubicBezTo>
                    <a:pt x="210687" y="18622"/>
                    <a:pt x="225014" y="28779"/>
                    <a:pt x="235126" y="41476"/>
                  </a:cubicBezTo>
                  <a:cubicBezTo>
                    <a:pt x="245239" y="55019"/>
                    <a:pt x="250296" y="70255"/>
                    <a:pt x="250296" y="87184"/>
                  </a:cubicBezTo>
                  <a:cubicBezTo>
                    <a:pt x="250296" y="112577"/>
                    <a:pt x="239340" y="132892"/>
                    <a:pt x="217429" y="148128"/>
                  </a:cubicBezTo>
                  <a:cubicBezTo>
                    <a:pt x="195517" y="163364"/>
                    <a:pt x="165178" y="170135"/>
                    <a:pt x="126412" y="170135"/>
                  </a:cubicBezTo>
                  <a:lnTo>
                    <a:pt x="67420" y="170135"/>
                  </a:lnTo>
                  <a:close/>
                  <a:moveTo>
                    <a:pt x="67420" y="126966"/>
                  </a:moveTo>
                  <a:lnTo>
                    <a:pt x="127255" y="126966"/>
                  </a:lnTo>
                  <a:cubicBezTo>
                    <a:pt x="144953" y="126966"/>
                    <a:pt x="158436" y="123581"/>
                    <a:pt x="167707" y="116809"/>
                  </a:cubicBezTo>
                  <a:cubicBezTo>
                    <a:pt x="176977" y="110038"/>
                    <a:pt x="182033" y="100727"/>
                    <a:pt x="182033" y="88030"/>
                  </a:cubicBezTo>
                  <a:cubicBezTo>
                    <a:pt x="182033" y="75333"/>
                    <a:pt x="176977" y="64330"/>
                    <a:pt x="167707" y="56712"/>
                  </a:cubicBezTo>
                  <a:cubicBezTo>
                    <a:pt x="158436" y="49094"/>
                    <a:pt x="144953" y="44861"/>
                    <a:pt x="128940" y="44015"/>
                  </a:cubicBezTo>
                  <a:lnTo>
                    <a:pt x="67420" y="44015"/>
                  </a:lnTo>
                  <a:lnTo>
                    <a:pt x="67420" y="1269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0"/>
            <p:cNvSpPr/>
            <p:nvPr/>
          </p:nvSpPr>
          <p:spPr>
            <a:xfrm>
              <a:off x="6594277" y="1864734"/>
              <a:ext cx="306759" cy="263243"/>
            </a:xfrm>
            <a:custGeom>
              <a:avLst/>
              <a:gdLst/>
              <a:ahLst/>
              <a:cxnLst/>
              <a:rect l="l" t="t" r="r" b="b"/>
              <a:pathLst>
                <a:path w="306759" h="263243" extrusionOk="0">
                  <a:moveTo>
                    <a:pt x="212372" y="209071"/>
                  </a:moveTo>
                  <a:lnTo>
                    <a:pt x="94388" y="209071"/>
                  </a:lnTo>
                  <a:lnTo>
                    <a:pt x="71633" y="263244"/>
                  </a:lnTo>
                  <a:lnTo>
                    <a:pt x="0" y="263244"/>
                  </a:lnTo>
                  <a:lnTo>
                    <a:pt x="122198" y="0"/>
                  </a:lnTo>
                  <a:lnTo>
                    <a:pt x="184562" y="0"/>
                  </a:lnTo>
                  <a:lnTo>
                    <a:pt x="306760" y="263244"/>
                  </a:lnTo>
                  <a:lnTo>
                    <a:pt x="235126" y="263244"/>
                  </a:lnTo>
                  <a:lnTo>
                    <a:pt x="212372" y="209071"/>
                  </a:lnTo>
                  <a:close/>
                  <a:moveTo>
                    <a:pt x="112928" y="165056"/>
                  </a:moveTo>
                  <a:lnTo>
                    <a:pt x="194675" y="165056"/>
                  </a:lnTo>
                  <a:lnTo>
                    <a:pt x="153380" y="66869"/>
                  </a:lnTo>
                  <a:lnTo>
                    <a:pt x="112928" y="1650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50"/>
            <p:cNvSpPr/>
            <p:nvPr/>
          </p:nvSpPr>
          <p:spPr>
            <a:xfrm>
              <a:off x="6928005" y="1864734"/>
              <a:ext cx="254509" cy="263243"/>
            </a:xfrm>
            <a:custGeom>
              <a:avLst/>
              <a:gdLst/>
              <a:ahLst/>
              <a:cxnLst/>
              <a:rect l="l" t="t" r="r" b="b"/>
              <a:pathLst>
                <a:path w="254509" h="263243" extrusionOk="0">
                  <a:moveTo>
                    <a:pt x="121356" y="166749"/>
                  </a:moveTo>
                  <a:lnTo>
                    <a:pt x="67420" y="166749"/>
                  </a:lnTo>
                  <a:lnTo>
                    <a:pt x="67420" y="263244"/>
                  </a:lnTo>
                  <a:lnTo>
                    <a:pt x="0" y="263244"/>
                  </a:lnTo>
                  <a:lnTo>
                    <a:pt x="0" y="0"/>
                  </a:lnTo>
                  <a:lnTo>
                    <a:pt x="121356" y="0"/>
                  </a:lnTo>
                  <a:cubicBezTo>
                    <a:pt x="160122" y="0"/>
                    <a:pt x="189618" y="6772"/>
                    <a:pt x="210687" y="21161"/>
                  </a:cubicBezTo>
                  <a:cubicBezTo>
                    <a:pt x="231755" y="34704"/>
                    <a:pt x="241868" y="54172"/>
                    <a:pt x="241868" y="79566"/>
                  </a:cubicBezTo>
                  <a:cubicBezTo>
                    <a:pt x="241868" y="104959"/>
                    <a:pt x="236812" y="112577"/>
                    <a:pt x="227542" y="124427"/>
                  </a:cubicBezTo>
                  <a:cubicBezTo>
                    <a:pt x="218271" y="136277"/>
                    <a:pt x="203102" y="145588"/>
                    <a:pt x="183719" y="153206"/>
                  </a:cubicBezTo>
                  <a:lnTo>
                    <a:pt x="254510" y="260705"/>
                  </a:lnTo>
                  <a:lnTo>
                    <a:pt x="254510" y="263244"/>
                  </a:lnTo>
                  <a:lnTo>
                    <a:pt x="182033" y="263244"/>
                  </a:lnTo>
                  <a:lnTo>
                    <a:pt x="120513" y="166749"/>
                  </a:lnTo>
                  <a:close/>
                  <a:moveTo>
                    <a:pt x="67420" y="122734"/>
                  </a:moveTo>
                  <a:lnTo>
                    <a:pt x="122198" y="122734"/>
                  </a:lnTo>
                  <a:cubicBezTo>
                    <a:pt x="139053" y="122734"/>
                    <a:pt x="152537" y="119348"/>
                    <a:pt x="161807" y="112577"/>
                  </a:cubicBezTo>
                  <a:cubicBezTo>
                    <a:pt x="171078" y="105805"/>
                    <a:pt x="176134" y="96495"/>
                    <a:pt x="176134" y="83798"/>
                  </a:cubicBezTo>
                  <a:cubicBezTo>
                    <a:pt x="176134" y="71101"/>
                    <a:pt x="171920" y="61790"/>
                    <a:pt x="162650" y="54172"/>
                  </a:cubicBezTo>
                  <a:cubicBezTo>
                    <a:pt x="154223" y="47401"/>
                    <a:pt x="140739" y="43169"/>
                    <a:pt x="122198" y="43169"/>
                  </a:cubicBezTo>
                  <a:lnTo>
                    <a:pt x="68263" y="43169"/>
                  </a:lnTo>
                  <a:lnTo>
                    <a:pt x="68263" y="1218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50"/>
            <p:cNvSpPr/>
            <p:nvPr/>
          </p:nvSpPr>
          <p:spPr>
            <a:xfrm>
              <a:off x="7217910" y="1864734"/>
              <a:ext cx="266308" cy="263243"/>
            </a:xfrm>
            <a:custGeom>
              <a:avLst/>
              <a:gdLst/>
              <a:ahLst/>
              <a:cxnLst/>
              <a:rect l="l" t="t" r="r" b="b"/>
              <a:pathLst>
                <a:path w="266308" h="263243" extrusionOk="0">
                  <a:moveTo>
                    <a:pt x="102815" y="157438"/>
                  </a:moveTo>
                  <a:lnTo>
                    <a:pt x="67420" y="187910"/>
                  </a:lnTo>
                  <a:lnTo>
                    <a:pt x="67420" y="263244"/>
                  </a:lnTo>
                  <a:lnTo>
                    <a:pt x="0" y="263244"/>
                  </a:lnTo>
                  <a:lnTo>
                    <a:pt x="0" y="0"/>
                  </a:lnTo>
                  <a:lnTo>
                    <a:pt x="67420" y="0"/>
                  </a:lnTo>
                  <a:lnTo>
                    <a:pt x="67420" y="119348"/>
                  </a:lnTo>
                  <a:lnTo>
                    <a:pt x="96916" y="86337"/>
                  </a:lnTo>
                  <a:lnTo>
                    <a:pt x="180348" y="0"/>
                  </a:lnTo>
                  <a:lnTo>
                    <a:pt x="262937" y="0"/>
                  </a:lnTo>
                  <a:lnTo>
                    <a:pt x="146638" y="116809"/>
                  </a:lnTo>
                  <a:lnTo>
                    <a:pt x="266308" y="263244"/>
                  </a:lnTo>
                  <a:lnTo>
                    <a:pt x="186247" y="263244"/>
                  </a:lnTo>
                  <a:lnTo>
                    <a:pt x="101972" y="1574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0"/>
            <p:cNvSpPr/>
            <p:nvPr/>
          </p:nvSpPr>
          <p:spPr>
            <a:xfrm>
              <a:off x="6828561" y="2198232"/>
              <a:ext cx="23596" cy="51633"/>
            </a:xfrm>
            <a:custGeom>
              <a:avLst/>
              <a:gdLst/>
              <a:ahLst/>
              <a:cxnLst/>
              <a:rect l="l" t="t" r="r" b="b"/>
              <a:pathLst>
                <a:path w="23596" h="51633" extrusionOk="0">
                  <a:moveTo>
                    <a:pt x="23597" y="28779"/>
                  </a:moveTo>
                  <a:lnTo>
                    <a:pt x="23597" y="21161"/>
                  </a:lnTo>
                  <a:cubicBezTo>
                    <a:pt x="23597" y="20315"/>
                    <a:pt x="23597" y="19468"/>
                    <a:pt x="22754" y="18622"/>
                  </a:cubicBezTo>
                  <a:lnTo>
                    <a:pt x="3371" y="0"/>
                  </a:lnTo>
                  <a:lnTo>
                    <a:pt x="0" y="3386"/>
                  </a:lnTo>
                  <a:lnTo>
                    <a:pt x="21911" y="23700"/>
                  </a:lnTo>
                  <a:lnTo>
                    <a:pt x="21911" y="27933"/>
                  </a:lnTo>
                  <a:cubicBezTo>
                    <a:pt x="21911" y="27933"/>
                    <a:pt x="0" y="48247"/>
                    <a:pt x="0" y="48247"/>
                  </a:cubicBezTo>
                  <a:lnTo>
                    <a:pt x="3371" y="51633"/>
                  </a:lnTo>
                  <a:lnTo>
                    <a:pt x="22754" y="33011"/>
                  </a:lnTo>
                  <a:cubicBezTo>
                    <a:pt x="22754" y="33011"/>
                    <a:pt x="23597" y="31318"/>
                    <a:pt x="23597" y="30472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0"/>
            <p:cNvSpPr/>
            <p:nvPr/>
          </p:nvSpPr>
          <p:spPr>
            <a:xfrm>
              <a:off x="6820134" y="2220240"/>
              <a:ext cx="31181" cy="5078"/>
            </a:xfrm>
            <a:custGeom>
              <a:avLst/>
              <a:gdLst/>
              <a:ahLst/>
              <a:cxnLst/>
              <a:rect l="l" t="t" r="r" b="b"/>
              <a:pathLst>
                <a:path w="31181" h="5078" extrusionOk="0">
                  <a:moveTo>
                    <a:pt x="0" y="5079"/>
                  </a:moveTo>
                  <a:lnTo>
                    <a:pt x="0" y="0"/>
                  </a:lnTo>
                  <a:lnTo>
                    <a:pt x="31182" y="846"/>
                  </a:lnTo>
                  <a:lnTo>
                    <a:pt x="31182" y="4232"/>
                  </a:lnTo>
                  <a:lnTo>
                    <a:pt x="0" y="5079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0"/>
            <p:cNvSpPr/>
            <p:nvPr/>
          </p:nvSpPr>
          <p:spPr>
            <a:xfrm>
              <a:off x="6423200" y="2199925"/>
              <a:ext cx="37923" cy="48247"/>
            </a:xfrm>
            <a:custGeom>
              <a:avLst/>
              <a:gdLst/>
              <a:ahLst/>
              <a:cxnLst/>
              <a:rect l="l" t="t" r="r" b="b"/>
              <a:pathLst>
                <a:path w="37923" h="48247" extrusionOk="0">
                  <a:moveTo>
                    <a:pt x="37924" y="48247"/>
                  </a:moveTo>
                  <a:lnTo>
                    <a:pt x="31182" y="48247"/>
                  </a:lnTo>
                  <a:lnTo>
                    <a:pt x="6742" y="11004"/>
                  </a:lnTo>
                  <a:lnTo>
                    <a:pt x="6742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6742" y="0"/>
                  </a:lnTo>
                  <a:lnTo>
                    <a:pt x="31182" y="37243"/>
                  </a:lnTo>
                  <a:lnTo>
                    <a:pt x="31182" y="0"/>
                  </a:lnTo>
                  <a:lnTo>
                    <a:pt x="37081" y="0"/>
                  </a:lnTo>
                  <a:lnTo>
                    <a:pt x="37081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0"/>
            <p:cNvSpPr/>
            <p:nvPr/>
          </p:nvSpPr>
          <p:spPr>
            <a:xfrm>
              <a:off x="6478821" y="2199925"/>
              <a:ext cx="30338" cy="48247"/>
            </a:xfrm>
            <a:custGeom>
              <a:avLst/>
              <a:gdLst/>
              <a:ahLst/>
              <a:cxnLst/>
              <a:rect l="l" t="t" r="r" b="b"/>
              <a:pathLst>
                <a:path w="30338" h="48247" extrusionOk="0">
                  <a:moveTo>
                    <a:pt x="26968" y="26240"/>
                  </a:moveTo>
                  <a:lnTo>
                    <a:pt x="5899" y="26240"/>
                  </a:lnTo>
                  <a:lnTo>
                    <a:pt x="5899" y="43169"/>
                  </a:lnTo>
                  <a:lnTo>
                    <a:pt x="30339" y="43169"/>
                  </a:lnTo>
                  <a:lnTo>
                    <a:pt x="30339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0339" y="0"/>
                  </a:lnTo>
                  <a:lnTo>
                    <a:pt x="30339" y="5079"/>
                  </a:lnTo>
                  <a:lnTo>
                    <a:pt x="6742" y="5079"/>
                  </a:lnTo>
                  <a:lnTo>
                    <a:pt x="6742" y="20315"/>
                  </a:lnTo>
                  <a:lnTo>
                    <a:pt x="27811" y="20315"/>
                  </a:lnTo>
                  <a:lnTo>
                    <a:pt x="27811" y="253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0"/>
            <p:cNvSpPr/>
            <p:nvPr/>
          </p:nvSpPr>
          <p:spPr>
            <a:xfrm>
              <a:off x="6519273" y="2199925"/>
              <a:ext cx="57306" cy="48247"/>
            </a:xfrm>
            <a:custGeom>
              <a:avLst/>
              <a:gdLst/>
              <a:ahLst/>
              <a:cxnLst/>
              <a:rect l="l" t="t" r="r" b="b"/>
              <a:pathLst>
                <a:path w="57306" h="48247" extrusionOk="0">
                  <a:moveTo>
                    <a:pt x="14327" y="33011"/>
                  </a:moveTo>
                  <a:lnTo>
                    <a:pt x="14327" y="39783"/>
                  </a:lnTo>
                  <a:cubicBezTo>
                    <a:pt x="15169" y="39783"/>
                    <a:pt x="16855" y="33858"/>
                    <a:pt x="16855" y="33858"/>
                  </a:cubicBezTo>
                  <a:lnTo>
                    <a:pt x="26125" y="0"/>
                  </a:lnTo>
                  <a:lnTo>
                    <a:pt x="31182" y="0"/>
                  </a:lnTo>
                  <a:lnTo>
                    <a:pt x="40452" y="33858"/>
                  </a:lnTo>
                  <a:lnTo>
                    <a:pt x="42137" y="39783"/>
                  </a:lnTo>
                  <a:lnTo>
                    <a:pt x="42137" y="33011"/>
                  </a:lnTo>
                  <a:cubicBezTo>
                    <a:pt x="42980" y="33011"/>
                    <a:pt x="50565" y="0"/>
                    <a:pt x="50565" y="0"/>
                  </a:cubicBezTo>
                  <a:lnTo>
                    <a:pt x="57307" y="0"/>
                  </a:lnTo>
                  <a:lnTo>
                    <a:pt x="45508" y="48247"/>
                  </a:lnTo>
                  <a:lnTo>
                    <a:pt x="39609" y="48247"/>
                  </a:lnTo>
                  <a:lnTo>
                    <a:pt x="29496" y="13543"/>
                  </a:lnTo>
                  <a:lnTo>
                    <a:pt x="29496" y="10157"/>
                  </a:lnTo>
                  <a:cubicBezTo>
                    <a:pt x="29496" y="10157"/>
                    <a:pt x="27811" y="13543"/>
                    <a:pt x="27811" y="13543"/>
                  </a:cubicBezTo>
                  <a:lnTo>
                    <a:pt x="17698" y="48247"/>
                  </a:lnTo>
                  <a:lnTo>
                    <a:pt x="11798" y="48247"/>
                  </a:lnTo>
                  <a:lnTo>
                    <a:pt x="0" y="0"/>
                  </a:lnTo>
                  <a:lnTo>
                    <a:pt x="6742" y="0"/>
                  </a:lnTo>
                  <a:lnTo>
                    <a:pt x="14327" y="330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0"/>
            <p:cNvSpPr/>
            <p:nvPr/>
          </p:nvSpPr>
          <p:spPr>
            <a:xfrm>
              <a:off x="6610289" y="2200771"/>
              <a:ext cx="37923" cy="48247"/>
            </a:xfrm>
            <a:custGeom>
              <a:avLst/>
              <a:gdLst/>
              <a:ahLst/>
              <a:cxnLst/>
              <a:rect l="l" t="t" r="r" b="b"/>
              <a:pathLst>
                <a:path w="37923" h="48247" extrusionOk="0">
                  <a:moveTo>
                    <a:pt x="37081" y="32165"/>
                  </a:moveTo>
                  <a:cubicBezTo>
                    <a:pt x="37081" y="37244"/>
                    <a:pt x="34553" y="41476"/>
                    <a:pt x="31182" y="44015"/>
                  </a:cubicBezTo>
                  <a:cubicBezTo>
                    <a:pt x="27811" y="46554"/>
                    <a:pt x="23597" y="48247"/>
                    <a:pt x="18540" y="48247"/>
                  </a:cubicBezTo>
                  <a:cubicBezTo>
                    <a:pt x="13484" y="48247"/>
                    <a:pt x="8427" y="46554"/>
                    <a:pt x="5057" y="42322"/>
                  </a:cubicBezTo>
                  <a:cubicBezTo>
                    <a:pt x="1686" y="38090"/>
                    <a:pt x="0" y="33011"/>
                    <a:pt x="0" y="26240"/>
                  </a:cubicBezTo>
                  <a:lnTo>
                    <a:pt x="0" y="22008"/>
                  </a:lnTo>
                  <a:cubicBezTo>
                    <a:pt x="0" y="17775"/>
                    <a:pt x="0" y="13543"/>
                    <a:pt x="2528" y="10157"/>
                  </a:cubicBezTo>
                  <a:cubicBezTo>
                    <a:pt x="5057" y="6772"/>
                    <a:pt x="6742" y="4232"/>
                    <a:pt x="9270" y="2539"/>
                  </a:cubicBezTo>
                  <a:cubicBezTo>
                    <a:pt x="11798" y="846"/>
                    <a:pt x="15169" y="0"/>
                    <a:pt x="19383" y="0"/>
                  </a:cubicBezTo>
                  <a:cubicBezTo>
                    <a:pt x="23597" y="0"/>
                    <a:pt x="28653" y="1693"/>
                    <a:pt x="32024" y="4232"/>
                  </a:cubicBezTo>
                  <a:cubicBezTo>
                    <a:pt x="35395" y="6772"/>
                    <a:pt x="37081" y="11004"/>
                    <a:pt x="37081" y="16082"/>
                  </a:cubicBezTo>
                  <a:lnTo>
                    <a:pt x="30339" y="16082"/>
                  </a:lnTo>
                  <a:cubicBezTo>
                    <a:pt x="30339" y="11850"/>
                    <a:pt x="28653" y="9311"/>
                    <a:pt x="26968" y="7618"/>
                  </a:cubicBezTo>
                  <a:cubicBezTo>
                    <a:pt x="25282" y="5925"/>
                    <a:pt x="22754" y="5079"/>
                    <a:pt x="19383" y="5079"/>
                  </a:cubicBezTo>
                  <a:cubicBezTo>
                    <a:pt x="16012" y="5079"/>
                    <a:pt x="11798" y="6772"/>
                    <a:pt x="10113" y="9311"/>
                  </a:cubicBezTo>
                  <a:cubicBezTo>
                    <a:pt x="7585" y="12697"/>
                    <a:pt x="6742" y="16929"/>
                    <a:pt x="6742" y="22008"/>
                  </a:cubicBezTo>
                  <a:lnTo>
                    <a:pt x="6742" y="27086"/>
                  </a:lnTo>
                  <a:cubicBezTo>
                    <a:pt x="6742" y="32165"/>
                    <a:pt x="7585" y="36397"/>
                    <a:pt x="10113" y="39783"/>
                  </a:cubicBezTo>
                  <a:cubicBezTo>
                    <a:pt x="12641" y="43169"/>
                    <a:pt x="15169" y="44015"/>
                    <a:pt x="19383" y="44015"/>
                  </a:cubicBezTo>
                  <a:cubicBezTo>
                    <a:pt x="23597" y="44015"/>
                    <a:pt x="25282" y="44015"/>
                    <a:pt x="27811" y="41476"/>
                  </a:cubicBezTo>
                  <a:cubicBezTo>
                    <a:pt x="30339" y="38936"/>
                    <a:pt x="31182" y="37244"/>
                    <a:pt x="31182" y="33011"/>
                  </a:cubicBezTo>
                  <a:lnTo>
                    <a:pt x="37924" y="330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50"/>
            <p:cNvSpPr/>
            <p:nvPr/>
          </p:nvSpPr>
          <p:spPr>
            <a:xfrm>
              <a:off x="6660012" y="2200771"/>
              <a:ext cx="38766" cy="48247"/>
            </a:xfrm>
            <a:custGeom>
              <a:avLst/>
              <a:gdLst/>
              <a:ahLst/>
              <a:cxnLst/>
              <a:rect l="l" t="t" r="r" b="b"/>
              <a:pathLst>
                <a:path w="38766" h="48247" extrusionOk="0">
                  <a:moveTo>
                    <a:pt x="38766" y="24547"/>
                  </a:moveTo>
                  <a:cubicBezTo>
                    <a:pt x="38766" y="29626"/>
                    <a:pt x="38766" y="33011"/>
                    <a:pt x="36238" y="37244"/>
                  </a:cubicBezTo>
                  <a:cubicBezTo>
                    <a:pt x="33710" y="41476"/>
                    <a:pt x="32024" y="43169"/>
                    <a:pt x="29496" y="45708"/>
                  </a:cubicBezTo>
                  <a:cubicBezTo>
                    <a:pt x="26968" y="48247"/>
                    <a:pt x="23597" y="48247"/>
                    <a:pt x="19383" y="48247"/>
                  </a:cubicBezTo>
                  <a:cubicBezTo>
                    <a:pt x="15169" y="48247"/>
                    <a:pt x="12641" y="47401"/>
                    <a:pt x="9270" y="45708"/>
                  </a:cubicBezTo>
                  <a:cubicBezTo>
                    <a:pt x="5899" y="44015"/>
                    <a:pt x="4214" y="41476"/>
                    <a:pt x="2528" y="38090"/>
                  </a:cubicBezTo>
                  <a:cubicBezTo>
                    <a:pt x="843" y="34704"/>
                    <a:pt x="0" y="30472"/>
                    <a:pt x="0" y="26240"/>
                  </a:cubicBezTo>
                  <a:lnTo>
                    <a:pt x="0" y="22854"/>
                  </a:lnTo>
                  <a:cubicBezTo>
                    <a:pt x="0" y="18622"/>
                    <a:pt x="0" y="14390"/>
                    <a:pt x="2528" y="11004"/>
                  </a:cubicBezTo>
                  <a:cubicBezTo>
                    <a:pt x="5056" y="7618"/>
                    <a:pt x="6742" y="5079"/>
                    <a:pt x="9270" y="2539"/>
                  </a:cubicBezTo>
                  <a:cubicBezTo>
                    <a:pt x="11798" y="0"/>
                    <a:pt x="15169" y="0"/>
                    <a:pt x="19383" y="0"/>
                  </a:cubicBezTo>
                  <a:cubicBezTo>
                    <a:pt x="23597" y="0"/>
                    <a:pt x="26968" y="846"/>
                    <a:pt x="29496" y="2539"/>
                  </a:cubicBezTo>
                  <a:cubicBezTo>
                    <a:pt x="32024" y="4232"/>
                    <a:pt x="34553" y="6772"/>
                    <a:pt x="36238" y="11004"/>
                  </a:cubicBezTo>
                  <a:cubicBezTo>
                    <a:pt x="37924" y="15236"/>
                    <a:pt x="38766" y="18622"/>
                    <a:pt x="38766" y="23700"/>
                  </a:cubicBezTo>
                  <a:lnTo>
                    <a:pt x="38766" y="27086"/>
                  </a:lnTo>
                  <a:close/>
                  <a:moveTo>
                    <a:pt x="32024" y="22008"/>
                  </a:moveTo>
                  <a:cubicBezTo>
                    <a:pt x="32024" y="16082"/>
                    <a:pt x="31182" y="11850"/>
                    <a:pt x="28653" y="8464"/>
                  </a:cubicBezTo>
                  <a:cubicBezTo>
                    <a:pt x="26125" y="5079"/>
                    <a:pt x="23597" y="4232"/>
                    <a:pt x="19383" y="4232"/>
                  </a:cubicBezTo>
                  <a:cubicBezTo>
                    <a:pt x="15169" y="4232"/>
                    <a:pt x="12641" y="5925"/>
                    <a:pt x="10113" y="8464"/>
                  </a:cubicBezTo>
                  <a:cubicBezTo>
                    <a:pt x="7585" y="11004"/>
                    <a:pt x="6742" y="16082"/>
                    <a:pt x="6742" y="21161"/>
                  </a:cubicBezTo>
                  <a:lnTo>
                    <a:pt x="6742" y="24547"/>
                  </a:lnTo>
                  <a:cubicBezTo>
                    <a:pt x="6742" y="30472"/>
                    <a:pt x="7585" y="34704"/>
                    <a:pt x="10113" y="37244"/>
                  </a:cubicBezTo>
                  <a:cubicBezTo>
                    <a:pt x="12641" y="39783"/>
                    <a:pt x="16012" y="42322"/>
                    <a:pt x="19383" y="42322"/>
                  </a:cubicBezTo>
                  <a:cubicBezTo>
                    <a:pt x="22754" y="42322"/>
                    <a:pt x="26968" y="40629"/>
                    <a:pt x="28653" y="38090"/>
                  </a:cubicBezTo>
                  <a:cubicBezTo>
                    <a:pt x="30339" y="35551"/>
                    <a:pt x="32024" y="30472"/>
                    <a:pt x="32024" y="25393"/>
                  </a:cubicBezTo>
                  <a:lnTo>
                    <a:pt x="32024" y="22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50"/>
            <p:cNvSpPr/>
            <p:nvPr/>
          </p:nvSpPr>
          <p:spPr>
            <a:xfrm>
              <a:off x="6713947" y="2199925"/>
              <a:ext cx="34552" cy="48247"/>
            </a:xfrm>
            <a:custGeom>
              <a:avLst/>
              <a:gdLst/>
              <a:ahLst/>
              <a:cxnLst/>
              <a:rect l="l" t="t" r="r" b="b"/>
              <a:pathLst>
                <a:path w="34552" h="48247" extrusionOk="0">
                  <a:moveTo>
                    <a:pt x="17698" y="28779"/>
                  </a:moveTo>
                  <a:lnTo>
                    <a:pt x="6742" y="28779"/>
                  </a:lnTo>
                  <a:lnTo>
                    <a:pt x="6742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6012" y="0"/>
                  </a:lnTo>
                  <a:cubicBezTo>
                    <a:pt x="21069" y="0"/>
                    <a:pt x="25282" y="846"/>
                    <a:pt x="28653" y="3386"/>
                  </a:cubicBezTo>
                  <a:cubicBezTo>
                    <a:pt x="32024" y="5925"/>
                    <a:pt x="32867" y="9311"/>
                    <a:pt x="32867" y="14390"/>
                  </a:cubicBezTo>
                  <a:cubicBezTo>
                    <a:pt x="32867" y="19468"/>
                    <a:pt x="32867" y="20315"/>
                    <a:pt x="30339" y="22008"/>
                  </a:cubicBezTo>
                  <a:cubicBezTo>
                    <a:pt x="27811" y="23700"/>
                    <a:pt x="26125" y="26240"/>
                    <a:pt x="23597" y="27086"/>
                  </a:cubicBezTo>
                  <a:lnTo>
                    <a:pt x="34553" y="47401"/>
                  </a:lnTo>
                  <a:lnTo>
                    <a:pt x="34553" y="47401"/>
                  </a:lnTo>
                  <a:cubicBezTo>
                    <a:pt x="34553" y="47401"/>
                    <a:pt x="27811" y="47401"/>
                    <a:pt x="27811" y="47401"/>
                  </a:cubicBezTo>
                  <a:lnTo>
                    <a:pt x="17698" y="27933"/>
                  </a:lnTo>
                  <a:close/>
                  <a:moveTo>
                    <a:pt x="6742" y="23700"/>
                  </a:moveTo>
                  <a:lnTo>
                    <a:pt x="16855" y="23700"/>
                  </a:lnTo>
                  <a:cubicBezTo>
                    <a:pt x="20226" y="23700"/>
                    <a:pt x="22754" y="23700"/>
                    <a:pt x="24440" y="21161"/>
                  </a:cubicBezTo>
                  <a:cubicBezTo>
                    <a:pt x="26125" y="19468"/>
                    <a:pt x="26968" y="16929"/>
                    <a:pt x="26968" y="14390"/>
                  </a:cubicBezTo>
                  <a:cubicBezTo>
                    <a:pt x="26968" y="11850"/>
                    <a:pt x="26125" y="9311"/>
                    <a:pt x="24440" y="7618"/>
                  </a:cubicBezTo>
                  <a:cubicBezTo>
                    <a:pt x="22754" y="5925"/>
                    <a:pt x="20226" y="5079"/>
                    <a:pt x="16855" y="5079"/>
                  </a:cubicBezTo>
                  <a:lnTo>
                    <a:pt x="7585" y="5079"/>
                  </a:lnTo>
                  <a:lnTo>
                    <a:pt x="7585" y="23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50"/>
            <p:cNvSpPr/>
            <p:nvPr/>
          </p:nvSpPr>
          <p:spPr>
            <a:xfrm>
              <a:off x="6761984" y="2199925"/>
              <a:ext cx="30338" cy="48247"/>
            </a:xfrm>
            <a:custGeom>
              <a:avLst/>
              <a:gdLst/>
              <a:ahLst/>
              <a:cxnLst/>
              <a:rect l="l" t="t" r="r" b="b"/>
              <a:pathLst>
                <a:path w="30338" h="48247" extrusionOk="0">
                  <a:moveTo>
                    <a:pt x="26968" y="26240"/>
                  </a:moveTo>
                  <a:lnTo>
                    <a:pt x="5899" y="26240"/>
                  </a:lnTo>
                  <a:lnTo>
                    <a:pt x="5899" y="43169"/>
                  </a:lnTo>
                  <a:lnTo>
                    <a:pt x="30339" y="43169"/>
                  </a:lnTo>
                  <a:lnTo>
                    <a:pt x="30339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0339" y="0"/>
                  </a:lnTo>
                  <a:lnTo>
                    <a:pt x="30339" y="5079"/>
                  </a:lnTo>
                  <a:lnTo>
                    <a:pt x="6742" y="5079"/>
                  </a:lnTo>
                  <a:lnTo>
                    <a:pt x="6742" y="20315"/>
                  </a:lnTo>
                  <a:lnTo>
                    <a:pt x="27811" y="20315"/>
                  </a:lnTo>
                  <a:lnTo>
                    <a:pt x="27811" y="253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0"/>
            <p:cNvSpPr/>
            <p:nvPr/>
          </p:nvSpPr>
          <p:spPr>
            <a:xfrm>
              <a:off x="6881654" y="2199925"/>
              <a:ext cx="39609" cy="48247"/>
            </a:xfrm>
            <a:custGeom>
              <a:avLst/>
              <a:gdLst/>
              <a:ahLst/>
              <a:cxnLst/>
              <a:rect l="l" t="t" r="r" b="b"/>
              <a:pathLst>
                <a:path w="39609" h="48247" extrusionOk="0">
                  <a:moveTo>
                    <a:pt x="39609" y="48247"/>
                  </a:moveTo>
                  <a:lnTo>
                    <a:pt x="29496" y="48247"/>
                  </a:lnTo>
                  <a:lnTo>
                    <a:pt x="10113" y="16929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29496" y="32165"/>
                  </a:lnTo>
                  <a:lnTo>
                    <a:pt x="29496" y="0"/>
                  </a:lnTo>
                  <a:lnTo>
                    <a:pt x="39609" y="0"/>
                  </a:lnTo>
                  <a:lnTo>
                    <a:pt x="39609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0"/>
            <p:cNvSpPr/>
            <p:nvPr/>
          </p:nvSpPr>
          <p:spPr>
            <a:xfrm>
              <a:off x="6936433" y="2199079"/>
              <a:ext cx="32024" cy="48247"/>
            </a:xfrm>
            <a:custGeom>
              <a:avLst/>
              <a:gdLst/>
              <a:ahLst/>
              <a:cxnLst/>
              <a:rect l="l" t="t" r="r" b="b"/>
              <a:pathLst>
                <a:path w="32024" h="48247" extrusionOk="0">
                  <a:moveTo>
                    <a:pt x="28653" y="27933"/>
                  </a:moveTo>
                  <a:lnTo>
                    <a:pt x="10113" y="27933"/>
                  </a:lnTo>
                  <a:lnTo>
                    <a:pt x="10113" y="40629"/>
                  </a:lnTo>
                  <a:lnTo>
                    <a:pt x="32024" y="40629"/>
                  </a:lnTo>
                  <a:lnTo>
                    <a:pt x="32024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2024" y="0"/>
                  </a:lnTo>
                  <a:lnTo>
                    <a:pt x="32024" y="7618"/>
                  </a:lnTo>
                  <a:lnTo>
                    <a:pt x="10113" y="7618"/>
                  </a:lnTo>
                  <a:lnTo>
                    <a:pt x="10113" y="19468"/>
                  </a:lnTo>
                  <a:lnTo>
                    <a:pt x="28653" y="19468"/>
                  </a:lnTo>
                  <a:lnTo>
                    <a:pt x="28653" y="270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0"/>
            <p:cNvSpPr/>
            <p:nvPr/>
          </p:nvSpPr>
          <p:spPr>
            <a:xfrm>
              <a:off x="6976884" y="2199925"/>
              <a:ext cx="57306" cy="48247"/>
            </a:xfrm>
            <a:custGeom>
              <a:avLst/>
              <a:gdLst/>
              <a:ahLst/>
              <a:cxnLst/>
              <a:rect l="l" t="t" r="r" b="b"/>
              <a:pathLst>
                <a:path w="57306" h="48247" extrusionOk="0">
                  <a:moveTo>
                    <a:pt x="40452" y="33858"/>
                  </a:moveTo>
                  <a:lnTo>
                    <a:pt x="47194" y="0"/>
                  </a:lnTo>
                  <a:lnTo>
                    <a:pt x="57307" y="0"/>
                  </a:lnTo>
                  <a:lnTo>
                    <a:pt x="46351" y="48247"/>
                  </a:lnTo>
                  <a:lnTo>
                    <a:pt x="36238" y="48247"/>
                  </a:lnTo>
                  <a:lnTo>
                    <a:pt x="28653" y="16082"/>
                  </a:lnTo>
                  <a:lnTo>
                    <a:pt x="21069" y="48247"/>
                  </a:lnTo>
                  <a:lnTo>
                    <a:pt x="10956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16855" y="33858"/>
                  </a:lnTo>
                  <a:lnTo>
                    <a:pt x="24440" y="0"/>
                  </a:lnTo>
                  <a:lnTo>
                    <a:pt x="32867" y="0"/>
                  </a:lnTo>
                  <a:lnTo>
                    <a:pt x="40452" y="338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0"/>
            <p:cNvSpPr/>
            <p:nvPr/>
          </p:nvSpPr>
          <p:spPr>
            <a:xfrm>
              <a:off x="7066216" y="2199079"/>
              <a:ext cx="37080" cy="49940"/>
            </a:xfrm>
            <a:custGeom>
              <a:avLst/>
              <a:gdLst/>
              <a:ahLst/>
              <a:cxnLst/>
              <a:rect l="l" t="t" r="r" b="b"/>
              <a:pathLst>
                <a:path w="37080" h="49940" extrusionOk="0">
                  <a:moveTo>
                    <a:pt x="26125" y="36397"/>
                  </a:moveTo>
                  <a:cubicBezTo>
                    <a:pt x="26125" y="34704"/>
                    <a:pt x="26125" y="33011"/>
                    <a:pt x="24440" y="32165"/>
                  </a:cubicBezTo>
                  <a:cubicBezTo>
                    <a:pt x="22754" y="31318"/>
                    <a:pt x="21069" y="30472"/>
                    <a:pt x="17698" y="28779"/>
                  </a:cubicBezTo>
                  <a:cubicBezTo>
                    <a:pt x="14327" y="27086"/>
                    <a:pt x="11798" y="26240"/>
                    <a:pt x="9270" y="25393"/>
                  </a:cubicBezTo>
                  <a:cubicBezTo>
                    <a:pt x="4214" y="22854"/>
                    <a:pt x="843" y="18622"/>
                    <a:pt x="843" y="13543"/>
                  </a:cubicBezTo>
                  <a:cubicBezTo>
                    <a:pt x="843" y="8464"/>
                    <a:pt x="843" y="8464"/>
                    <a:pt x="3371" y="6772"/>
                  </a:cubicBezTo>
                  <a:cubicBezTo>
                    <a:pt x="5899" y="5079"/>
                    <a:pt x="6742" y="3386"/>
                    <a:pt x="9270" y="1693"/>
                  </a:cubicBezTo>
                  <a:cubicBezTo>
                    <a:pt x="11798" y="0"/>
                    <a:pt x="15169" y="0"/>
                    <a:pt x="18540" y="0"/>
                  </a:cubicBezTo>
                  <a:cubicBezTo>
                    <a:pt x="21911" y="0"/>
                    <a:pt x="25282" y="0"/>
                    <a:pt x="27811" y="1693"/>
                  </a:cubicBezTo>
                  <a:cubicBezTo>
                    <a:pt x="30339" y="3386"/>
                    <a:pt x="32867" y="5079"/>
                    <a:pt x="33710" y="6772"/>
                  </a:cubicBezTo>
                  <a:cubicBezTo>
                    <a:pt x="34553" y="8464"/>
                    <a:pt x="36238" y="11850"/>
                    <a:pt x="36238" y="14390"/>
                  </a:cubicBezTo>
                  <a:lnTo>
                    <a:pt x="26125" y="14390"/>
                  </a:lnTo>
                  <a:cubicBezTo>
                    <a:pt x="26125" y="11850"/>
                    <a:pt x="26125" y="10157"/>
                    <a:pt x="24440" y="9311"/>
                  </a:cubicBezTo>
                  <a:cubicBezTo>
                    <a:pt x="22754" y="8464"/>
                    <a:pt x="21069" y="7618"/>
                    <a:pt x="18540" y="7618"/>
                  </a:cubicBezTo>
                  <a:cubicBezTo>
                    <a:pt x="16012" y="7618"/>
                    <a:pt x="14327" y="7618"/>
                    <a:pt x="12641" y="9311"/>
                  </a:cubicBezTo>
                  <a:cubicBezTo>
                    <a:pt x="10956" y="11004"/>
                    <a:pt x="10956" y="11850"/>
                    <a:pt x="10956" y="13543"/>
                  </a:cubicBezTo>
                  <a:cubicBezTo>
                    <a:pt x="10956" y="15236"/>
                    <a:pt x="10956" y="16082"/>
                    <a:pt x="13484" y="17775"/>
                  </a:cubicBezTo>
                  <a:cubicBezTo>
                    <a:pt x="16012" y="19468"/>
                    <a:pt x="17698" y="19468"/>
                    <a:pt x="20226" y="21161"/>
                  </a:cubicBezTo>
                  <a:cubicBezTo>
                    <a:pt x="26125" y="22854"/>
                    <a:pt x="30339" y="24547"/>
                    <a:pt x="32867" y="27086"/>
                  </a:cubicBezTo>
                  <a:cubicBezTo>
                    <a:pt x="35395" y="29626"/>
                    <a:pt x="37081" y="33011"/>
                    <a:pt x="37081" y="36397"/>
                  </a:cubicBezTo>
                  <a:cubicBezTo>
                    <a:pt x="37081" y="39783"/>
                    <a:pt x="35395" y="44015"/>
                    <a:pt x="32024" y="46554"/>
                  </a:cubicBezTo>
                  <a:cubicBezTo>
                    <a:pt x="28653" y="49094"/>
                    <a:pt x="24440" y="49940"/>
                    <a:pt x="19383" y="49940"/>
                  </a:cubicBezTo>
                  <a:cubicBezTo>
                    <a:pt x="14327" y="49940"/>
                    <a:pt x="12641" y="49940"/>
                    <a:pt x="9270" y="48247"/>
                  </a:cubicBezTo>
                  <a:cubicBezTo>
                    <a:pt x="5899" y="46554"/>
                    <a:pt x="4214" y="44862"/>
                    <a:pt x="2528" y="42322"/>
                  </a:cubicBezTo>
                  <a:cubicBezTo>
                    <a:pt x="843" y="39783"/>
                    <a:pt x="0" y="37244"/>
                    <a:pt x="0" y="33858"/>
                  </a:cubicBezTo>
                  <a:lnTo>
                    <a:pt x="10113" y="33858"/>
                  </a:lnTo>
                  <a:cubicBezTo>
                    <a:pt x="10113" y="38936"/>
                    <a:pt x="13484" y="41476"/>
                    <a:pt x="19383" y="41476"/>
                  </a:cubicBezTo>
                  <a:cubicBezTo>
                    <a:pt x="25282" y="41476"/>
                    <a:pt x="23597" y="41476"/>
                    <a:pt x="25282" y="39783"/>
                  </a:cubicBezTo>
                  <a:cubicBezTo>
                    <a:pt x="26968" y="38090"/>
                    <a:pt x="26968" y="37244"/>
                    <a:pt x="26968" y="355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0"/>
            <p:cNvSpPr/>
            <p:nvPr/>
          </p:nvSpPr>
          <p:spPr>
            <a:xfrm>
              <a:off x="7112567" y="2199925"/>
              <a:ext cx="38766" cy="47400"/>
            </a:xfrm>
            <a:custGeom>
              <a:avLst/>
              <a:gdLst/>
              <a:ahLst/>
              <a:cxnLst/>
              <a:rect l="l" t="t" r="r" b="b"/>
              <a:pathLst>
                <a:path w="38766" h="47400" extrusionOk="0">
                  <a:moveTo>
                    <a:pt x="38766" y="7618"/>
                  </a:moveTo>
                  <a:lnTo>
                    <a:pt x="24440" y="7618"/>
                  </a:lnTo>
                  <a:lnTo>
                    <a:pt x="24440" y="47401"/>
                  </a:lnTo>
                  <a:lnTo>
                    <a:pt x="14327" y="47401"/>
                  </a:lnTo>
                  <a:lnTo>
                    <a:pt x="14327" y="7618"/>
                  </a:lnTo>
                  <a:lnTo>
                    <a:pt x="0" y="7618"/>
                  </a:lnTo>
                  <a:lnTo>
                    <a:pt x="0" y="0"/>
                  </a:lnTo>
                  <a:lnTo>
                    <a:pt x="38766" y="0"/>
                  </a:lnTo>
                  <a:lnTo>
                    <a:pt x="38766" y="76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0"/>
            <p:cNvSpPr/>
            <p:nvPr/>
          </p:nvSpPr>
          <p:spPr>
            <a:xfrm>
              <a:off x="7163132" y="2199925"/>
              <a:ext cx="36238" cy="48247"/>
            </a:xfrm>
            <a:custGeom>
              <a:avLst/>
              <a:gdLst/>
              <a:ahLst/>
              <a:cxnLst/>
              <a:rect l="l" t="t" r="r" b="b"/>
              <a:pathLst>
                <a:path w="36238" h="48247" extrusionOk="0">
                  <a:moveTo>
                    <a:pt x="17698" y="30472"/>
                  </a:moveTo>
                  <a:lnTo>
                    <a:pt x="10113" y="30472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7698" y="0"/>
                  </a:lnTo>
                  <a:cubicBezTo>
                    <a:pt x="23597" y="0"/>
                    <a:pt x="27811" y="846"/>
                    <a:pt x="31182" y="3386"/>
                  </a:cubicBezTo>
                  <a:cubicBezTo>
                    <a:pt x="34553" y="5925"/>
                    <a:pt x="35395" y="9311"/>
                    <a:pt x="35395" y="14390"/>
                  </a:cubicBezTo>
                  <a:cubicBezTo>
                    <a:pt x="35395" y="19468"/>
                    <a:pt x="35395" y="20315"/>
                    <a:pt x="32867" y="22854"/>
                  </a:cubicBezTo>
                  <a:cubicBezTo>
                    <a:pt x="30339" y="25393"/>
                    <a:pt x="29496" y="27086"/>
                    <a:pt x="26125" y="27933"/>
                  </a:cubicBezTo>
                  <a:lnTo>
                    <a:pt x="36238" y="47401"/>
                  </a:lnTo>
                  <a:lnTo>
                    <a:pt x="36238" y="47401"/>
                  </a:lnTo>
                  <a:cubicBezTo>
                    <a:pt x="36238" y="47401"/>
                    <a:pt x="25282" y="47401"/>
                    <a:pt x="25282" y="47401"/>
                  </a:cubicBezTo>
                  <a:lnTo>
                    <a:pt x="16012" y="29626"/>
                  </a:lnTo>
                  <a:close/>
                  <a:moveTo>
                    <a:pt x="10113" y="22854"/>
                  </a:moveTo>
                  <a:lnTo>
                    <a:pt x="17698" y="22854"/>
                  </a:lnTo>
                  <a:cubicBezTo>
                    <a:pt x="20226" y="22854"/>
                    <a:pt x="21911" y="22854"/>
                    <a:pt x="23597" y="21161"/>
                  </a:cubicBezTo>
                  <a:cubicBezTo>
                    <a:pt x="25282" y="19468"/>
                    <a:pt x="25282" y="17775"/>
                    <a:pt x="25282" y="16082"/>
                  </a:cubicBezTo>
                  <a:cubicBezTo>
                    <a:pt x="25282" y="14390"/>
                    <a:pt x="25282" y="11850"/>
                    <a:pt x="23597" y="11004"/>
                  </a:cubicBezTo>
                  <a:cubicBezTo>
                    <a:pt x="21911" y="10157"/>
                    <a:pt x="20226" y="9311"/>
                    <a:pt x="17698" y="9311"/>
                  </a:cubicBezTo>
                  <a:lnTo>
                    <a:pt x="10113" y="9311"/>
                  </a:lnTo>
                  <a:lnTo>
                    <a:pt x="10113" y="23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0"/>
            <p:cNvSpPr/>
            <p:nvPr/>
          </p:nvSpPr>
          <p:spPr>
            <a:xfrm>
              <a:off x="7212011" y="2199079"/>
              <a:ext cx="32024" cy="48247"/>
            </a:xfrm>
            <a:custGeom>
              <a:avLst/>
              <a:gdLst/>
              <a:ahLst/>
              <a:cxnLst/>
              <a:rect l="l" t="t" r="r" b="b"/>
              <a:pathLst>
                <a:path w="32024" h="48247" extrusionOk="0">
                  <a:moveTo>
                    <a:pt x="28653" y="27933"/>
                  </a:moveTo>
                  <a:lnTo>
                    <a:pt x="10113" y="27933"/>
                  </a:lnTo>
                  <a:lnTo>
                    <a:pt x="10113" y="40629"/>
                  </a:lnTo>
                  <a:lnTo>
                    <a:pt x="32024" y="40629"/>
                  </a:lnTo>
                  <a:lnTo>
                    <a:pt x="32024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32024" y="0"/>
                  </a:lnTo>
                  <a:lnTo>
                    <a:pt x="32024" y="7618"/>
                  </a:lnTo>
                  <a:lnTo>
                    <a:pt x="10113" y="7618"/>
                  </a:lnTo>
                  <a:lnTo>
                    <a:pt x="10113" y="19468"/>
                  </a:lnTo>
                  <a:lnTo>
                    <a:pt x="28653" y="19468"/>
                  </a:lnTo>
                  <a:lnTo>
                    <a:pt x="28653" y="270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0"/>
            <p:cNvSpPr/>
            <p:nvPr/>
          </p:nvSpPr>
          <p:spPr>
            <a:xfrm>
              <a:off x="7255834" y="2199925"/>
              <a:ext cx="39609" cy="48247"/>
            </a:xfrm>
            <a:custGeom>
              <a:avLst/>
              <a:gdLst/>
              <a:ahLst/>
              <a:cxnLst/>
              <a:rect l="l" t="t" r="r" b="b"/>
              <a:pathLst>
                <a:path w="39609" h="48247" extrusionOk="0">
                  <a:moveTo>
                    <a:pt x="39609" y="48247"/>
                  </a:moveTo>
                  <a:lnTo>
                    <a:pt x="29496" y="48247"/>
                  </a:lnTo>
                  <a:lnTo>
                    <a:pt x="10113" y="16929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29496" y="32165"/>
                  </a:lnTo>
                  <a:lnTo>
                    <a:pt x="29496" y="0"/>
                  </a:lnTo>
                  <a:lnTo>
                    <a:pt x="39609" y="0"/>
                  </a:lnTo>
                  <a:lnTo>
                    <a:pt x="39609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0"/>
            <p:cNvSpPr/>
            <p:nvPr/>
          </p:nvSpPr>
          <p:spPr>
            <a:xfrm>
              <a:off x="7308084" y="2199925"/>
              <a:ext cx="39609" cy="49093"/>
            </a:xfrm>
            <a:custGeom>
              <a:avLst/>
              <a:gdLst/>
              <a:ahLst/>
              <a:cxnLst/>
              <a:rect l="l" t="t" r="r" b="b"/>
              <a:pathLst>
                <a:path w="39609" h="49093" extrusionOk="0">
                  <a:moveTo>
                    <a:pt x="39609" y="42322"/>
                  </a:moveTo>
                  <a:cubicBezTo>
                    <a:pt x="37924" y="44861"/>
                    <a:pt x="35395" y="45708"/>
                    <a:pt x="32024" y="47401"/>
                  </a:cubicBezTo>
                  <a:cubicBezTo>
                    <a:pt x="28653" y="49094"/>
                    <a:pt x="25282" y="49094"/>
                    <a:pt x="21069" y="49094"/>
                  </a:cubicBezTo>
                  <a:cubicBezTo>
                    <a:pt x="16855" y="49094"/>
                    <a:pt x="13484" y="48247"/>
                    <a:pt x="10113" y="46554"/>
                  </a:cubicBezTo>
                  <a:cubicBezTo>
                    <a:pt x="6742" y="44861"/>
                    <a:pt x="4214" y="42322"/>
                    <a:pt x="2528" y="38936"/>
                  </a:cubicBezTo>
                  <a:cubicBezTo>
                    <a:pt x="843" y="35551"/>
                    <a:pt x="0" y="31318"/>
                    <a:pt x="0" y="27086"/>
                  </a:cubicBezTo>
                  <a:lnTo>
                    <a:pt x="0" y="23700"/>
                  </a:lnTo>
                  <a:cubicBezTo>
                    <a:pt x="0" y="18622"/>
                    <a:pt x="0" y="14390"/>
                    <a:pt x="2528" y="11004"/>
                  </a:cubicBezTo>
                  <a:cubicBezTo>
                    <a:pt x="5057" y="7618"/>
                    <a:pt x="6742" y="5079"/>
                    <a:pt x="9270" y="2539"/>
                  </a:cubicBezTo>
                  <a:cubicBezTo>
                    <a:pt x="11799" y="0"/>
                    <a:pt x="16012" y="0"/>
                    <a:pt x="20226" y="0"/>
                  </a:cubicBezTo>
                  <a:cubicBezTo>
                    <a:pt x="24440" y="0"/>
                    <a:pt x="30339" y="1693"/>
                    <a:pt x="33710" y="4232"/>
                  </a:cubicBezTo>
                  <a:cubicBezTo>
                    <a:pt x="37081" y="6772"/>
                    <a:pt x="38766" y="11004"/>
                    <a:pt x="39609" y="16082"/>
                  </a:cubicBezTo>
                  <a:lnTo>
                    <a:pt x="30339" y="16082"/>
                  </a:lnTo>
                  <a:cubicBezTo>
                    <a:pt x="30339" y="13543"/>
                    <a:pt x="28653" y="11004"/>
                    <a:pt x="27811" y="10157"/>
                  </a:cubicBezTo>
                  <a:cubicBezTo>
                    <a:pt x="26968" y="9311"/>
                    <a:pt x="24440" y="8464"/>
                    <a:pt x="21911" y="8464"/>
                  </a:cubicBezTo>
                  <a:cubicBezTo>
                    <a:pt x="19383" y="8464"/>
                    <a:pt x="16012" y="9311"/>
                    <a:pt x="14327" y="11850"/>
                  </a:cubicBezTo>
                  <a:cubicBezTo>
                    <a:pt x="12641" y="14390"/>
                    <a:pt x="11799" y="17775"/>
                    <a:pt x="11799" y="22854"/>
                  </a:cubicBezTo>
                  <a:lnTo>
                    <a:pt x="11799" y="26240"/>
                  </a:lnTo>
                  <a:cubicBezTo>
                    <a:pt x="11799" y="31318"/>
                    <a:pt x="12641" y="34704"/>
                    <a:pt x="14327" y="38090"/>
                  </a:cubicBezTo>
                  <a:cubicBezTo>
                    <a:pt x="16012" y="41476"/>
                    <a:pt x="19383" y="42322"/>
                    <a:pt x="22754" y="42322"/>
                  </a:cubicBezTo>
                  <a:cubicBezTo>
                    <a:pt x="26125" y="42322"/>
                    <a:pt x="29496" y="42322"/>
                    <a:pt x="30339" y="39783"/>
                  </a:cubicBezTo>
                  <a:lnTo>
                    <a:pt x="30339" y="31318"/>
                  </a:lnTo>
                  <a:lnTo>
                    <a:pt x="21069" y="31318"/>
                  </a:lnTo>
                  <a:lnTo>
                    <a:pt x="21069" y="23700"/>
                  </a:lnTo>
                  <a:lnTo>
                    <a:pt x="39609" y="23700"/>
                  </a:lnTo>
                  <a:lnTo>
                    <a:pt x="39609" y="431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0"/>
            <p:cNvSpPr/>
            <p:nvPr/>
          </p:nvSpPr>
          <p:spPr>
            <a:xfrm>
              <a:off x="7405627" y="2199925"/>
              <a:ext cx="39609" cy="48247"/>
            </a:xfrm>
            <a:custGeom>
              <a:avLst/>
              <a:gdLst/>
              <a:ahLst/>
              <a:cxnLst/>
              <a:rect l="l" t="t" r="r" b="b"/>
              <a:pathLst>
                <a:path w="39609" h="48247" extrusionOk="0">
                  <a:moveTo>
                    <a:pt x="39609" y="48247"/>
                  </a:moveTo>
                  <a:lnTo>
                    <a:pt x="29496" y="48247"/>
                  </a:lnTo>
                  <a:lnTo>
                    <a:pt x="29496" y="27933"/>
                  </a:lnTo>
                  <a:lnTo>
                    <a:pt x="10113" y="27933"/>
                  </a:lnTo>
                  <a:lnTo>
                    <a:pt x="10113" y="48247"/>
                  </a:lnTo>
                  <a:lnTo>
                    <a:pt x="0" y="48247"/>
                  </a:lnTo>
                  <a:lnTo>
                    <a:pt x="0" y="0"/>
                  </a:lnTo>
                  <a:lnTo>
                    <a:pt x="10113" y="0"/>
                  </a:lnTo>
                  <a:lnTo>
                    <a:pt x="10113" y="19468"/>
                  </a:lnTo>
                  <a:lnTo>
                    <a:pt x="29496" y="19468"/>
                  </a:lnTo>
                  <a:lnTo>
                    <a:pt x="29496" y="0"/>
                  </a:lnTo>
                  <a:lnTo>
                    <a:pt x="39609" y="0"/>
                  </a:lnTo>
                  <a:lnTo>
                    <a:pt x="39609" y="482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0"/>
            <p:cNvSpPr/>
            <p:nvPr/>
          </p:nvSpPr>
          <p:spPr>
            <a:xfrm>
              <a:off x="7354592" y="2199925"/>
              <a:ext cx="38766" cy="47400"/>
            </a:xfrm>
            <a:custGeom>
              <a:avLst/>
              <a:gdLst/>
              <a:ahLst/>
              <a:cxnLst/>
              <a:rect l="l" t="t" r="r" b="b"/>
              <a:pathLst>
                <a:path w="38766" h="47400" extrusionOk="0">
                  <a:moveTo>
                    <a:pt x="38766" y="7618"/>
                  </a:moveTo>
                  <a:lnTo>
                    <a:pt x="24440" y="7618"/>
                  </a:lnTo>
                  <a:lnTo>
                    <a:pt x="24440" y="47401"/>
                  </a:lnTo>
                  <a:lnTo>
                    <a:pt x="14327" y="47401"/>
                  </a:lnTo>
                  <a:lnTo>
                    <a:pt x="14327" y="7618"/>
                  </a:lnTo>
                  <a:lnTo>
                    <a:pt x="0" y="7618"/>
                  </a:lnTo>
                  <a:lnTo>
                    <a:pt x="0" y="0"/>
                  </a:lnTo>
                  <a:lnTo>
                    <a:pt x="38766" y="0"/>
                  </a:lnTo>
                  <a:lnTo>
                    <a:pt x="38766" y="76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0"/>
            <p:cNvSpPr/>
            <p:nvPr/>
          </p:nvSpPr>
          <p:spPr>
            <a:xfrm>
              <a:off x="7457446" y="2199079"/>
              <a:ext cx="37080" cy="49940"/>
            </a:xfrm>
            <a:custGeom>
              <a:avLst/>
              <a:gdLst/>
              <a:ahLst/>
              <a:cxnLst/>
              <a:rect l="l" t="t" r="r" b="b"/>
              <a:pathLst>
                <a:path w="37080" h="49940" extrusionOk="0">
                  <a:moveTo>
                    <a:pt x="26125" y="36397"/>
                  </a:moveTo>
                  <a:cubicBezTo>
                    <a:pt x="26125" y="34704"/>
                    <a:pt x="26125" y="33011"/>
                    <a:pt x="24440" y="32165"/>
                  </a:cubicBezTo>
                  <a:cubicBezTo>
                    <a:pt x="22754" y="31318"/>
                    <a:pt x="21069" y="30472"/>
                    <a:pt x="17698" y="28779"/>
                  </a:cubicBezTo>
                  <a:cubicBezTo>
                    <a:pt x="14327" y="27086"/>
                    <a:pt x="11798" y="26240"/>
                    <a:pt x="9270" y="25393"/>
                  </a:cubicBezTo>
                  <a:cubicBezTo>
                    <a:pt x="4214" y="22854"/>
                    <a:pt x="843" y="18622"/>
                    <a:pt x="843" y="13543"/>
                  </a:cubicBezTo>
                  <a:cubicBezTo>
                    <a:pt x="843" y="8464"/>
                    <a:pt x="843" y="8464"/>
                    <a:pt x="3371" y="6772"/>
                  </a:cubicBezTo>
                  <a:cubicBezTo>
                    <a:pt x="5899" y="5079"/>
                    <a:pt x="6742" y="3386"/>
                    <a:pt x="9270" y="1693"/>
                  </a:cubicBezTo>
                  <a:cubicBezTo>
                    <a:pt x="11798" y="0"/>
                    <a:pt x="15169" y="0"/>
                    <a:pt x="18540" y="0"/>
                  </a:cubicBezTo>
                  <a:cubicBezTo>
                    <a:pt x="21911" y="0"/>
                    <a:pt x="25282" y="0"/>
                    <a:pt x="27811" y="1693"/>
                  </a:cubicBezTo>
                  <a:cubicBezTo>
                    <a:pt x="30339" y="3386"/>
                    <a:pt x="32867" y="5079"/>
                    <a:pt x="33710" y="6772"/>
                  </a:cubicBezTo>
                  <a:cubicBezTo>
                    <a:pt x="34553" y="8464"/>
                    <a:pt x="36238" y="11850"/>
                    <a:pt x="36238" y="14390"/>
                  </a:cubicBezTo>
                  <a:lnTo>
                    <a:pt x="26125" y="14390"/>
                  </a:lnTo>
                  <a:cubicBezTo>
                    <a:pt x="26125" y="11850"/>
                    <a:pt x="26125" y="10157"/>
                    <a:pt x="24440" y="9311"/>
                  </a:cubicBezTo>
                  <a:cubicBezTo>
                    <a:pt x="22754" y="8464"/>
                    <a:pt x="21069" y="7618"/>
                    <a:pt x="18540" y="7618"/>
                  </a:cubicBezTo>
                  <a:cubicBezTo>
                    <a:pt x="16012" y="7618"/>
                    <a:pt x="14327" y="7618"/>
                    <a:pt x="12641" y="9311"/>
                  </a:cubicBezTo>
                  <a:cubicBezTo>
                    <a:pt x="10956" y="11004"/>
                    <a:pt x="10956" y="11850"/>
                    <a:pt x="10956" y="13543"/>
                  </a:cubicBezTo>
                  <a:cubicBezTo>
                    <a:pt x="10956" y="15236"/>
                    <a:pt x="10956" y="16082"/>
                    <a:pt x="13484" y="17775"/>
                  </a:cubicBezTo>
                  <a:cubicBezTo>
                    <a:pt x="16012" y="19468"/>
                    <a:pt x="17698" y="19468"/>
                    <a:pt x="20226" y="21161"/>
                  </a:cubicBezTo>
                  <a:cubicBezTo>
                    <a:pt x="26125" y="22854"/>
                    <a:pt x="30339" y="24547"/>
                    <a:pt x="32867" y="27086"/>
                  </a:cubicBezTo>
                  <a:cubicBezTo>
                    <a:pt x="35395" y="29626"/>
                    <a:pt x="37081" y="33011"/>
                    <a:pt x="37081" y="36397"/>
                  </a:cubicBezTo>
                  <a:cubicBezTo>
                    <a:pt x="37081" y="39783"/>
                    <a:pt x="35395" y="44015"/>
                    <a:pt x="32024" y="46554"/>
                  </a:cubicBezTo>
                  <a:cubicBezTo>
                    <a:pt x="28653" y="49094"/>
                    <a:pt x="24440" y="49940"/>
                    <a:pt x="19383" y="49940"/>
                  </a:cubicBezTo>
                  <a:cubicBezTo>
                    <a:pt x="14327" y="49940"/>
                    <a:pt x="12641" y="49940"/>
                    <a:pt x="9270" y="48247"/>
                  </a:cubicBezTo>
                  <a:cubicBezTo>
                    <a:pt x="5899" y="46554"/>
                    <a:pt x="4214" y="44862"/>
                    <a:pt x="2528" y="42322"/>
                  </a:cubicBezTo>
                  <a:cubicBezTo>
                    <a:pt x="843" y="39783"/>
                    <a:pt x="0" y="37244"/>
                    <a:pt x="0" y="33858"/>
                  </a:cubicBezTo>
                  <a:lnTo>
                    <a:pt x="10113" y="33858"/>
                  </a:lnTo>
                  <a:cubicBezTo>
                    <a:pt x="10113" y="38936"/>
                    <a:pt x="13484" y="41476"/>
                    <a:pt x="19383" y="41476"/>
                  </a:cubicBezTo>
                  <a:cubicBezTo>
                    <a:pt x="25282" y="41476"/>
                    <a:pt x="23597" y="41476"/>
                    <a:pt x="25282" y="39783"/>
                  </a:cubicBezTo>
                  <a:cubicBezTo>
                    <a:pt x="26968" y="38090"/>
                    <a:pt x="26968" y="37244"/>
                    <a:pt x="26968" y="355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0"/>
            <p:cNvSpPr/>
            <p:nvPr/>
          </p:nvSpPr>
          <p:spPr>
            <a:xfrm>
              <a:off x="7737042" y="1507535"/>
              <a:ext cx="40451" cy="259858"/>
            </a:xfrm>
            <a:custGeom>
              <a:avLst/>
              <a:gdLst/>
              <a:ahLst/>
              <a:cxnLst/>
              <a:rect l="l" t="t" r="r" b="b"/>
              <a:pathLst>
                <a:path w="40451" h="259858" extrusionOk="0">
                  <a:moveTo>
                    <a:pt x="0" y="0"/>
                  </a:moveTo>
                  <a:lnTo>
                    <a:pt x="40452" y="0"/>
                  </a:lnTo>
                  <a:lnTo>
                    <a:pt x="36238" y="259858"/>
                  </a:lnTo>
                  <a:lnTo>
                    <a:pt x="5899" y="259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8DC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0"/>
            <p:cNvSpPr/>
            <p:nvPr/>
          </p:nvSpPr>
          <p:spPr>
            <a:xfrm>
              <a:off x="7737042" y="1814793"/>
              <a:ext cx="40451" cy="260704"/>
            </a:xfrm>
            <a:custGeom>
              <a:avLst/>
              <a:gdLst/>
              <a:ahLst/>
              <a:cxnLst/>
              <a:rect l="l" t="t" r="r" b="b"/>
              <a:pathLst>
                <a:path w="40451" h="260704" extrusionOk="0">
                  <a:moveTo>
                    <a:pt x="40452" y="260705"/>
                  </a:moveTo>
                  <a:lnTo>
                    <a:pt x="0" y="260705"/>
                  </a:lnTo>
                  <a:lnTo>
                    <a:pt x="5056" y="0"/>
                  </a:lnTo>
                  <a:lnTo>
                    <a:pt x="35395" y="0"/>
                  </a:lnTo>
                  <a:lnTo>
                    <a:pt x="40452" y="260705"/>
                  </a:lnTo>
                  <a:close/>
                </a:path>
              </a:pathLst>
            </a:custGeom>
            <a:solidFill>
              <a:srgbClr val="68AE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0"/>
            <p:cNvSpPr/>
            <p:nvPr/>
          </p:nvSpPr>
          <p:spPr>
            <a:xfrm rot="10800000">
              <a:off x="7497702" y="1759775"/>
              <a:ext cx="292433" cy="11850"/>
            </a:xfrm>
            <a:custGeom>
              <a:avLst/>
              <a:gdLst/>
              <a:ahLst/>
              <a:cxnLst/>
              <a:rect l="l" t="t" r="r" b="b"/>
              <a:pathLst>
                <a:path w="292433" h="11850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850"/>
                  </a:lnTo>
                  <a:lnTo>
                    <a:pt x="0" y="11850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0"/>
            <p:cNvSpPr/>
            <p:nvPr/>
          </p:nvSpPr>
          <p:spPr>
            <a:xfrm rot="10800000">
              <a:off x="7723558" y="1810561"/>
              <a:ext cx="292433" cy="11850"/>
            </a:xfrm>
            <a:custGeom>
              <a:avLst/>
              <a:gdLst/>
              <a:ahLst/>
              <a:cxnLst/>
              <a:rect l="l" t="t" r="r" b="b"/>
              <a:pathLst>
                <a:path w="292433" h="11850" extrusionOk="0">
                  <a:moveTo>
                    <a:pt x="0" y="0"/>
                  </a:moveTo>
                  <a:lnTo>
                    <a:pt x="292433" y="0"/>
                  </a:lnTo>
                  <a:lnTo>
                    <a:pt x="292433" y="11850"/>
                  </a:lnTo>
                  <a:lnTo>
                    <a:pt x="0" y="11850"/>
                  </a:ln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0"/>
            <p:cNvSpPr/>
            <p:nvPr/>
          </p:nvSpPr>
          <p:spPr>
            <a:xfrm>
              <a:off x="7699119" y="1576096"/>
              <a:ext cx="270521" cy="195528"/>
            </a:xfrm>
            <a:custGeom>
              <a:avLst/>
              <a:gdLst/>
              <a:ahLst/>
              <a:cxnLst/>
              <a:rect l="l" t="t" r="r" b="b"/>
              <a:pathLst>
                <a:path w="270521" h="195528" extrusionOk="0">
                  <a:moveTo>
                    <a:pt x="244397" y="0"/>
                  </a:moveTo>
                  <a:lnTo>
                    <a:pt x="75004" y="185371"/>
                  </a:lnTo>
                  <a:lnTo>
                    <a:pt x="41295" y="185371"/>
                  </a:lnTo>
                  <a:cubicBezTo>
                    <a:pt x="41295" y="185371"/>
                    <a:pt x="39609" y="183678"/>
                    <a:pt x="39609" y="183678"/>
                  </a:cubicBezTo>
                  <a:lnTo>
                    <a:pt x="0" y="183678"/>
                  </a:lnTo>
                  <a:lnTo>
                    <a:pt x="1685" y="185371"/>
                  </a:lnTo>
                  <a:cubicBezTo>
                    <a:pt x="8427" y="192143"/>
                    <a:pt x="16855" y="195528"/>
                    <a:pt x="25282" y="195528"/>
                  </a:cubicBezTo>
                  <a:lnTo>
                    <a:pt x="91017" y="195528"/>
                  </a:lnTo>
                  <a:cubicBezTo>
                    <a:pt x="100287" y="195528"/>
                    <a:pt x="108714" y="192143"/>
                    <a:pt x="114614" y="185371"/>
                  </a:cubicBezTo>
                  <a:lnTo>
                    <a:pt x="270522" y="27086"/>
                  </a:lnTo>
                  <a:lnTo>
                    <a:pt x="243554" y="846"/>
                  </a:lnTo>
                  <a:close/>
                </a:path>
              </a:pathLst>
            </a:custGeom>
            <a:solidFill>
              <a:srgbClr val="9BDB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0"/>
            <p:cNvSpPr/>
            <p:nvPr/>
          </p:nvSpPr>
          <p:spPr>
            <a:xfrm>
              <a:off x="7544896" y="1576096"/>
              <a:ext cx="193831" cy="183678"/>
            </a:xfrm>
            <a:custGeom>
              <a:avLst/>
              <a:gdLst/>
              <a:ahLst/>
              <a:cxnLst/>
              <a:rect l="l" t="t" r="r" b="b"/>
              <a:pathLst>
                <a:path w="193831" h="183678" extrusionOk="0">
                  <a:moveTo>
                    <a:pt x="26125" y="0"/>
                  </a:moveTo>
                  <a:lnTo>
                    <a:pt x="0" y="27086"/>
                  </a:lnTo>
                  <a:lnTo>
                    <a:pt x="154223" y="183678"/>
                  </a:lnTo>
                  <a:lnTo>
                    <a:pt x="193832" y="183678"/>
                  </a:lnTo>
                  <a:lnTo>
                    <a:pt x="26125" y="0"/>
                  </a:lnTo>
                  <a:close/>
                </a:path>
              </a:pathLst>
            </a:custGeom>
            <a:solidFill>
              <a:srgbClr val="83ABD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0"/>
            <p:cNvSpPr/>
            <p:nvPr/>
          </p:nvSpPr>
          <p:spPr>
            <a:xfrm>
              <a:off x="7544896" y="1810561"/>
              <a:ext cx="270521" cy="194681"/>
            </a:xfrm>
            <a:custGeom>
              <a:avLst/>
              <a:gdLst/>
              <a:ahLst/>
              <a:cxnLst/>
              <a:rect l="l" t="t" r="r" b="b"/>
              <a:pathLst>
                <a:path w="270521" h="194681" extrusionOk="0">
                  <a:moveTo>
                    <a:pt x="230913" y="11850"/>
                  </a:moveTo>
                  <a:lnTo>
                    <a:pt x="270522" y="11850"/>
                  </a:lnTo>
                  <a:lnTo>
                    <a:pt x="268836" y="10157"/>
                  </a:lnTo>
                  <a:cubicBezTo>
                    <a:pt x="262094" y="3386"/>
                    <a:pt x="253667" y="0"/>
                    <a:pt x="245239" y="0"/>
                  </a:cubicBezTo>
                  <a:lnTo>
                    <a:pt x="179505" y="0"/>
                  </a:lnTo>
                  <a:cubicBezTo>
                    <a:pt x="170235" y="0"/>
                    <a:pt x="161807" y="3386"/>
                    <a:pt x="155908" y="10157"/>
                  </a:cubicBezTo>
                  <a:lnTo>
                    <a:pt x="0" y="168442"/>
                  </a:lnTo>
                  <a:lnTo>
                    <a:pt x="26968" y="194682"/>
                  </a:lnTo>
                  <a:lnTo>
                    <a:pt x="196360" y="9311"/>
                  </a:lnTo>
                  <a:lnTo>
                    <a:pt x="230070" y="9311"/>
                  </a:lnTo>
                  <a:cubicBezTo>
                    <a:pt x="230070" y="9311"/>
                    <a:pt x="231755" y="11004"/>
                    <a:pt x="231755" y="11004"/>
                  </a:cubicBezTo>
                  <a:close/>
                </a:path>
              </a:pathLst>
            </a:custGeom>
            <a:solidFill>
              <a:srgbClr val="86CCA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0"/>
            <p:cNvSpPr/>
            <p:nvPr/>
          </p:nvSpPr>
          <p:spPr>
            <a:xfrm>
              <a:off x="7775809" y="1822411"/>
              <a:ext cx="194674" cy="183678"/>
            </a:xfrm>
            <a:custGeom>
              <a:avLst/>
              <a:gdLst/>
              <a:ahLst/>
              <a:cxnLst/>
              <a:rect l="l" t="t" r="r" b="b"/>
              <a:pathLst>
                <a:path w="194674" h="183678" extrusionOk="0">
                  <a:moveTo>
                    <a:pt x="167707" y="183678"/>
                  </a:moveTo>
                  <a:lnTo>
                    <a:pt x="194675" y="157438"/>
                  </a:lnTo>
                  <a:lnTo>
                    <a:pt x="39609" y="0"/>
                  </a:lnTo>
                  <a:lnTo>
                    <a:pt x="0" y="0"/>
                  </a:lnTo>
                  <a:lnTo>
                    <a:pt x="167707" y="183678"/>
                  </a:lnTo>
                  <a:close/>
                </a:path>
              </a:pathLst>
            </a:custGeom>
            <a:solidFill>
              <a:srgbClr val="48B7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1" name="Google Shape;50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9464" y="4728124"/>
            <a:ext cx="896225" cy="1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LVAY Theme">
  <a:themeElements>
    <a:clrScheme name="Solvay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5495FC"/>
      </a:accent1>
      <a:accent2>
        <a:srgbClr val="7DACED"/>
      </a:accent2>
      <a:accent3>
        <a:srgbClr val="A6CCE7"/>
      </a:accent3>
      <a:accent4>
        <a:srgbClr val="FF6D62"/>
      </a:accent4>
      <a:accent5>
        <a:srgbClr val="F39085"/>
      </a:accent5>
      <a:accent6>
        <a:srgbClr val="E6B2A8"/>
      </a:accent6>
      <a:hlink>
        <a:srgbClr val="5495FC"/>
      </a:hlink>
      <a:folHlink>
        <a:srgbClr val="5495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66AB8D4095E434AAD3F64AC48696A76" ma:contentTypeVersion="19" ma:contentTypeDescription="Skapa ett nytt dokument." ma:contentTypeScope="" ma:versionID="1c2739762313bddaadd1f8e01b64ae35">
  <xsd:schema xmlns:xsd="http://www.w3.org/2001/XMLSchema" xmlns:xs="http://www.w3.org/2001/XMLSchema" xmlns:p="http://schemas.microsoft.com/office/2006/metadata/properties" xmlns:ns2="8071b00d-169a-4403-a466-ef851835948e" xmlns:ns3="315b5453-8dcd-4c39-8cc3-24adc0c558d5" targetNamespace="http://schemas.microsoft.com/office/2006/metadata/properties" ma:root="true" ma:fieldsID="8e840cb0192f4c4e884b15a99451dd5d" ns2:_="" ns3:_="">
    <xsd:import namespace="8071b00d-169a-4403-a466-ef851835948e"/>
    <xsd:import namespace="315b5453-8dcd-4c39-8cc3-24adc0c558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1b00d-169a-4403-a466-ef8518359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b2a6239-36ed-4ed1-a895-3ca8a7215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b5453-8dcd-4c39-8cc3-24adc0c558d5" elementFormDefault="qualified">
    <xsd:import namespace="http://schemas.microsoft.com/office/2006/documentManagement/types"/>
    <xsd:import namespace="http://schemas.microsoft.com/office/infopath/2007/PartnerControls"/>
    <xsd:element name="SharedWithUsers" ma:index="7" nillable="true" ma:displayName="Delat med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8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4384b00-5830-4b7e-916c-25e38e08925b}" ma:internalName="TaxCatchAll" ma:showField="CatchAllData" ma:web="315b5453-8dcd-4c39-8cc3-24adc0c558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71b00d-169a-4403-a466-ef851835948e">
      <Terms xmlns="http://schemas.microsoft.com/office/infopath/2007/PartnerControls"/>
    </lcf76f155ced4ddcb4097134ff3c332f>
    <TaxCatchAll xmlns="315b5453-8dcd-4c39-8cc3-24adc0c558d5" xsi:nil="true"/>
  </documentManagement>
</p:properties>
</file>

<file path=customXml/itemProps1.xml><?xml version="1.0" encoding="utf-8"?>
<ds:datastoreItem xmlns:ds="http://schemas.openxmlformats.org/officeDocument/2006/customXml" ds:itemID="{4DD9BCC5-B763-4782-99F8-E3DACCECE826}"/>
</file>

<file path=customXml/itemProps2.xml><?xml version="1.0" encoding="utf-8"?>
<ds:datastoreItem xmlns:ds="http://schemas.openxmlformats.org/officeDocument/2006/customXml" ds:itemID="{07A7B2ED-967E-4EAA-8F09-CAADD2818D5D}"/>
</file>

<file path=customXml/itemProps3.xml><?xml version="1.0" encoding="utf-8"?>
<ds:datastoreItem xmlns:ds="http://schemas.openxmlformats.org/officeDocument/2006/customXml" ds:itemID="{047FB1F5-F51A-4144-9A43-98A29E6F624D}"/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503</Words>
  <Application>Microsoft Office PowerPoint</Application>
  <PresentationFormat>On-screen Show (16:9)</PresentationFormat>
  <Paragraphs>166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Poppins Light</vt:lpstr>
      <vt:lpstr>Arial</vt:lpstr>
      <vt:lpstr>Avenir</vt:lpstr>
      <vt:lpstr>Roboto Light</vt:lpstr>
      <vt:lpstr>Roboto Medium</vt:lpstr>
      <vt:lpstr>Calibri</vt:lpstr>
      <vt:lpstr>Roboto SemiBold</vt:lpstr>
      <vt:lpstr>Open Sans</vt:lpstr>
      <vt:lpstr>Roboto</vt:lpstr>
      <vt:lpstr>SOLVAY Theme</vt:lpstr>
      <vt:lpstr>Imagine Design Workshop  Plan to Produce | Energy Production cycle demo  </vt:lpstr>
      <vt:lpstr>Agenda</vt:lpstr>
      <vt:lpstr>Energy Production cycle  </vt:lpstr>
      <vt:lpstr>Energy Production Cycle</vt:lpstr>
      <vt:lpstr>Energy Production Cycle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Energy Production Cycle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Manjardekar, Ninad Snehal</dc:creator>
  <cp:lastModifiedBy>Singh, Aditi</cp:lastModifiedBy>
  <cp:revision>3</cp:revision>
  <dcterms:modified xsi:type="dcterms:W3CDTF">2025-08-29T14:10:59Z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0x010100066AB8D4095E434AAD3F64AC48696A76</vt:lpwstr>
  </property>
  <property fmtid="{D5CDD505-2E9C-101B-9397-08002B2CF9AE}" pid="3" name="Order">
    <vt:r8>500</vt:r8>
  </property>
</Properties>
</file>